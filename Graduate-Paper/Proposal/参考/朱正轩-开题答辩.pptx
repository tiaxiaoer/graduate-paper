
<file path=[Content_Types].xml><?xml version="1.0" encoding="utf-8"?>
<Types xmlns="http://schemas.openxmlformats.org/package/2006/content-types">
  <Default Extension="png" ContentType="image/png"/>
  <Default Extension="wdp" ContentType="image/vnd.ms-photo"/>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305" r:id="rId3"/>
    <p:sldId id="259" r:id="rId5"/>
    <p:sldId id="260" r:id="rId6"/>
    <p:sldId id="263" r:id="rId7"/>
    <p:sldId id="309" r:id="rId8"/>
    <p:sldId id="269" r:id="rId9"/>
    <p:sldId id="265" r:id="rId10"/>
    <p:sldId id="268" r:id="rId11"/>
    <p:sldId id="271" r:id="rId12"/>
    <p:sldId id="272" r:id="rId13"/>
    <p:sldId id="274" r:id="rId14"/>
    <p:sldId id="276" r:id="rId15"/>
    <p:sldId id="277" r:id="rId16"/>
    <p:sldId id="280" r:id="rId17"/>
    <p:sldId id="279" r:id="rId18"/>
    <p:sldId id="311" r:id="rId19"/>
    <p:sldId id="288" r:id="rId20"/>
    <p:sldId id="281" r:id="rId21"/>
    <p:sldId id="294" r:id="rId22"/>
    <p:sldId id="287" r:id="rId23"/>
    <p:sldId id="302" r:id="rId24"/>
    <p:sldId id="307" r:id="rId25"/>
    <p:sldId id="301" r:id="rId26"/>
    <p:sldId id="312" r:id="rId27"/>
  </p:sldIdLst>
  <p:sldSz cx="9144000" cy="5143500" type="screen16x9"/>
  <p:notesSz cx="6858000" cy="9144000"/>
  <p:custDataLst>
    <p:tags r:id="rId31"/>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0" userDrawn="1">
          <p15:clr>
            <a:srgbClr val="A4A3A4"/>
          </p15:clr>
        </p15:guide>
        <p15:guide id="2" pos="2879"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79E2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52" autoAdjust="0"/>
    <p:restoredTop sz="94659" autoAdjust="0"/>
  </p:normalViewPr>
  <p:slideViewPr>
    <p:cSldViewPr showGuides="1">
      <p:cViewPr varScale="1">
        <p:scale>
          <a:sx n="88" d="100"/>
          <a:sy n="88" d="100"/>
        </p:scale>
        <p:origin x="656" y="56"/>
      </p:cViewPr>
      <p:guideLst>
        <p:guide orient="horz"/>
        <p:guide pos="2879"/>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1" Type="http://schemas.openxmlformats.org/officeDocument/2006/relationships/tags" Target="tags/tag221.xml"/><Relationship Id="rId30" Type="http://schemas.openxmlformats.org/officeDocument/2006/relationships/tableStyles" Target="tableStyles.xml"/><Relationship Id="rId3" Type="http://schemas.openxmlformats.org/officeDocument/2006/relationships/slide" Target="slides/slide1.xml"/><Relationship Id="rId29" Type="http://schemas.openxmlformats.org/officeDocument/2006/relationships/viewProps" Target="viewProps.xml"/><Relationship Id="rId28" Type="http://schemas.openxmlformats.org/officeDocument/2006/relationships/presProps" Target="presProps.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C491C0ED-1C8B-4FF3-91A6-E652895D4634}"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66ED419-5B3F-423C-8358-46E41EBE13C9}"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8537CBA-0E44-4282-A4F0-C3BCC1A4C2D1}"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Rectangle 2"/>
          <p:cNvSpPr>
            <a:spLocks noGrp="1" noRot="1" noChangeAspect="1" noChangeArrowheads="1" noTextEdit="1"/>
          </p:cNvSpPr>
          <p:nvPr>
            <p:ph type="sldImg"/>
          </p:nvPr>
        </p:nvSpPr>
        <p:spPr/>
      </p:sp>
      <p:sp>
        <p:nvSpPr>
          <p:cNvPr id="19458" name="Rectangle 3"/>
          <p:cNvSpPr>
            <a:spLocks noGrp="1" noChangeArrowheads="1"/>
          </p:cNvSpPr>
          <p:nvPr>
            <p:ph type="body" idx="1"/>
          </p:nvPr>
        </p:nvSpPr>
        <p:spPr>
          <a:noFill/>
        </p:spPr>
        <p:txBody>
          <a:bodyPr/>
          <a:lstStyle/>
          <a:p>
            <a:pPr eaLnBrk="1" hangingPunct="1"/>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Rot="1" noChangeAspect="1" noChangeArrowheads="1" noTextEdit="1"/>
          </p:cNvSpPr>
          <p:nvPr>
            <p:ph type="sldImg"/>
          </p:nvPr>
        </p:nvSpPr>
        <p:spPr/>
      </p:sp>
      <p:sp>
        <p:nvSpPr>
          <p:cNvPr id="21506" name="Rectangle 3"/>
          <p:cNvSpPr>
            <a:spLocks noGrp="1" noChangeArrowheads="1"/>
          </p:cNvSpPr>
          <p:nvPr>
            <p:ph type="body" idx="1"/>
          </p:nvPr>
        </p:nvSpPr>
        <p:spPr>
          <a:noFill/>
        </p:spPr>
        <p:txBody>
          <a:bodyPr/>
          <a:lstStyle/>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简单介绍，举个例子就过</a:t>
            </a:r>
            <a:endParaRPr lang="zh-CN" altLang="en-US"/>
          </a:p>
          <a:p>
            <a:endParaRPr lang="zh-CN" altLang="en-US"/>
          </a:p>
          <a:p>
            <a:r>
              <a:rPr lang="zh-CN" altLang="en-US"/>
              <a:t>在互联网早期，用户访问一个网站，就需要注册一个账号，设置一个密码。随着在线服务的迅猛发展，越来越多的网站、应用、企业系统相继上线，人们不得不为每一个服务单独创建账号。工作用邮箱一个密码，报销系统一个密码，文件共享平台又是另一个密码；而在个人生活中，从社交媒体到购物平台，几乎每个地方都要</a:t>
            </a:r>
            <a:r>
              <a:rPr lang="en-US" altLang="zh-CN"/>
              <a:t>“</a:t>
            </a:r>
            <a:r>
              <a:rPr lang="zh-CN" altLang="en-US"/>
              <a:t>注册</a:t>
            </a:r>
            <a:r>
              <a:rPr lang="en-US" altLang="zh-CN"/>
              <a:t>-</a:t>
            </a:r>
            <a:r>
              <a:rPr lang="zh-CN" altLang="en-US"/>
              <a:t>登录</a:t>
            </a:r>
            <a:r>
              <a:rPr lang="en-US" altLang="zh-CN"/>
              <a:t>”</a:t>
            </a:r>
            <a:r>
              <a:rPr lang="zh-CN" altLang="en-US"/>
              <a:t>这一套流程。</a:t>
            </a:r>
            <a:endParaRPr lang="zh-CN" altLang="en-US"/>
          </a:p>
          <a:p>
            <a:endParaRPr lang="en-US" altLang="zh-CN"/>
          </a:p>
          <a:p>
            <a:r>
              <a:rPr lang="zh-CN" altLang="en-US"/>
              <a:t>很快，问题显现出来了：用户要么设置一堆容易忘记的复杂密码，要么干脆多个系统共用同一个弱密码，安全性大打折扣。频繁地登录、切换账号也让体验变得烦琐低效。对于企业管理员来说，管理成千上万个用户账号、处理重置密码请求、应对权限分散等问题也变得日益繁重。</a:t>
            </a:r>
            <a:endParaRPr lang="zh-CN" altLang="en-US"/>
          </a:p>
          <a:p>
            <a:endParaRPr lang="en-US" altLang="zh-CN"/>
          </a:p>
          <a:p>
            <a:r>
              <a:rPr lang="zh-CN" altLang="en-US"/>
              <a:t>在这样的背景下，单点登录（</a:t>
            </a:r>
            <a:r>
              <a:rPr lang="en-US" altLang="zh-CN"/>
              <a:t>Single Sign-On</a:t>
            </a:r>
            <a:r>
              <a:rPr lang="zh-CN" altLang="en-US"/>
              <a:t>，</a:t>
            </a:r>
            <a:r>
              <a:rPr lang="en-US" altLang="zh-CN"/>
              <a:t>SSO</a:t>
            </a:r>
            <a:r>
              <a:rPr lang="zh-CN" altLang="en-US"/>
              <a:t>）应运而生。它的目标很明确：只登录一次，畅通所有服务。通过建立一个统一的身份认证中心，用户只需输入一次用户名和密码，系统就会在后台完成对多个相关系统的身份传递，从而实现一次登录，多点通行。</a:t>
            </a:r>
            <a:endParaRPr lang="zh-CN" altLang="en-US"/>
          </a:p>
        </p:txBody>
      </p:sp>
      <p:sp>
        <p:nvSpPr>
          <p:cNvPr id="4" name="灯片编号占位符 3"/>
          <p:cNvSpPr>
            <a:spLocks noGrp="1"/>
          </p:cNvSpPr>
          <p:nvPr>
            <p:ph type="sldNum" sz="quarter" idx="10"/>
          </p:nvPr>
        </p:nvSpPr>
        <p:spPr/>
        <p:txBody>
          <a:bodyPr/>
          <a:lstStyle/>
          <a:p>
            <a:fld id="{A8537CBA-0E44-4282-A4F0-C3BCC1A4C2D1}"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sym typeface="+mn-ea"/>
              </a:rPr>
              <a:t>单点登录（</a:t>
            </a:r>
            <a:r>
              <a:rPr lang="en-US" altLang="zh-CN">
                <a:sym typeface="+mn-ea"/>
              </a:rPr>
              <a:t>SSO</a:t>
            </a:r>
            <a:r>
              <a:rPr lang="zh-CN" altLang="en-US">
                <a:sym typeface="+mn-ea"/>
              </a:rPr>
              <a:t>，</a:t>
            </a:r>
            <a:r>
              <a:rPr lang="en-US" altLang="zh-CN">
                <a:sym typeface="+mn-ea"/>
              </a:rPr>
              <a:t>Single Sign On</a:t>
            </a:r>
            <a:r>
              <a:rPr lang="zh-CN" altLang="en-US">
                <a:sym typeface="+mn-ea"/>
              </a:rPr>
              <a:t>），允许用户通过身份提供商（</a:t>
            </a:r>
            <a:r>
              <a:rPr lang="en-US" altLang="zh-CN">
                <a:sym typeface="+mn-ea"/>
              </a:rPr>
              <a:t>IdP</a:t>
            </a:r>
            <a:r>
              <a:rPr lang="zh-CN" altLang="en-US">
                <a:sym typeface="+mn-ea"/>
              </a:rPr>
              <a:t>）进行一次身份验证即可访问多个应用程序，它的核心目标是减少用户在不同系统之间重复输入用户名和密码的繁琐操作，提高用户体验和工作效率</a:t>
            </a:r>
            <a:endParaRPr lang="zh-CN" altLang="en-US"/>
          </a:p>
          <a:p>
            <a:r>
              <a:rPr lang="zh-CN" altLang="en-US">
                <a:sym typeface="+mn-ea"/>
              </a:rPr>
              <a:t>比如是在企业内部多个应用系统（如考勤系统、财务系统、人事系统等）场景下，用户只需要登录一次，就可以访问多个应用系统。</a:t>
            </a:r>
            <a:endParaRPr lang="zh-CN" altLang="en-US"/>
          </a:p>
          <a:p>
            <a:r>
              <a:rPr lang="zh-CN" altLang="en-US">
                <a:sym typeface="+mn-ea"/>
              </a:rPr>
              <a:t>同理用户只需注销一次，就可以从多个应用系统退出登录。</a:t>
            </a:r>
            <a:endParaRPr lang="zh-CN" altLang="en-US"/>
          </a:p>
          <a:p>
            <a:r>
              <a:rPr lang="zh-CN" altLang="en-US">
                <a:sym typeface="+mn-ea"/>
              </a:rPr>
              <a:t>简单来说就是，一次登录，全部登录！一次注销，全部注销！！</a:t>
            </a:r>
            <a:endParaRPr lang="zh-CN" altLang="en-US"/>
          </a:p>
          <a:p>
            <a:endParaRPr lang="zh-CN" altLang="en-US"/>
          </a:p>
        </p:txBody>
      </p:sp>
      <p:sp>
        <p:nvSpPr>
          <p:cNvPr id="4" name="灯片编号占位符 3"/>
          <p:cNvSpPr>
            <a:spLocks noGrp="1"/>
          </p:cNvSpPr>
          <p:nvPr>
            <p:ph type="sldNum" sz="quarter" idx="10"/>
          </p:nvPr>
        </p:nvSpPr>
        <p:spPr/>
        <p:txBody>
          <a:bodyPr/>
          <a:lstStyle/>
          <a:p>
            <a:fld id="{A8537CBA-0E44-4282-A4F0-C3BCC1A4C2D1}"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sym typeface="+mn-ea"/>
              </a:rPr>
              <a:t>三个角色：用户，身份提供者，服务提供者</a:t>
            </a:r>
            <a:endParaRPr kumimoji="1" lang="en-US" altLang="zh-CN" dirty="0"/>
          </a:p>
          <a:p>
            <a:endParaRPr lang="zh-CN" altLang="en-US"/>
          </a:p>
        </p:txBody>
      </p:sp>
      <p:sp>
        <p:nvSpPr>
          <p:cNvPr id="4" name="灯片编号占位符 3"/>
          <p:cNvSpPr>
            <a:spLocks noGrp="1"/>
          </p:cNvSpPr>
          <p:nvPr>
            <p:ph type="sldNum" sz="quarter" idx="10"/>
          </p:nvPr>
        </p:nvSpPr>
        <p:spPr/>
        <p:txBody>
          <a:bodyPr/>
          <a:lstStyle/>
          <a:p>
            <a:fld id="{A8537CBA-0E44-4282-A4F0-C3BCC1A4C2D1}"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如今，最广泛采用的单点登录（</a:t>
            </a:r>
            <a:r>
              <a:rPr lang="en-US" altLang="zh-CN"/>
              <a:t>SSO</a:t>
            </a:r>
            <a:r>
              <a:rPr lang="zh-CN" altLang="en-US"/>
              <a:t>）协议是</a:t>
            </a:r>
            <a:r>
              <a:rPr lang="en-US" altLang="zh-CN"/>
              <a:t>SAML</a:t>
            </a:r>
            <a:r>
              <a:rPr lang="zh-CN" altLang="en-US"/>
              <a:t>、</a:t>
            </a:r>
            <a:r>
              <a:rPr lang="en-US" altLang="zh-CN"/>
              <a:t> OAuth 2.0 </a:t>
            </a:r>
            <a:r>
              <a:rPr lang="zh-CN" altLang="en-US"/>
              <a:t>和</a:t>
            </a:r>
            <a:r>
              <a:rPr lang="en-US" altLang="zh-CN"/>
              <a:t> OpenID Connect 1.0 </a:t>
            </a:r>
            <a:r>
              <a:rPr lang="zh-CN" altLang="en-US"/>
              <a:t>，本研究关注于后两种协议。</a:t>
            </a:r>
            <a:endParaRPr lang="zh-CN" altLang="en-US"/>
          </a:p>
          <a:p>
            <a:endParaRPr lang="en-US" altLang="zh-CN"/>
          </a:p>
          <a:p>
            <a:r>
              <a:rPr lang="en-US" altLang="zh-CN"/>
              <a:t>OAuth 2.0</a:t>
            </a:r>
            <a:r>
              <a:rPr lang="zh-CN" altLang="en-US"/>
              <a:t>是一种授权框架，允许第三方应用在用户授权下访问其存储在资源服务器上的资源，而无需共享用户凭证。举例，申请音乐或头像昵称等。用于不信任第三方应用时，允许用户授权第三方应用访问他们存储在另外的服务提供者上的信息，而不需要将用户名和密码提供给第三方应用或分享他们数据的所有内容。</a:t>
            </a:r>
            <a:endParaRPr lang="zh-CN" altLang="en-US"/>
          </a:p>
          <a:p>
            <a:endParaRPr lang="zh-CN" altLang="en-US"/>
          </a:p>
          <a:p>
            <a:r>
              <a:rPr lang="en-US" altLang="zh-CN"/>
              <a:t>OpenID Connect</a:t>
            </a:r>
            <a:r>
              <a:rPr lang="zh-CN" altLang="en-US"/>
              <a:t>发布于</a:t>
            </a:r>
            <a:r>
              <a:rPr lang="en-US" altLang="zh-CN"/>
              <a:t>2014</a:t>
            </a:r>
            <a:r>
              <a:rPr lang="zh-CN" altLang="en-US"/>
              <a:t>年，是建立在</a:t>
            </a:r>
            <a:r>
              <a:rPr lang="en-US" altLang="zh-CN"/>
              <a:t>OAuth 2.0</a:t>
            </a:r>
            <a:r>
              <a:rPr lang="zh-CN" altLang="en-US"/>
              <a:t>协议之上的简单身份层，它允许客户端基于授权服务器或身份提供商（</a:t>
            </a:r>
            <a:r>
              <a:rPr lang="en-US" altLang="zh-CN"/>
              <a:t>IdP</a:t>
            </a:r>
            <a:r>
              <a:rPr lang="zh-CN" altLang="en-US"/>
              <a:t>）进行的身份验证来验证最终用户的身份，并获得用户的相关信息。与单纯的</a:t>
            </a:r>
            <a:r>
              <a:rPr lang="en-US" altLang="zh-CN"/>
              <a:t> OAuth2.0 </a:t>
            </a:r>
            <a:r>
              <a:rPr lang="zh-CN" altLang="en-US"/>
              <a:t>不同，</a:t>
            </a:r>
            <a:r>
              <a:rPr lang="en-US" altLang="zh-CN"/>
              <a:t>OIDC </a:t>
            </a:r>
            <a:r>
              <a:rPr lang="zh-CN" altLang="en-US"/>
              <a:t>不仅关注于授权（即允许应用程序访问用户在其他服务上的资源），更强调身份验证</a:t>
            </a:r>
            <a:r>
              <a:rPr lang="en-US" altLang="zh-CN"/>
              <a:t>——</a:t>
            </a:r>
            <a:r>
              <a:rPr lang="zh-CN" altLang="en-US"/>
              <a:t>确认</a:t>
            </a:r>
            <a:r>
              <a:rPr lang="en-US" altLang="zh-CN"/>
              <a:t>“</a:t>
            </a:r>
            <a:r>
              <a:rPr lang="zh-CN" altLang="en-US"/>
              <a:t>你是谁</a:t>
            </a:r>
            <a:r>
              <a:rPr lang="en-US" altLang="zh-CN"/>
              <a:t>”</a:t>
            </a:r>
            <a:r>
              <a:rPr lang="zh-CN" altLang="en-US"/>
              <a:t>。</a:t>
            </a:r>
            <a:r>
              <a:rPr lang="en-US" altLang="zh-CN"/>
              <a:t>OpenID Connect</a:t>
            </a:r>
            <a:r>
              <a:rPr lang="zh-CN" altLang="en-US"/>
              <a:t>提供了</a:t>
            </a:r>
            <a:r>
              <a:rPr lang="en-US" altLang="zh-CN"/>
              <a:t>RESTful HTTP API</a:t>
            </a:r>
            <a:r>
              <a:rPr lang="zh-CN" altLang="en-US"/>
              <a:t>，并使用</a:t>
            </a:r>
            <a:r>
              <a:rPr lang="en-US" altLang="zh-CN"/>
              <a:t>Json</a:t>
            </a:r>
            <a:r>
              <a:rPr lang="zh-CN" altLang="en-US"/>
              <a:t>作为数据的传递格式。相比于基于</a:t>
            </a:r>
            <a:r>
              <a:rPr lang="en-US" altLang="zh-CN"/>
              <a:t>XML</a:t>
            </a:r>
            <a:r>
              <a:rPr lang="zh-CN" altLang="en-US"/>
              <a:t>格式的</a:t>
            </a:r>
            <a:r>
              <a:rPr lang="en-US" altLang="zh-CN"/>
              <a:t>SAML</a:t>
            </a:r>
            <a:r>
              <a:rPr lang="zh-CN" altLang="en-US"/>
              <a:t>协议，</a:t>
            </a:r>
            <a:r>
              <a:rPr lang="en-US" altLang="zh-CN"/>
              <a:t>OpenID Connect</a:t>
            </a:r>
            <a:r>
              <a:rPr lang="zh-CN" altLang="en-US"/>
              <a:t>因为其更加简洁的数据交换格式，被越来越多的应用使用，已经成为事实上的标准。</a:t>
            </a:r>
            <a:endParaRPr lang="zh-CN" altLang="en-US"/>
          </a:p>
        </p:txBody>
      </p:sp>
      <p:sp>
        <p:nvSpPr>
          <p:cNvPr id="4" name="灯片编号占位符 3"/>
          <p:cNvSpPr>
            <a:spLocks noGrp="1"/>
          </p:cNvSpPr>
          <p:nvPr>
            <p:ph type="sldNum" sz="quarter" idx="10"/>
          </p:nvPr>
        </p:nvSpPr>
        <p:spPr/>
        <p:txBody>
          <a:bodyPr/>
          <a:lstStyle/>
          <a:p>
            <a:fld id="{A8537CBA-0E44-4282-A4F0-C3BCC1A4C2D1}"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OAuth </a:t>
            </a:r>
            <a:r>
              <a:rPr lang="zh-CN" altLang="en-US" dirty="0"/>
              <a:t>在众多在线服务中已广泛流行，成为现代网络安全基础设施的重要组成部分。该协议的采用体现在第三方应用程序与热门在线平台的无缝集成上，使用户能够在不泄露凭证的情况下授予对其资源的有限访问权限。</a:t>
            </a:r>
            <a:r>
              <a:rPr lang="en-US" altLang="zh-CN" dirty="0"/>
              <a:t>OAuth </a:t>
            </a:r>
            <a:r>
              <a:rPr lang="zh-CN" altLang="en-US" dirty="0"/>
              <a:t>的这种广泛应用突显了其在数字领域确保安全和标准化授权机制方面的重要性。</a:t>
            </a:r>
            <a:endParaRPr lang="en-US" altLang="zh-CN" dirty="0"/>
          </a:p>
          <a:p>
            <a:r>
              <a:rPr lang="zh-CN" altLang="en-US" dirty="0"/>
              <a:t>在电子商务领域，</a:t>
            </a:r>
            <a:r>
              <a:rPr lang="en-US" altLang="zh-CN" dirty="0"/>
              <a:t>OAuth </a:t>
            </a:r>
            <a:r>
              <a:rPr lang="zh-CN" altLang="en-US" dirty="0"/>
              <a:t>被在线零售平台广泛采用，以促进用户与第三方应用程序之间的安全交易和互动。该协议在这一领域的普及凸显了其在增强用户信任和数据安全方面的作用，从而为在线购物体验营造了有利环境。此外，</a:t>
            </a:r>
            <a:r>
              <a:rPr lang="en-US" altLang="zh-CN" dirty="0"/>
              <a:t>OAuth </a:t>
            </a:r>
            <a:r>
              <a:rPr lang="zh-CN" altLang="en-US" dirty="0"/>
              <a:t>在社交媒体平台中的整合彻底改变了用户互动方式，实现了信息的无缝共享，同时保持严格的安保措施。</a:t>
            </a:r>
            <a:endParaRPr lang="zh-CN" altLang="en-US" dirty="0"/>
          </a:p>
          <a:p>
            <a:endParaRPr lang="zh-CN" altLang="en-US" dirty="0"/>
          </a:p>
          <a:p>
            <a:r>
              <a:rPr lang="zh-CN" altLang="en-US" dirty="0"/>
              <a:t>尽管</a:t>
            </a:r>
            <a:r>
              <a:rPr lang="en-US" altLang="zh-CN" dirty="0"/>
              <a:t> OAuth </a:t>
            </a:r>
            <a:r>
              <a:rPr lang="zh-CN" altLang="en-US" dirty="0"/>
              <a:t>已被广泛用作在线服务中安全授权的标准协议，但具体实现中仍然存在漏洞，给用户数据的安全和隐私保护带来了重大挑战。各种研究都强调了</a:t>
            </a:r>
            <a:r>
              <a:rPr lang="en-US" altLang="zh-CN" dirty="0"/>
              <a:t> OAuth </a:t>
            </a:r>
            <a:r>
              <a:rPr lang="zh-CN" altLang="en-US" dirty="0"/>
              <a:t>实现中存在的漏洞的普遍性，这些漏洞涵盖了从常见的网络应用程序漏洞（如跨站请求伪造攻击）到更为复杂的攻击手段等各类情况</a:t>
            </a:r>
            <a:r>
              <a:rPr lang="en-US" altLang="zh-CN" dirty="0"/>
              <a:t>,</a:t>
            </a:r>
            <a:r>
              <a:rPr lang="zh-CN" altLang="en-US" dirty="0"/>
              <a:t>许多攻击利用了协议设计和实现中的漏洞</a:t>
            </a:r>
            <a:endParaRPr lang="en-US" altLang="zh-CN" dirty="0"/>
          </a:p>
          <a:p>
            <a:r>
              <a:rPr lang="zh-CN" altLang="en-US" dirty="0"/>
              <a:t>在</a:t>
            </a:r>
            <a:r>
              <a:rPr lang="en-US" altLang="zh-CN" dirty="0"/>
              <a:t> OAuth </a:t>
            </a:r>
            <a:r>
              <a:rPr lang="zh-CN" altLang="en-US" dirty="0"/>
              <a:t>实施过程中所发现的关键问题之一是未能遵循推荐的安全措施和准则，这使得系统容易受到攻击，可能损害用户账户和泄露敏感信息。现代网络生态系统的复杂性，包括物联网（</a:t>
            </a:r>
            <a:r>
              <a:rPr lang="en-US" altLang="zh-CN" dirty="0"/>
              <a:t>IoT</a:t>
            </a:r>
            <a:r>
              <a:rPr lang="zh-CN" altLang="en-US" dirty="0"/>
              <a:t>）和智能城市应用，也引入了新的攻击途径，这些途径利用了</a:t>
            </a:r>
            <a:r>
              <a:rPr lang="en-US" altLang="zh-CN" dirty="0"/>
              <a:t> OAuth </a:t>
            </a:r>
            <a:r>
              <a:rPr lang="zh-CN" altLang="en-US" dirty="0"/>
              <a:t>实现中的漏洞，从而可能导致潜在的安全风险。</a:t>
            </a:r>
            <a:endParaRPr lang="en-US" altLang="zh-CN" dirty="0"/>
          </a:p>
          <a:p>
            <a:endParaRPr lang="zh-CN" altLang="en-US" dirty="0"/>
          </a:p>
          <a:p>
            <a:r>
              <a:rPr lang="en-US" altLang="zh-CN" dirty="0">
                <a:solidFill>
                  <a:schemeClr val="tx1">
                    <a:lumMod val="65000"/>
                    <a:lumOff val="35000"/>
                  </a:schemeClr>
                </a:solidFill>
                <a:latin typeface="微软雅黑" panose="020B0503020204020204" pitchFamily="34" charset="-122"/>
                <a:ea typeface="微软雅黑" panose="020B0503020204020204" pitchFamily="34" charset="-122"/>
                <a:sym typeface="+mn-ea"/>
              </a:rPr>
              <a:t>1.</a:t>
            </a:r>
            <a:r>
              <a:rPr lang="zh-CN" altLang="en-US" dirty="0">
                <a:solidFill>
                  <a:schemeClr val="tx1">
                    <a:lumMod val="65000"/>
                    <a:lumOff val="35000"/>
                  </a:schemeClr>
                </a:solidFill>
                <a:latin typeface="微软雅黑" panose="020B0503020204020204" pitchFamily="34" charset="-122"/>
                <a:ea typeface="微软雅黑" panose="020B0503020204020204" pitchFamily="34" charset="-122"/>
                <a:sym typeface="+mn-ea"/>
              </a:rPr>
              <a:t>大规模账户接管（Account Takeover）</a:t>
            </a:r>
            <a:endParaRPr lang="zh-CN" altLang="en-US" dirty="0">
              <a:solidFill>
                <a:schemeClr val="tx1">
                  <a:lumMod val="65000"/>
                  <a:lumOff val="35000"/>
                </a:schemeClr>
              </a:solidFill>
              <a:latin typeface="微软雅黑" panose="020B0503020204020204" pitchFamily="34" charset="-122"/>
              <a:ea typeface="微软雅黑" panose="020B0503020204020204" pitchFamily="34" charset="-122"/>
            </a:endParaRPr>
          </a:p>
          <a:p>
            <a:r>
              <a:rPr lang="zh-CN" altLang="en-US" dirty="0">
                <a:solidFill>
                  <a:schemeClr val="tx1">
                    <a:lumMod val="65000"/>
                    <a:lumOff val="35000"/>
                  </a:schemeClr>
                </a:solidFill>
                <a:latin typeface="微软雅黑" panose="020B0503020204020204" pitchFamily="34" charset="-122"/>
                <a:ea typeface="微软雅黑" panose="020B0503020204020204" pitchFamily="34" charset="-122"/>
                <a:sym typeface="+mn-ea"/>
              </a:rPr>
              <a:t>SSO系统的本质是集中式认证，一旦攻击者绕过认证流程或获取访问令牌，即可进入所有接入系统（邮箱、云盘、办公平台、银行系统等），引发严重的用户控制权丧失。</a:t>
            </a:r>
            <a:endParaRPr lang="zh-CN" altLang="en-US" dirty="0">
              <a:solidFill>
                <a:schemeClr val="tx1">
                  <a:lumMod val="65000"/>
                  <a:lumOff val="35000"/>
                </a:schemeClr>
              </a:solidFill>
              <a:latin typeface="微软雅黑" panose="020B0503020204020204" pitchFamily="34" charset="-122"/>
              <a:ea typeface="微软雅黑" panose="020B0503020204020204" pitchFamily="34" charset="-122"/>
            </a:endParaRPr>
          </a:p>
          <a:p>
            <a:r>
              <a:rPr lang="zh-CN" altLang="en-US" dirty="0">
                <a:solidFill>
                  <a:schemeClr val="tx1">
                    <a:lumMod val="65000"/>
                    <a:lumOff val="35000"/>
                  </a:schemeClr>
                </a:solidFill>
                <a:latin typeface="微软雅黑" panose="020B0503020204020204" pitchFamily="34" charset="-122"/>
                <a:ea typeface="微软雅黑" panose="020B0503020204020204" pitchFamily="34" charset="-122"/>
                <a:sym typeface="+mn-ea"/>
              </a:rPr>
              <a:t>典型案例：Facebook 2018年OAuth实现漏洞，攻击者通过access token劫持导致近5000万用户账号遭泄。</a:t>
            </a:r>
            <a:endParaRPr lang="zh-CN" altLang="en-US" dirty="0">
              <a:solidFill>
                <a:schemeClr val="tx1">
                  <a:lumMod val="65000"/>
                  <a:lumOff val="35000"/>
                </a:schemeClr>
              </a:solidFill>
              <a:latin typeface="微软雅黑" panose="020B0503020204020204" pitchFamily="34" charset="-122"/>
              <a:ea typeface="微软雅黑" panose="020B0503020204020204" pitchFamily="34" charset="-122"/>
            </a:endParaRPr>
          </a:p>
          <a:p>
            <a:r>
              <a:rPr lang="en-US" altLang="zh-CN" dirty="0">
                <a:sym typeface="+mn-ea"/>
              </a:rPr>
              <a:t>2. </a:t>
            </a:r>
            <a:r>
              <a:rPr lang="zh-CN" altLang="en-US" dirty="0">
                <a:sym typeface="+mn-ea"/>
              </a:rPr>
              <a:t>敏感数据大范围泄露</a:t>
            </a:r>
            <a:endParaRPr lang="zh-CN" altLang="en-US" dirty="0"/>
          </a:p>
          <a:p>
            <a:r>
              <a:rPr lang="en-US" altLang="zh-CN" dirty="0">
                <a:sym typeface="+mn-ea"/>
              </a:rPr>
              <a:t>SSO</a:t>
            </a:r>
            <a:r>
              <a:rPr lang="zh-CN" altLang="en-US" dirty="0">
                <a:sym typeface="+mn-ea"/>
              </a:rPr>
              <a:t>系统通常连接多个服务的用户数据接口，包括通信记录、照片、文件、支付信息等。一旦认证</a:t>
            </a:r>
            <a:r>
              <a:rPr lang="en-US" altLang="zh-CN" dirty="0">
                <a:sym typeface="+mn-ea"/>
              </a:rPr>
              <a:t>token</a:t>
            </a:r>
            <a:r>
              <a:rPr lang="zh-CN" altLang="en-US" dirty="0">
                <a:sym typeface="+mn-ea"/>
              </a:rPr>
              <a:t>被窃取，将导致多个平台上的隐私信息被大范围导出。</a:t>
            </a:r>
            <a:r>
              <a:rPr lang="en-US" altLang="zh-CN" dirty="0">
                <a:sym typeface="+mn-ea"/>
              </a:rPr>
              <a:t>OAuth 2.0 </a:t>
            </a:r>
            <a:r>
              <a:rPr lang="zh-CN" altLang="en-US" dirty="0">
                <a:sym typeface="+mn-ea"/>
              </a:rPr>
              <a:t>是最广泛部署的</a:t>
            </a:r>
            <a:r>
              <a:rPr lang="en-US" altLang="zh-CN" dirty="0">
                <a:sym typeface="+mn-ea"/>
              </a:rPr>
              <a:t>SSO</a:t>
            </a:r>
            <a:r>
              <a:rPr lang="zh-CN" altLang="en-US" dirty="0">
                <a:sym typeface="+mn-ea"/>
              </a:rPr>
              <a:t>授权协议框架之一</a:t>
            </a:r>
            <a:endParaRPr lang="zh-CN" altLang="en-US" dirty="0"/>
          </a:p>
          <a:p>
            <a:r>
              <a:rPr lang="en-US" altLang="zh-CN" dirty="0">
                <a:sym typeface="+mn-ea"/>
              </a:rPr>
              <a:t>3. </a:t>
            </a:r>
            <a:r>
              <a:rPr lang="zh-CN" altLang="en-US" dirty="0">
                <a:sym typeface="+mn-ea"/>
              </a:rPr>
              <a:t>信任链失效，系统级信任崩溃</a:t>
            </a:r>
            <a:endParaRPr lang="zh-CN" altLang="en-US" dirty="0"/>
          </a:p>
          <a:p>
            <a:r>
              <a:rPr lang="zh-CN" altLang="en-US" dirty="0">
                <a:sym typeface="+mn-ea"/>
              </a:rPr>
              <a:t>在多租户平台或大型组织中，</a:t>
            </a:r>
            <a:r>
              <a:rPr lang="en-US" altLang="zh-CN" dirty="0">
                <a:sym typeface="+mn-ea"/>
              </a:rPr>
              <a:t>SSO</a:t>
            </a:r>
            <a:r>
              <a:rPr lang="zh-CN" altLang="en-US" dirty="0">
                <a:sym typeface="+mn-ea"/>
              </a:rPr>
              <a:t>是一种身份信任链，攻击者若能操控该信任链，则可跨服务、跨角色发起攻击，最终造成系统性瘫痪或数据污染。</a:t>
            </a:r>
            <a:endParaRPr lang="zh-CN" altLang="en-US" dirty="0"/>
          </a:p>
          <a:p>
            <a:r>
              <a:rPr lang="en-US" altLang="zh-CN" dirty="0">
                <a:sym typeface="+mn-ea"/>
              </a:rPr>
              <a:t>SSO</a:t>
            </a:r>
            <a:r>
              <a:rPr lang="zh-CN" altLang="en-US" dirty="0">
                <a:sym typeface="+mn-ea"/>
              </a:rPr>
              <a:t>系统作为身份认证的</a:t>
            </a:r>
            <a:r>
              <a:rPr lang="en-US" altLang="zh-CN" dirty="0">
                <a:sym typeface="+mn-ea"/>
              </a:rPr>
              <a:t>“</a:t>
            </a:r>
            <a:r>
              <a:rPr lang="zh-CN" altLang="en-US" dirty="0">
                <a:sym typeface="+mn-ea"/>
              </a:rPr>
              <a:t>枢纽</a:t>
            </a:r>
            <a:r>
              <a:rPr lang="en-US" altLang="zh-CN" dirty="0">
                <a:sym typeface="+mn-ea"/>
              </a:rPr>
              <a:t>”</a:t>
            </a:r>
            <a:r>
              <a:rPr lang="zh-CN" altLang="en-US" dirty="0">
                <a:sym typeface="+mn-ea"/>
              </a:rPr>
              <a:t>，其安全性决定了所有接入系统的安全边界。一旦</a:t>
            </a:r>
            <a:r>
              <a:rPr lang="en-US" altLang="zh-CN" dirty="0">
                <a:sym typeface="+mn-ea"/>
              </a:rPr>
              <a:t>SSO</a:t>
            </a:r>
            <a:r>
              <a:rPr lang="zh-CN" altLang="en-US" dirty="0">
                <a:sym typeface="+mn-ea"/>
              </a:rPr>
              <a:t>系统遭遇安全问题，其风险是可扩散、可复用、可链式放大的，意味着：</a:t>
            </a:r>
            <a:endParaRPr lang="zh-CN" altLang="en-US" dirty="0"/>
          </a:p>
          <a:p>
            <a:r>
              <a:rPr lang="zh-CN" altLang="en-US" dirty="0">
                <a:sym typeface="+mn-ea"/>
              </a:rPr>
              <a:t>一处失守，多系统沦陷；攻击者可通过</a:t>
            </a:r>
            <a:r>
              <a:rPr lang="en-US" altLang="zh-CN" dirty="0">
                <a:sym typeface="+mn-ea"/>
              </a:rPr>
              <a:t>SSO</a:t>
            </a:r>
            <a:r>
              <a:rPr lang="zh-CN" altLang="en-US" dirty="0">
                <a:sym typeface="+mn-ea"/>
              </a:rPr>
              <a:t>系统进入企业或用户所有服务；恶意行为难以被单点阻断。</a:t>
            </a:r>
            <a:endParaRPr lang="zh-CN" altLang="en-US" dirty="0"/>
          </a:p>
          <a:p>
            <a:r>
              <a:rPr lang="en-US" altLang="zh-CN" dirty="0">
                <a:sym typeface="+mn-ea"/>
              </a:rPr>
              <a:t>SSO</a:t>
            </a:r>
            <a:r>
              <a:rPr lang="zh-CN" altLang="en-US" dirty="0">
                <a:sym typeface="+mn-ea"/>
              </a:rPr>
              <a:t>安全分析工作并非只是</a:t>
            </a:r>
            <a:r>
              <a:rPr lang="en-US" altLang="zh-CN" dirty="0">
                <a:sym typeface="+mn-ea"/>
              </a:rPr>
              <a:t>“</a:t>
            </a:r>
            <a:r>
              <a:rPr lang="zh-CN" altLang="en-US" dirty="0">
                <a:sym typeface="+mn-ea"/>
              </a:rPr>
              <a:t>漏洞挖掘</a:t>
            </a:r>
            <a:r>
              <a:rPr lang="en-US" altLang="zh-CN" dirty="0">
                <a:sym typeface="+mn-ea"/>
              </a:rPr>
              <a:t>”</a:t>
            </a:r>
            <a:r>
              <a:rPr lang="zh-CN" altLang="en-US" dirty="0">
                <a:sym typeface="+mn-ea"/>
              </a:rPr>
              <a:t>，而是一种对集中身份管理系统的系统性、结构性风险治理活动。它的意义在于：</a:t>
            </a:r>
            <a:endParaRPr lang="en-US" altLang="zh-CN" dirty="0"/>
          </a:p>
          <a:p>
            <a:r>
              <a:rPr lang="zh-CN" altLang="en-US" dirty="0">
                <a:sym typeface="+mn-ea"/>
              </a:rPr>
              <a:t>保护海量用户的数字身份安全；</a:t>
            </a:r>
            <a:endParaRPr lang="en-US" altLang="zh-CN" dirty="0"/>
          </a:p>
          <a:p>
            <a:r>
              <a:rPr lang="zh-CN" altLang="en-US" dirty="0">
                <a:sym typeface="+mn-ea"/>
              </a:rPr>
              <a:t>防止跨系统权限滥用和数据串通；</a:t>
            </a:r>
            <a:endParaRPr lang="en-US" altLang="zh-CN" dirty="0"/>
          </a:p>
          <a:p>
            <a:r>
              <a:rPr lang="zh-CN" altLang="en-US" dirty="0">
                <a:sym typeface="+mn-ea"/>
              </a:rPr>
              <a:t>提升整个社会数字基础设施的信任与韧性。</a:t>
            </a:r>
            <a:endParaRPr lang="zh-CN" altLang="en-US" dirty="0"/>
          </a:p>
        </p:txBody>
      </p:sp>
      <p:sp>
        <p:nvSpPr>
          <p:cNvPr id="4" name="灯片编号占位符 3"/>
          <p:cNvSpPr>
            <a:spLocks noGrp="1"/>
          </p:cNvSpPr>
          <p:nvPr>
            <p:ph type="sldNum" sz="quarter" idx="10"/>
          </p:nvPr>
        </p:nvSpPr>
        <p:spPr/>
        <p:txBody>
          <a:bodyPr/>
          <a:lstStyle/>
          <a:p>
            <a:fld id="{A11FC198-2D83-4DFC-8CDD-7D23AF44D411}" type="slidenum">
              <a:rPr lang="zh-CN" altLang="en-US" smtClean="0"/>
            </a:fld>
            <a:endParaRPr lang="zh-CN" alt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Rot="1" noChangeAspect="1" noChangeArrowheads="1" noTextEdit="1"/>
          </p:cNvSpPr>
          <p:nvPr>
            <p:ph type="sldImg"/>
          </p:nvPr>
        </p:nvSpPr>
        <p:spPr/>
      </p:sp>
      <p:sp>
        <p:nvSpPr>
          <p:cNvPr id="21506" name="Rectangle 3"/>
          <p:cNvSpPr>
            <a:spLocks noGrp="1" noChangeArrowheads="1"/>
          </p:cNvSpPr>
          <p:nvPr>
            <p:ph type="body" idx="1"/>
          </p:nvPr>
        </p:nvSpPr>
        <p:spPr>
          <a:noFill/>
        </p:spPr>
        <p:txBody>
          <a:bodyPr/>
          <a:lstStyle/>
          <a:p>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介绍原因，是参数实现不严谨，实现存在有问题</a:t>
            </a:r>
            <a:endParaRPr lang="zh-CN" altLang="en-US"/>
          </a:p>
        </p:txBody>
      </p:sp>
      <p:sp>
        <p:nvSpPr>
          <p:cNvPr id="4" name="灯片编号占位符 3"/>
          <p:cNvSpPr>
            <a:spLocks noGrp="1"/>
          </p:cNvSpPr>
          <p:nvPr>
            <p:ph type="sldNum" sz="quarter" idx="10"/>
          </p:nvPr>
        </p:nvSpPr>
        <p:spPr/>
        <p:txBody>
          <a:bodyPr/>
          <a:lstStyle/>
          <a:p>
            <a:fld id="{A8537CBA-0E44-4282-A4F0-C3BCC1A4C2D1}"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早期的对</a:t>
            </a:r>
            <a:r>
              <a:rPr lang="en-US" altLang="zh-CN"/>
              <a:t>SSO</a:t>
            </a:r>
            <a:r>
              <a:rPr lang="zh-CN" altLang="en-US"/>
              <a:t>系统的安全性研究主要依靠人工方法来评估有限数量的</a:t>
            </a:r>
            <a:r>
              <a:rPr lang="en-US" altLang="zh-CN"/>
              <a:t>SPs</a:t>
            </a:r>
            <a:r>
              <a:rPr lang="zh-CN" altLang="en-US"/>
              <a:t>和</a:t>
            </a:r>
            <a:r>
              <a:rPr lang="en-US" altLang="zh-CN"/>
              <a:t>IdPs</a:t>
            </a:r>
            <a:r>
              <a:rPr lang="zh-CN" altLang="en-US"/>
              <a:t>。随着</a:t>
            </a:r>
            <a:r>
              <a:rPr lang="en-US" altLang="zh-CN"/>
              <a:t> OAuth </a:t>
            </a:r>
            <a:r>
              <a:rPr lang="zh-CN" altLang="en-US"/>
              <a:t>和</a:t>
            </a:r>
            <a:r>
              <a:rPr lang="en-US" altLang="zh-CN"/>
              <a:t> OpenID Connect </a:t>
            </a:r>
            <a:r>
              <a:rPr lang="zh-CN" altLang="en-US"/>
              <a:t>在</a:t>
            </a:r>
            <a:r>
              <a:rPr lang="en-US" altLang="zh-CN"/>
              <a:t> Web </a:t>
            </a:r>
            <a:r>
              <a:rPr lang="zh-CN" altLang="en-US"/>
              <a:t>应用中的广泛部署，研究者开发了多种自动化工具以评估单点登录（</a:t>
            </a:r>
            <a:r>
              <a:rPr lang="en-US" altLang="zh-CN"/>
              <a:t>SSO</a:t>
            </a:r>
            <a:r>
              <a:rPr lang="zh-CN" altLang="en-US"/>
              <a:t>）机制的安全性。</a:t>
            </a:r>
            <a:endParaRPr lang="zh-CN" altLang="en-US"/>
          </a:p>
          <a:p>
            <a:endParaRPr lang="zh-CN" altLang="en-US"/>
          </a:p>
          <a:p>
            <a:r>
              <a:rPr lang="zh-CN" altLang="en-US"/>
              <a:t>检测出有单点登录模块</a:t>
            </a:r>
            <a:r>
              <a:rPr lang="en-US" altLang="zh-CN"/>
              <a:t>--</a:t>
            </a:r>
            <a:r>
              <a:rPr lang="zh-CN" altLang="en-US"/>
              <a:t>使用模块</a:t>
            </a:r>
            <a:r>
              <a:rPr lang="en-US" altLang="zh-CN"/>
              <a:t>--</a:t>
            </a:r>
            <a:r>
              <a:rPr lang="zh-CN" altLang="en-US"/>
              <a:t>检测漏洞</a:t>
            </a:r>
            <a:endParaRPr lang="zh-CN" altLang="en-US"/>
          </a:p>
        </p:txBody>
      </p:sp>
      <p:sp>
        <p:nvSpPr>
          <p:cNvPr id="4" name="灯片编号占位符 3"/>
          <p:cNvSpPr>
            <a:spLocks noGrp="1"/>
          </p:cNvSpPr>
          <p:nvPr>
            <p:ph type="sldNum" sz="quarter" idx="10"/>
          </p:nvPr>
        </p:nvSpPr>
        <p:spPr/>
        <p:txBody>
          <a:bodyPr/>
          <a:lstStyle/>
          <a:p>
            <a:fld id="{A11FC198-2D83-4DFC-8CDD-7D23AF44D411}" type="slidenum">
              <a:rPr lang="zh-CN" altLang="en-US" smtClean="0"/>
            </a:fld>
            <a:endParaRPr lang="zh-CN" altLang="en-US"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Rot="1" noChangeAspect="1" noChangeArrowheads="1" noTextEdit="1"/>
          </p:cNvSpPr>
          <p:nvPr>
            <p:ph type="sldImg"/>
          </p:nvPr>
        </p:nvSpPr>
        <p:spPr/>
      </p:sp>
      <p:sp>
        <p:nvSpPr>
          <p:cNvPr id="21506" name="Rectangle 3"/>
          <p:cNvSpPr>
            <a:spLocks noGrp="1" noChangeArrowheads="1"/>
          </p:cNvSpPr>
          <p:nvPr>
            <p:ph type="body" idx="1"/>
          </p:nvPr>
        </p:nvSpPr>
        <p:spPr>
          <a:noFill/>
        </p:spPr>
        <p:txBody>
          <a:bodyPr/>
          <a:lstStyle/>
          <a:p>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a:t> \item </a:t>
            </a:r>
            <a:r>
              <a:rPr lang="zh-CN" altLang="en-US"/>
              <a:t>重定向</a:t>
            </a:r>
            <a:r>
              <a:rPr lang="en-US" altLang="zh-CN"/>
              <a:t>URI</a:t>
            </a:r>
            <a:r>
              <a:rPr lang="zh-CN" altLang="en-US"/>
              <a:t>攻击风险：基于授权码模式和开放重定向漏洞，研究将授权码发送到风险端点且保持未被使用状态的方式。</a:t>
            </a:r>
            <a:r>
              <a:rPr lang="en-US" altLang="zh-CN"/>
              <a:t>    </a:t>
            </a:r>
            <a:endParaRPr lang="en-US" altLang="zh-CN"/>
          </a:p>
          <a:p>
            <a:r>
              <a:rPr lang="en-US" altLang="zh-CN"/>
              <a:t>    \item </a:t>
            </a:r>
            <a:r>
              <a:rPr lang="zh-CN" altLang="en-US"/>
              <a:t>授权码泄露攻击风险：基于</a:t>
            </a:r>
            <a:r>
              <a:rPr lang="en-US" altLang="zh-CN"/>
              <a:t>CSRF</a:t>
            </a:r>
            <a:r>
              <a:rPr lang="zh-CN" altLang="en-US"/>
              <a:t>和服务器内存泄漏，针对</a:t>
            </a:r>
            <a:r>
              <a:rPr lang="en-US" altLang="zh-CN"/>
              <a:t>PKCE</a:t>
            </a:r>
            <a:r>
              <a:rPr lang="zh-CN" altLang="en-US"/>
              <a:t>机制或机密客户端</a:t>
            </a:r>
            <a:r>
              <a:rPr lang="en-US" altLang="zh-CN"/>
              <a:t>secret</a:t>
            </a:r>
            <a:r>
              <a:rPr lang="zh-CN" altLang="en-US"/>
              <a:t>保护，研究版本降级或绕过安全机制的方式，使得敌手拿到授权码可以登录受害者账户。</a:t>
            </a:r>
            <a:endParaRPr lang="zh-CN" altLang="en-US"/>
          </a:p>
          <a:p>
            <a:r>
              <a:rPr lang="en-US" altLang="zh-CN"/>
              <a:t>    \item </a:t>
            </a:r>
            <a:r>
              <a:rPr lang="zh-CN" altLang="en-US"/>
              <a:t>针对提出的新的安全风险，研究避免此类风险或保护相关关键参数的方式。</a:t>
            </a:r>
            <a:endParaRPr lang="zh-CN" altLang="en-US"/>
          </a:p>
          <a:p>
            <a:r>
              <a:rPr lang="en-US" altLang="zh-CN"/>
              <a:t>    \item SSO</a:t>
            </a:r>
            <a:r>
              <a:rPr lang="zh-CN" altLang="en-US"/>
              <a:t>系统安全检测：对国内常用</a:t>
            </a:r>
            <a:r>
              <a:rPr lang="en-US" altLang="zh-CN"/>
              <a:t>SSO</a:t>
            </a:r>
            <a:r>
              <a:rPr lang="zh-CN" altLang="en-US"/>
              <a:t>站点进行黑盒测试，针对端口转发消息中是否安全实现关键参数，评估存在的安全风险，形成评估报告。</a:t>
            </a:r>
            <a:endParaRPr lang="zh-CN" altLang="en-US"/>
          </a:p>
        </p:txBody>
      </p:sp>
      <p:sp>
        <p:nvSpPr>
          <p:cNvPr id="4" name="灯片编号占位符 3"/>
          <p:cNvSpPr>
            <a:spLocks noGrp="1"/>
          </p:cNvSpPr>
          <p:nvPr>
            <p:ph type="sldNum" sz="quarter" idx="10"/>
          </p:nvPr>
        </p:nvSpPr>
        <p:spPr/>
        <p:txBody>
          <a:bodyPr/>
          <a:lstStyle/>
          <a:p>
            <a:fld id="{A8537CBA-0E44-4282-A4F0-C3BCC1A4C2D1}"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Rot="1" noChangeAspect="1" noChangeArrowheads="1" noTextEdit="1"/>
          </p:cNvSpPr>
          <p:nvPr>
            <p:ph type="sldImg"/>
          </p:nvPr>
        </p:nvSpPr>
        <p:spPr/>
      </p:sp>
      <p:sp>
        <p:nvSpPr>
          <p:cNvPr id="21506" name="Rectangle 3"/>
          <p:cNvSpPr>
            <a:spLocks noGrp="1" noChangeArrowheads="1"/>
          </p:cNvSpPr>
          <p:nvPr>
            <p:ph type="body" idx="1"/>
          </p:nvPr>
        </p:nvSpPr>
        <p:spPr>
          <a:noFill/>
        </p:spPr>
        <p:txBody>
          <a:bodyPr/>
          <a:lstStyle/>
          <a:p>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8537CBA-0E44-4282-A4F0-C3BCC1A4C2D1}"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8537CBA-0E44-4282-A4F0-C3BCC1A4C2D1}" type="slidenum">
              <a:rPr lang="zh-CN" altLang="en-US" smtClean="0"/>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solidFill>
                  <a:schemeClr val="tx1">
                    <a:lumMod val="65000"/>
                    <a:lumOff val="35000"/>
                  </a:schemeClr>
                </a:solidFill>
                <a:latin typeface="微软雅黑" panose="020B0503020204020204" pitchFamily="34" charset="-122"/>
                <a:ea typeface="微软雅黑" panose="020B0503020204020204" pitchFamily="34" charset="-122"/>
                <a:sym typeface="+mn-ea"/>
              </a:rPr>
              <a:t>可利用已有真实配置样例（</a:t>
            </a:r>
            <a:r>
              <a:rPr lang="en-US" altLang="zh-CN" dirty="0">
                <a:solidFill>
                  <a:schemeClr val="tx1">
                    <a:lumMod val="65000"/>
                    <a:lumOff val="35000"/>
                  </a:schemeClr>
                </a:solidFill>
                <a:latin typeface="微软雅黑" panose="020B0503020204020204" pitchFamily="34" charset="-122"/>
                <a:ea typeface="微软雅黑" panose="020B0503020204020204" pitchFamily="34" charset="-122"/>
                <a:sym typeface="+mn-ea"/>
              </a:rPr>
              <a:t>GitHub</a:t>
            </a:r>
            <a:r>
              <a:rPr lang="zh-CN" altLang="en-US" dirty="0">
                <a:solidFill>
                  <a:schemeClr val="tx1">
                    <a:lumMod val="65000"/>
                    <a:lumOff val="35000"/>
                  </a:schemeClr>
                </a:solidFill>
                <a:latin typeface="微软雅黑" panose="020B0503020204020204" pitchFamily="34" charset="-122"/>
                <a:ea typeface="微软雅黑" panose="020B0503020204020204" pitchFamily="34" charset="-122"/>
                <a:sym typeface="+mn-ea"/>
              </a:rPr>
              <a:t>、</a:t>
            </a:r>
            <a:r>
              <a:rPr lang="en-US" altLang="zh-CN" dirty="0">
                <a:solidFill>
                  <a:schemeClr val="tx1">
                    <a:lumMod val="65000"/>
                    <a:lumOff val="35000"/>
                  </a:schemeClr>
                </a:solidFill>
                <a:latin typeface="微软雅黑" panose="020B0503020204020204" pitchFamily="34" charset="-122"/>
                <a:ea typeface="微软雅黑" panose="020B0503020204020204" pitchFamily="34" charset="-122"/>
                <a:sym typeface="+mn-ea"/>
              </a:rPr>
              <a:t>Google </a:t>
            </a:r>
            <a:r>
              <a:rPr lang="zh-CN" altLang="en-US" dirty="0">
                <a:solidFill>
                  <a:schemeClr val="tx1">
                    <a:lumMod val="65000"/>
                    <a:lumOff val="35000"/>
                  </a:schemeClr>
                </a:solidFill>
                <a:latin typeface="微软雅黑" panose="020B0503020204020204" pitchFamily="34" charset="-122"/>
                <a:ea typeface="微软雅黑" panose="020B0503020204020204" pitchFamily="34" charset="-122"/>
                <a:sym typeface="+mn-ea"/>
              </a:rPr>
              <a:t>等</a:t>
            </a:r>
            <a:r>
              <a:rPr lang="en-US" altLang="zh-CN" dirty="0">
                <a:solidFill>
                  <a:schemeClr val="tx1">
                    <a:lumMod val="65000"/>
                    <a:lumOff val="35000"/>
                  </a:schemeClr>
                </a:solidFill>
                <a:latin typeface="微软雅黑" panose="020B0503020204020204" pitchFamily="34" charset="-122"/>
                <a:ea typeface="微软雅黑" panose="020B0503020204020204" pitchFamily="34" charset="-122"/>
                <a:sym typeface="+mn-ea"/>
              </a:rPr>
              <a:t> OAuth </a:t>
            </a:r>
            <a:r>
              <a:rPr lang="zh-CN" altLang="en-US" dirty="0">
                <a:solidFill>
                  <a:schemeClr val="tx1">
                    <a:lumMod val="65000"/>
                    <a:lumOff val="35000"/>
                  </a:schemeClr>
                </a:solidFill>
                <a:latin typeface="微软雅黑" panose="020B0503020204020204" pitchFamily="34" charset="-122"/>
                <a:ea typeface="微软雅黑" panose="020B0503020204020204" pitchFamily="34" charset="-122"/>
                <a:sym typeface="+mn-ea"/>
              </a:rPr>
              <a:t>流程）复现部分场景，也可自建服务端模拟细粒度条件（例如绕过</a:t>
            </a:r>
            <a:r>
              <a:rPr lang="en-US" altLang="zh-CN" dirty="0">
                <a:solidFill>
                  <a:schemeClr val="tx1">
                    <a:lumMod val="65000"/>
                    <a:lumOff val="35000"/>
                  </a:schemeClr>
                </a:solidFill>
                <a:latin typeface="微软雅黑" panose="020B0503020204020204" pitchFamily="34" charset="-122"/>
                <a:ea typeface="微软雅黑" panose="020B0503020204020204" pitchFamily="34" charset="-122"/>
                <a:sym typeface="+mn-ea"/>
              </a:rPr>
              <a:t> PKCE </a:t>
            </a:r>
            <a:r>
              <a:rPr lang="zh-CN" altLang="en-US" dirty="0">
                <a:solidFill>
                  <a:schemeClr val="tx1">
                    <a:lumMod val="65000"/>
                    <a:lumOff val="35000"/>
                  </a:schemeClr>
                </a:solidFill>
                <a:latin typeface="微软雅黑" panose="020B0503020204020204" pitchFamily="34" charset="-122"/>
                <a:ea typeface="微软雅黑" panose="020B0503020204020204" pitchFamily="34" charset="-122"/>
                <a:sym typeface="+mn-ea"/>
              </a:rPr>
              <a:t>校验的旧版配置）。现有如</a:t>
            </a:r>
            <a:r>
              <a:rPr lang="en-US" altLang="zh-CN" dirty="0">
                <a:solidFill>
                  <a:schemeClr val="tx1">
                    <a:lumMod val="65000"/>
                    <a:lumOff val="35000"/>
                  </a:schemeClr>
                </a:solidFill>
                <a:latin typeface="微软雅黑" panose="020B0503020204020204" pitchFamily="34" charset="-122"/>
                <a:ea typeface="微软雅黑" panose="020B0503020204020204" pitchFamily="34" charset="-122"/>
                <a:sym typeface="+mn-ea"/>
              </a:rPr>
              <a:t> Keycloak</a:t>
            </a:r>
            <a:r>
              <a:rPr lang="zh-CN" altLang="en-US" dirty="0">
                <a:solidFill>
                  <a:schemeClr val="tx1">
                    <a:lumMod val="65000"/>
                    <a:lumOff val="35000"/>
                  </a:schemeClr>
                </a:solidFill>
                <a:latin typeface="微软雅黑" panose="020B0503020204020204" pitchFamily="34" charset="-122"/>
                <a:ea typeface="微软雅黑" panose="020B0503020204020204" pitchFamily="34" charset="-122"/>
                <a:sym typeface="+mn-ea"/>
              </a:rPr>
              <a:t>、</a:t>
            </a:r>
            <a:r>
              <a:rPr lang="en-US" altLang="zh-CN" dirty="0">
                <a:solidFill>
                  <a:schemeClr val="tx1">
                    <a:lumMod val="65000"/>
                    <a:lumOff val="35000"/>
                  </a:schemeClr>
                </a:solidFill>
                <a:latin typeface="微软雅黑" panose="020B0503020204020204" pitchFamily="34" charset="-122"/>
                <a:ea typeface="微软雅黑" panose="020B0503020204020204" pitchFamily="34" charset="-122"/>
                <a:sym typeface="+mn-ea"/>
              </a:rPr>
              <a:t>Hydra</a:t>
            </a:r>
            <a:r>
              <a:rPr lang="zh-CN" altLang="en-US" dirty="0">
                <a:solidFill>
                  <a:schemeClr val="tx1">
                    <a:lumMod val="65000"/>
                    <a:lumOff val="35000"/>
                  </a:schemeClr>
                </a:solidFill>
                <a:latin typeface="微软雅黑" panose="020B0503020204020204" pitchFamily="34" charset="-122"/>
                <a:ea typeface="微软雅黑" panose="020B0503020204020204" pitchFamily="34" charset="-122"/>
                <a:sym typeface="+mn-ea"/>
              </a:rPr>
              <a:t>、</a:t>
            </a:r>
            <a:r>
              <a:rPr lang="en-US" altLang="zh-CN" dirty="0">
                <a:solidFill>
                  <a:schemeClr val="tx1">
                    <a:lumMod val="65000"/>
                    <a:lumOff val="35000"/>
                  </a:schemeClr>
                </a:solidFill>
                <a:latin typeface="微软雅黑" panose="020B0503020204020204" pitchFamily="34" charset="-122"/>
                <a:ea typeface="微软雅黑" panose="020B0503020204020204" pitchFamily="34" charset="-122"/>
                <a:sym typeface="+mn-ea"/>
              </a:rPr>
              <a:t>Dex </a:t>
            </a:r>
            <a:r>
              <a:rPr lang="zh-CN" altLang="en-US" dirty="0">
                <a:solidFill>
                  <a:schemeClr val="tx1">
                    <a:lumMod val="65000"/>
                    <a:lumOff val="35000"/>
                  </a:schemeClr>
                </a:solidFill>
                <a:latin typeface="微软雅黑" panose="020B0503020204020204" pitchFamily="34" charset="-122"/>
                <a:ea typeface="微软雅黑" panose="020B0503020204020204" pitchFamily="34" charset="-122"/>
                <a:sym typeface="+mn-ea"/>
              </a:rPr>
              <a:t>等开源</a:t>
            </a:r>
            <a:r>
              <a:rPr lang="en-US" altLang="zh-CN" dirty="0">
                <a:solidFill>
                  <a:schemeClr val="tx1">
                    <a:lumMod val="65000"/>
                    <a:lumOff val="35000"/>
                  </a:schemeClr>
                </a:solidFill>
                <a:latin typeface="微软雅黑" panose="020B0503020204020204" pitchFamily="34" charset="-122"/>
                <a:ea typeface="微软雅黑" panose="020B0503020204020204" pitchFamily="34" charset="-122"/>
                <a:sym typeface="+mn-ea"/>
              </a:rPr>
              <a:t> OAuth </a:t>
            </a:r>
            <a:r>
              <a:rPr lang="zh-CN" altLang="en-US" dirty="0">
                <a:solidFill>
                  <a:schemeClr val="tx1">
                    <a:lumMod val="65000"/>
                    <a:lumOff val="35000"/>
                  </a:schemeClr>
                </a:solidFill>
                <a:latin typeface="微软雅黑" panose="020B0503020204020204" pitchFamily="34" charset="-122"/>
                <a:ea typeface="微软雅黑" panose="020B0503020204020204" pitchFamily="34" charset="-122"/>
                <a:sym typeface="+mn-ea"/>
              </a:rPr>
              <a:t>实现均可作为服务端部署对象，支持自定义</a:t>
            </a:r>
            <a:r>
              <a:rPr lang="en-US" altLang="zh-CN" dirty="0">
                <a:solidFill>
                  <a:schemeClr val="tx1">
                    <a:lumMod val="65000"/>
                    <a:lumOff val="35000"/>
                  </a:schemeClr>
                </a:solidFill>
                <a:latin typeface="微软雅黑" panose="020B0503020204020204" pitchFamily="34" charset="-122"/>
                <a:ea typeface="微软雅黑" panose="020B0503020204020204" pitchFamily="34" charset="-122"/>
                <a:sym typeface="+mn-ea"/>
              </a:rPr>
              <a:t> client </a:t>
            </a:r>
            <a:r>
              <a:rPr lang="zh-CN" altLang="en-US" dirty="0">
                <a:solidFill>
                  <a:schemeClr val="tx1">
                    <a:lumMod val="65000"/>
                    <a:lumOff val="35000"/>
                  </a:schemeClr>
                </a:solidFill>
                <a:latin typeface="微软雅黑" panose="020B0503020204020204" pitchFamily="34" charset="-122"/>
                <a:ea typeface="微软雅黑" panose="020B0503020204020204" pitchFamily="34" charset="-122"/>
                <a:sym typeface="+mn-ea"/>
              </a:rPr>
              <a:t>注册与参数配置，方便构造不同测试用例。</a:t>
            </a:r>
            <a:endParaRPr lang="zh-CN" altLang="en-US" dirty="0">
              <a:solidFill>
                <a:schemeClr val="tx1">
                  <a:lumMod val="65000"/>
                  <a:lumOff val="35000"/>
                </a:schemeClr>
              </a:solidFill>
              <a:latin typeface="微软雅黑" panose="020B0503020204020204" pitchFamily="34" charset="-122"/>
              <a:ea typeface="微软雅黑" panose="020B0503020204020204" pitchFamily="34" charset="-122"/>
            </a:endParaRPr>
          </a:p>
          <a:p>
            <a:endParaRPr lang="zh-CN" altLang="en-US"/>
          </a:p>
        </p:txBody>
      </p:sp>
      <p:sp>
        <p:nvSpPr>
          <p:cNvPr id="4" name="灯片编号占位符 3"/>
          <p:cNvSpPr>
            <a:spLocks noGrp="1"/>
          </p:cNvSpPr>
          <p:nvPr>
            <p:ph type="sldNum" sz="quarter" idx="10"/>
          </p:nvPr>
        </p:nvSpPr>
        <p:spPr/>
        <p:txBody>
          <a:bodyPr/>
          <a:lstStyle/>
          <a:p>
            <a:fld id="{A8537CBA-0E44-4282-A4F0-C3BCC1A4C2D1}" type="slidenum">
              <a:rPr lang="zh-CN" altLang="en-US" smtClean="0"/>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8537CBA-0E44-4282-A4F0-C3BCC1A4C2D1}" type="slidenum">
              <a:rPr lang="zh-CN" altLang="en-US" smtClean="0"/>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Rot="1" noChangeAspect="1" noChangeArrowheads="1" noTextEdit="1"/>
          </p:cNvSpPr>
          <p:nvPr>
            <p:ph type="sldImg"/>
          </p:nvPr>
        </p:nvSpPr>
        <p:spPr/>
      </p:sp>
      <p:sp>
        <p:nvSpPr>
          <p:cNvPr id="21506" name="Rectangle 3"/>
          <p:cNvSpPr>
            <a:spLocks noGrp="1" noChangeArrowheads="1"/>
          </p:cNvSpPr>
          <p:nvPr>
            <p:ph type="body" idx="1"/>
          </p:nvPr>
        </p:nvSpPr>
        <p:spPr>
          <a:noFill/>
        </p:spPr>
        <p:txBody>
          <a:bodyPr/>
          <a:lstStyle/>
          <a:p>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8537CBA-0E44-4282-A4F0-C3BCC1A4C2D1}" type="slidenum">
              <a:rPr lang="zh-CN" altLang="en-US" smtClean="0"/>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8537CBA-0E44-4282-A4F0-C3BCC1A4C2D1}" type="slidenum">
              <a:rPr lang="zh-CN" altLang="en-US" smtClean="0"/>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8537CBA-0E44-4282-A4F0-C3BCC1A4C2D1}" type="slidenum">
              <a:rPr lang="zh-CN" altLang="en-US" smtClean="0"/>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8537CBA-0E44-4282-A4F0-C3BCC1A4C2D1}" type="slidenum">
              <a:rPr lang="zh-CN" altLang="en-US" smtClean="0"/>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8537CBA-0E44-4282-A4F0-C3BCC1A4C2D1}"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7819"/>
            <a:ext cx="7772400" cy="1102519"/>
          </a:xfrm>
        </p:spPr>
        <p:txBody>
          <a:bodyPr/>
          <a:lstStyle/>
          <a:p>
            <a:r>
              <a:rPr lang="zh-CN" altLang="en-US"/>
              <a:t>单击此处编辑母版标题样式</a:t>
            </a:r>
            <a:endParaRPr lang="zh-CN" altLang="en-US"/>
          </a:p>
        </p:txBody>
      </p:sp>
      <p:sp>
        <p:nvSpPr>
          <p:cNvPr id="3" name="副标题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B6729481-F56E-4915-B271-F2E0B2C5AF72}"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11394FF-90D5-437E-BC53-F12E581A668D}" type="slidenum">
              <a:rPr lang="zh-CN" altLang="en-US" smtClean="0"/>
            </a:fld>
            <a:endParaRPr lang="zh-CN" altLang="en-US"/>
          </a:p>
        </p:txBody>
      </p:sp>
    </p:spTree>
  </p:cSld>
  <p:clrMapOvr>
    <a:masterClrMapping/>
  </p:clrMapOvr>
  <p:transition spd="slow" advClick="0" advTm="0">
    <p:push dir="u"/>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B6729481-F56E-4915-B271-F2E0B2C5AF72}"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11394FF-90D5-437E-BC53-F12E581A668D}" type="slidenum">
              <a:rPr lang="zh-CN" altLang="en-US" smtClean="0"/>
            </a:fld>
            <a:endParaRPr lang="zh-CN" altLang="en-US"/>
          </a:p>
        </p:txBody>
      </p:sp>
    </p:spTree>
  </p:cSld>
  <p:clrMapOvr>
    <a:masterClrMapping/>
  </p:clrMapOvr>
  <p:transition spd="slow" advClick="0" advTm="0">
    <p:push dir="u"/>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6"/>
            <a:ext cx="7772400" cy="1021556"/>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B6729481-F56E-4915-B271-F2E0B2C5AF72}"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11394FF-90D5-437E-BC53-F12E581A668D}" type="slidenum">
              <a:rPr lang="zh-CN" altLang="en-US" smtClean="0"/>
            </a:fld>
            <a:endParaRPr lang="zh-CN" altLang="en-US"/>
          </a:p>
        </p:txBody>
      </p:sp>
    </p:spTree>
  </p:cSld>
  <p:clrMapOvr>
    <a:masterClrMapping/>
  </p:clrMapOvr>
  <p:transition spd="slow" advClick="0" advTm="0">
    <p:push dir="u"/>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457200" y="900113"/>
            <a:ext cx="4038600" cy="254555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48200" y="900113"/>
            <a:ext cx="4038600" cy="254555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fld id="{B6729481-F56E-4915-B271-F2E0B2C5AF72}"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911394FF-90D5-437E-BC53-F12E581A668D}" type="slidenum">
              <a:rPr lang="zh-CN" altLang="en-US" smtClean="0"/>
            </a:fld>
            <a:endParaRPr lang="zh-CN" altLang="en-US"/>
          </a:p>
        </p:txBody>
      </p:sp>
    </p:spTree>
  </p:cSld>
  <p:clrMapOvr>
    <a:masterClrMapping/>
  </p:clrMapOvr>
  <p:transition spd="slow" advClick="0" advTm="0">
    <p:push dir="u"/>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8"/>
            <a:ext cx="8229600" cy="85725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6"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6"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B6729481-F56E-4915-B271-F2E0B2C5AF72}"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911394FF-90D5-437E-BC53-F12E581A668D}" type="slidenum">
              <a:rPr lang="zh-CN" altLang="en-US" smtClean="0"/>
            </a:fld>
            <a:endParaRPr lang="zh-CN" altLang="en-US"/>
          </a:p>
        </p:txBody>
      </p:sp>
    </p:spTree>
  </p:cSld>
  <p:clrMapOvr>
    <a:masterClrMapping/>
  </p:clrMapOvr>
  <p:transition spd="slow" advClick="0" advTm="0">
    <p:push dir="u"/>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B6729481-F56E-4915-B271-F2E0B2C5AF72}"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911394FF-90D5-437E-BC53-F12E581A668D}" type="slidenum">
              <a:rPr lang="zh-CN" altLang="en-US" smtClean="0"/>
            </a:fld>
            <a:endParaRPr lang="zh-CN" altLang="en-US"/>
          </a:p>
        </p:txBody>
      </p:sp>
    </p:spTree>
  </p:cSld>
  <p:clrMapOvr>
    <a:masterClrMapping/>
  </p:clrMapOvr>
  <p:transition spd="slow" advClick="0" advTm="0">
    <p:push dir="u"/>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B6729481-F56E-4915-B271-F2E0B2C5AF72}"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911394FF-90D5-437E-BC53-F12E581A668D}" type="slidenum">
              <a:rPr lang="zh-CN" altLang="en-US" smtClean="0"/>
            </a:fld>
            <a:endParaRPr lang="zh-CN" altLang="en-US"/>
          </a:p>
        </p:txBody>
      </p:sp>
    </p:spTree>
  </p:cSld>
  <p:clrMapOvr>
    <a:masterClrMapping/>
  </p:clrMapOvr>
  <p:transition spd="slow" advClick="0" advTm="0">
    <p:push dir="u"/>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1" y="204787"/>
            <a:ext cx="3008313" cy="871538"/>
          </a:xfr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B6729481-F56E-4915-B271-F2E0B2C5AF72}"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911394FF-90D5-437E-BC53-F12E581A668D}" type="slidenum">
              <a:rPr lang="zh-CN" altLang="en-US" smtClean="0"/>
            </a:fld>
            <a:endParaRPr lang="zh-CN" altLang="en-US"/>
          </a:p>
        </p:txBody>
      </p:sp>
    </p:spTree>
  </p:cSld>
  <p:clrMapOvr>
    <a:masterClrMapping/>
  </p:clrMapOvr>
  <p:transition spd="slow" advClick="0" advTm="0">
    <p:push dir="u"/>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0"/>
            <a:ext cx="5486400" cy="425054"/>
          </a:xfr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B6729481-F56E-4915-B271-F2E0B2C5AF72}"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911394FF-90D5-437E-BC53-F12E581A668D}" type="slidenum">
              <a:rPr lang="zh-CN" altLang="en-US" smtClean="0"/>
            </a:fld>
            <a:endParaRPr lang="zh-CN" altLang="en-US"/>
          </a:p>
        </p:txBody>
      </p:sp>
    </p:spTree>
  </p:cSld>
  <p:clrMapOvr>
    <a:masterClrMapping/>
  </p:clrMapOvr>
  <p:transition spd="slow" advClick="0" advTm="0">
    <p:push dir="u"/>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B6729481-F56E-4915-B271-F2E0B2C5AF72}"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11394FF-90D5-437E-BC53-F12E581A668D}" type="slidenum">
              <a:rPr lang="zh-CN" altLang="en-US" smtClean="0"/>
            </a:fld>
            <a:endParaRPr lang="zh-CN" altLang="en-US"/>
          </a:p>
        </p:txBody>
      </p:sp>
    </p:spTree>
  </p:cSld>
  <p:clrMapOvr>
    <a:masterClrMapping/>
  </p:clrMapOvr>
  <p:transition spd="slow" advClick="0" advTm="0">
    <p:push dir="u"/>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154781"/>
            <a:ext cx="2057400" cy="329088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457200" y="154781"/>
            <a:ext cx="6019800" cy="3290888"/>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B6729481-F56E-4915-B271-F2E0B2C5AF72}"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11394FF-90D5-437E-BC53-F12E581A668D}" type="slidenum">
              <a:rPr lang="zh-CN" altLang="en-US" smtClean="0"/>
            </a:fld>
            <a:endParaRPr lang="zh-CN" altLang="en-US"/>
          </a:p>
        </p:txBody>
      </p:sp>
    </p:spTree>
  </p:cSld>
  <p:clrMapOvr>
    <a:masterClrMapping/>
  </p:clrMapOvr>
  <p:transition spd="slow" advClick="0" advTm="0">
    <p:push dir="u"/>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标题和内容">
    <p:bg>
      <p:bgPr>
        <a:blipFill dpi="0" rotWithShape="1">
          <a:blip r:embed="rId2" cstate="print"/>
          <a:srcRect/>
          <a:stretch>
            <a:fillRect/>
          </a:stretch>
        </a:blipFill>
        <a:effectLst/>
      </p:bgPr>
    </p:bg>
    <p:spTree>
      <p:nvGrpSpPr>
        <p:cNvPr id="1" name=""/>
        <p:cNvGrpSpPr/>
        <p:nvPr/>
      </p:nvGrpSpPr>
      <p:grpSpPr>
        <a:xfrm>
          <a:off x="0" y="0"/>
          <a:ext cx="0" cy="0"/>
          <a:chOff x="0" y="0"/>
          <a:chExt cx="0" cy="0"/>
        </a:xfrm>
      </p:grpSpPr>
    </p:spTree>
  </p:cSld>
  <p:clrMapOvr>
    <a:masterClrMapping/>
  </p:clrMapOvr>
  <p:transition spd="slow" advClick="0" advTm="0">
    <p:push dir="u"/>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6_标题和内容">
    <p:spTree>
      <p:nvGrpSpPr>
        <p:cNvPr id="1" name=""/>
        <p:cNvGrpSpPr/>
        <p:nvPr/>
      </p:nvGrpSpPr>
      <p:grpSpPr>
        <a:xfrm>
          <a:off x="0" y="0"/>
          <a:ext cx="0" cy="0"/>
          <a:chOff x="0" y="0"/>
          <a:chExt cx="0" cy="0"/>
        </a:xfrm>
      </p:grpSpPr>
    </p:spTree>
  </p:cSld>
  <p:clrMapOvr>
    <a:masterClrMapping/>
  </p:clrMapOvr>
  <p:transition spd="slow" advClick="0" advTm="0">
    <p:push dir="u"/>
  </p:transition>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05978"/>
            <a:ext cx="8229600" cy="857250"/>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B6729481-F56E-4915-B271-F2E0B2C5AF72}" type="datetimeFigureOut">
              <a:rPr lang="zh-CN" altLang="en-US" smtClean="0"/>
            </a:fld>
            <a:endParaRPr lang="zh-CN" altLang="en-US"/>
          </a:p>
        </p:txBody>
      </p:sp>
      <p:sp>
        <p:nvSpPr>
          <p:cNvPr id="5" name="页脚占位符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911394FF-90D5-437E-BC53-F12E581A668D}"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ransition spd="slow" advClick="0" advTm="0">
    <p:push dir="u"/>
  </p:transition>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notesSlide" Target="../notesSlides/notesSlide1.xml"/><Relationship Id="rId4" Type="http://schemas.openxmlformats.org/officeDocument/2006/relationships/slideLayout" Target="../slideLayouts/slideLayout12.xml"/><Relationship Id="rId3" Type="http://schemas.openxmlformats.org/officeDocument/2006/relationships/tags" Target="../tags/tag1.xml"/><Relationship Id="rId2" Type="http://schemas.microsoft.com/office/2007/relationships/hdphoto" Target="../media/image3.wdp"/><Relationship Id="rId1" Type="http://schemas.openxmlformats.org/officeDocument/2006/relationships/image" Target="../media/image2.png"/></Relationships>
</file>

<file path=ppt/slides/_rels/slide2.xml.rels><?xml version="1.0" encoding="UTF-8" standalone="yes"?>
<Relationships xmlns="http://schemas.openxmlformats.org/package/2006/relationships"><Relationship Id="rId9" Type="http://schemas.openxmlformats.org/officeDocument/2006/relationships/tags" Target="../tags/tag10.xml"/><Relationship Id="rId8" Type="http://schemas.openxmlformats.org/officeDocument/2006/relationships/tags" Target="../tags/tag9.xml"/><Relationship Id="rId7" Type="http://schemas.openxmlformats.org/officeDocument/2006/relationships/tags" Target="../tags/tag8.xml"/><Relationship Id="rId6" Type="http://schemas.openxmlformats.org/officeDocument/2006/relationships/tags" Target="../tags/tag7.xml"/><Relationship Id="rId5" Type="http://schemas.openxmlformats.org/officeDocument/2006/relationships/tags" Target="../tags/tag6.xml"/><Relationship Id="rId4" Type="http://schemas.openxmlformats.org/officeDocument/2006/relationships/tags" Target="../tags/tag5.xml"/><Relationship Id="rId3" Type="http://schemas.openxmlformats.org/officeDocument/2006/relationships/tags" Target="../tags/tag4.xml"/><Relationship Id="rId23" Type="http://schemas.openxmlformats.org/officeDocument/2006/relationships/notesSlide" Target="../notesSlides/notesSlide2.xml"/><Relationship Id="rId22" Type="http://schemas.openxmlformats.org/officeDocument/2006/relationships/slideLayout" Target="../slideLayouts/slideLayout12.xml"/><Relationship Id="rId21" Type="http://schemas.openxmlformats.org/officeDocument/2006/relationships/tags" Target="../tags/tag22.xml"/><Relationship Id="rId20" Type="http://schemas.openxmlformats.org/officeDocument/2006/relationships/tags" Target="../tags/tag21.xml"/><Relationship Id="rId2" Type="http://schemas.openxmlformats.org/officeDocument/2006/relationships/tags" Target="../tags/tag3.xml"/><Relationship Id="rId19" Type="http://schemas.openxmlformats.org/officeDocument/2006/relationships/tags" Target="../tags/tag20.xml"/><Relationship Id="rId18" Type="http://schemas.openxmlformats.org/officeDocument/2006/relationships/tags" Target="../tags/tag19.xml"/><Relationship Id="rId17" Type="http://schemas.openxmlformats.org/officeDocument/2006/relationships/tags" Target="../tags/tag18.xml"/><Relationship Id="rId16" Type="http://schemas.openxmlformats.org/officeDocument/2006/relationships/tags" Target="../tags/tag17.xml"/><Relationship Id="rId15" Type="http://schemas.openxmlformats.org/officeDocument/2006/relationships/tags" Target="../tags/tag16.xml"/><Relationship Id="rId14" Type="http://schemas.openxmlformats.org/officeDocument/2006/relationships/tags" Target="../tags/tag15.xml"/><Relationship Id="rId13" Type="http://schemas.openxmlformats.org/officeDocument/2006/relationships/tags" Target="../tags/tag14.xml"/><Relationship Id="rId12" Type="http://schemas.openxmlformats.org/officeDocument/2006/relationships/tags" Target="../tags/tag13.xml"/><Relationship Id="rId11" Type="http://schemas.openxmlformats.org/officeDocument/2006/relationships/tags" Target="../tags/tag12.xml"/><Relationship Id="rId10" Type="http://schemas.openxmlformats.org/officeDocument/2006/relationships/tags" Target="../tags/tag11.xml"/><Relationship Id="rId1" Type="http://schemas.openxmlformats.org/officeDocument/2006/relationships/tags" Target="../tags/tag2.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2.xml"/><Relationship Id="rId1" Type="http://schemas.openxmlformats.org/officeDocument/2006/relationships/image" Target="../media/image4.png"/></Relationships>
</file>

<file path=ppt/slides/_rels/slide4.xml.rels><?xml version="1.0" encoding="UTF-8" standalone="yes"?>
<Relationships xmlns="http://schemas.openxmlformats.org/package/2006/relationships"><Relationship Id="rId6" Type="http://schemas.openxmlformats.org/officeDocument/2006/relationships/notesSlide" Target="../notesSlides/notesSlide4.xml"/><Relationship Id="rId5" Type="http://schemas.openxmlformats.org/officeDocument/2006/relationships/slideLayout" Target="../slideLayouts/slideLayout12.xml"/><Relationship Id="rId4" Type="http://schemas.openxmlformats.org/officeDocument/2006/relationships/tags" Target="../tags/tag24.xml"/><Relationship Id="rId3" Type="http://schemas.openxmlformats.org/officeDocument/2006/relationships/image" Target="../media/image6.jpeg"/><Relationship Id="rId2" Type="http://schemas.openxmlformats.org/officeDocument/2006/relationships/tags" Target="../tags/tag23.xml"/><Relationship Id="rId1" Type="http://schemas.openxmlformats.org/officeDocument/2006/relationships/image" Target="../media/image5.png"/></Relationships>
</file>

<file path=ppt/slides/_rels/slide5.xml.rels><?xml version="1.0" encoding="UTF-8" standalone="yes"?>
<Relationships xmlns="http://schemas.openxmlformats.org/package/2006/relationships"><Relationship Id="rId5" Type="http://schemas.openxmlformats.org/officeDocument/2006/relationships/notesSlide" Target="../notesSlides/notesSlide5.xml"/><Relationship Id="rId4" Type="http://schemas.openxmlformats.org/officeDocument/2006/relationships/slideLayout" Target="../slideLayouts/slideLayout12.xml"/><Relationship Id="rId3" Type="http://schemas.openxmlformats.org/officeDocument/2006/relationships/tags" Target="../tags/tag25.xml"/><Relationship Id="rId2" Type="http://schemas.openxmlformats.org/officeDocument/2006/relationships/image" Target="../media/image7.png"/><Relationship Id="rId1" Type="http://schemas.openxmlformats.org/officeDocument/2006/relationships/image" Target="../media/image5.png"/></Relationships>
</file>

<file path=ppt/slides/_rels/slide6.xml.rels><?xml version="1.0" encoding="UTF-8" standalone="yes"?>
<Relationships xmlns="http://schemas.openxmlformats.org/package/2006/relationships"><Relationship Id="rId5" Type="http://schemas.openxmlformats.org/officeDocument/2006/relationships/notesSlide" Target="../notesSlides/notesSlide6.xml"/><Relationship Id="rId4" Type="http://schemas.openxmlformats.org/officeDocument/2006/relationships/slideLayout" Target="../slideLayouts/slideLayout12.xml"/><Relationship Id="rId3" Type="http://schemas.openxmlformats.org/officeDocument/2006/relationships/tags" Target="../tags/tag26.xml"/><Relationship Id="rId2" Type="http://schemas.openxmlformats.org/officeDocument/2006/relationships/image" Target="../media/image8.png"/><Relationship Id="rId1" Type="http://schemas.openxmlformats.org/officeDocument/2006/relationships/image" Target="../media/image5.png"/></Relationships>
</file>

<file path=ppt/slides/_rels/slide7.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12.xml"/><Relationship Id="rId2" Type="http://schemas.openxmlformats.org/officeDocument/2006/relationships/tags" Target="../tags/tag27.xml"/><Relationship Id="rId1" Type="http://schemas.openxmlformats.org/officeDocument/2006/relationships/image" Target="../media/image5.png"/></Relationships>
</file>

<file path=ppt/slides/_rels/slide8.xml.rels><?xml version="1.0" encoding="UTF-8" standalone="yes"?>
<Relationships xmlns="http://schemas.openxmlformats.org/package/2006/relationships"><Relationship Id="rId9" Type="http://schemas.openxmlformats.org/officeDocument/2006/relationships/tags" Target="../tags/tag36.xml"/><Relationship Id="rId8" Type="http://schemas.openxmlformats.org/officeDocument/2006/relationships/tags" Target="../tags/tag35.xml"/><Relationship Id="rId7" Type="http://schemas.openxmlformats.org/officeDocument/2006/relationships/tags" Target="../tags/tag34.xml"/><Relationship Id="rId6" Type="http://schemas.openxmlformats.org/officeDocument/2006/relationships/tags" Target="../tags/tag33.xml"/><Relationship Id="rId5" Type="http://schemas.openxmlformats.org/officeDocument/2006/relationships/tags" Target="../tags/tag32.xml"/><Relationship Id="rId4" Type="http://schemas.openxmlformats.org/officeDocument/2006/relationships/tags" Target="../tags/tag31.xml"/><Relationship Id="rId3" Type="http://schemas.openxmlformats.org/officeDocument/2006/relationships/tags" Target="../tags/tag30.xml"/><Relationship Id="rId2" Type="http://schemas.openxmlformats.org/officeDocument/2006/relationships/tags" Target="../tags/tag29.xml"/><Relationship Id="rId15" Type="http://schemas.openxmlformats.org/officeDocument/2006/relationships/notesSlide" Target="../notesSlides/notesSlide8.xml"/><Relationship Id="rId14" Type="http://schemas.openxmlformats.org/officeDocument/2006/relationships/slideLayout" Target="../slideLayouts/slideLayout12.xml"/><Relationship Id="rId13" Type="http://schemas.openxmlformats.org/officeDocument/2006/relationships/image" Target="../media/image5.png"/><Relationship Id="rId12" Type="http://schemas.openxmlformats.org/officeDocument/2006/relationships/tags" Target="../tags/tag39.xml"/><Relationship Id="rId11" Type="http://schemas.openxmlformats.org/officeDocument/2006/relationships/tags" Target="../tags/tag38.xml"/><Relationship Id="rId10" Type="http://schemas.openxmlformats.org/officeDocument/2006/relationships/tags" Target="../tags/tag37.xml"/><Relationship Id="rId1" Type="http://schemas.openxmlformats.org/officeDocument/2006/relationships/tags" Target="../tags/tag28.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2.xml"/><Relationship Id="rId1" Type="http://schemas.openxmlformats.org/officeDocument/2006/relationships/image" Target="../media/image4.png"/></Relationships>
</file>

<file path=ppt/slides/_rels/slide10.xml.rels><?xml version="1.0" encoding="UTF-8" standalone="yes"?>
<Relationships xmlns="http://schemas.openxmlformats.org/package/2006/relationships"><Relationship Id="rId9" Type="http://schemas.openxmlformats.org/officeDocument/2006/relationships/tags" Target="../tags/tag48.xml"/><Relationship Id="rId8" Type="http://schemas.openxmlformats.org/officeDocument/2006/relationships/tags" Target="../tags/tag47.xml"/><Relationship Id="rId7" Type="http://schemas.openxmlformats.org/officeDocument/2006/relationships/tags" Target="../tags/tag46.xml"/><Relationship Id="rId6" Type="http://schemas.openxmlformats.org/officeDocument/2006/relationships/tags" Target="../tags/tag45.xml"/><Relationship Id="rId5" Type="http://schemas.openxmlformats.org/officeDocument/2006/relationships/tags" Target="../tags/tag44.xml"/><Relationship Id="rId4" Type="http://schemas.openxmlformats.org/officeDocument/2006/relationships/tags" Target="../tags/tag43.xml"/><Relationship Id="rId36" Type="http://schemas.openxmlformats.org/officeDocument/2006/relationships/notesSlide" Target="../notesSlides/notesSlide10.xml"/><Relationship Id="rId35" Type="http://schemas.openxmlformats.org/officeDocument/2006/relationships/slideLayout" Target="../slideLayouts/slideLayout12.xml"/><Relationship Id="rId34" Type="http://schemas.openxmlformats.org/officeDocument/2006/relationships/tags" Target="../tags/tag72.xml"/><Relationship Id="rId33" Type="http://schemas.openxmlformats.org/officeDocument/2006/relationships/image" Target="../media/image5.png"/><Relationship Id="rId32" Type="http://schemas.openxmlformats.org/officeDocument/2006/relationships/tags" Target="../tags/tag71.xml"/><Relationship Id="rId31" Type="http://schemas.openxmlformats.org/officeDocument/2006/relationships/tags" Target="../tags/tag70.xml"/><Relationship Id="rId30" Type="http://schemas.openxmlformats.org/officeDocument/2006/relationships/tags" Target="../tags/tag69.xml"/><Relationship Id="rId3" Type="http://schemas.openxmlformats.org/officeDocument/2006/relationships/tags" Target="../tags/tag42.xml"/><Relationship Id="rId29" Type="http://schemas.openxmlformats.org/officeDocument/2006/relationships/tags" Target="../tags/tag68.xml"/><Relationship Id="rId28" Type="http://schemas.openxmlformats.org/officeDocument/2006/relationships/tags" Target="../tags/tag67.xml"/><Relationship Id="rId27" Type="http://schemas.openxmlformats.org/officeDocument/2006/relationships/tags" Target="../tags/tag66.xml"/><Relationship Id="rId26" Type="http://schemas.openxmlformats.org/officeDocument/2006/relationships/tags" Target="../tags/tag65.xml"/><Relationship Id="rId25" Type="http://schemas.openxmlformats.org/officeDocument/2006/relationships/tags" Target="../tags/tag64.xml"/><Relationship Id="rId24" Type="http://schemas.openxmlformats.org/officeDocument/2006/relationships/tags" Target="../tags/tag63.xml"/><Relationship Id="rId23" Type="http://schemas.openxmlformats.org/officeDocument/2006/relationships/tags" Target="../tags/tag62.xml"/><Relationship Id="rId22" Type="http://schemas.openxmlformats.org/officeDocument/2006/relationships/tags" Target="../tags/tag61.xml"/><Relationship Id="rId21" Type="http://schemas.openxmlformats.org/officeDocument/2006/relationships/tags" Target="../tags/tag60.xml"/><Relationship Id="rId20" Type="http://schemas.openxmlformats.org/officeDocument/2006/relationships/tags" Target="../tags/tag59.xml"/><Relationship Id="rId2" Type="http://schemas.openxmlformats.org/officeDocument/2006/relationships/tags" Target="../tags/tag41.xml"/><Relationship Id="rId19" Type="http://schemas.openxmlformats.org/officeDocument/2006/relationships/tags" Target="../tags/tag58.xml"/><Relationship Id="rId18" Type="http://schemas.openxmlformats.org/officeDocument/2006/relationships/tags" Target="../tags/tag57.xml"/><Relationship Id="rId17" Type="http://schemas.openxmlformats.org/officeDocument/2006/relationships/tags" Target="../tags/tag56.xml"/><Relationship Id="rId16" Type="http://schemas.openxmlformats.org/officeDocument/2006/relationships/tags" Target="../tags/tag55.xml"/><Relationship Id="rId15" Type="http://schemas.openxmlformats.org/officeDocument/2006/relationships/tags" Target="../tags/tag54.xml"/><Relationship Id="rId14" Type="http://schemas.openxmlformats.org/officeDocument/2006/relationships/tags" Target="../tags/tag53.xml"/><Relationship Id="rId13" Type="http://schemas.openxmlformats.org/officeDocument/2006/relationships/tags" Target="../tags/tag52.xml"/><Relationship Id="rId12" Type="http://schemas.openxmlformats.org/officeDocument/2006/relationships/tags" Target="../tags/tag51.xml"/><Relationship Id="rId11" Type="http://schemas.openxmlformats.org/officeDocument/2006/relationships/tags" Target="../tags/tag50.xml"/><Relationship Id="rId10" Type="http://schemas.openxmlformats.org/officeDocument/2006/relationships/tags" Target="../tags/tag49.xml"/><Relationship Id="rId1" Type="http://schemas.openxmlformats.org/officeDocument/2006/relationships/tags" Target="../tags/tag40.xml"/></Relationships>
</file>

<file path=ppt/slides/_rels/slide11.xml.rels><?xml version="1.0" encoding="UTF-8" standalone="yes"?>
<Relationships xmlns="http://schemas.openxmlformats.org/package/2006/relationships"><Relationship Id="rId9" Type="http://schemas.openxmlformats.org/officeDocument/2006/relationships/tags" Target="../tags/tag81.xml"/><Relationship Id="rId8" Type="http://schemas.openxmlformats.org/officeDocument/2006/relationships/tags" Target="../tags/tag80.xml"/><Relationship Id="rId7" Type="http://schemas.openxmlformats.org/officeDocument/2006/relationships/tags" Target="../tags/tag79.xml"/><Relationship Id="rId6" Type="http://schemas.openxmlformats.org/officeDocument/2006/relationships/tags" Target="../tags/tag78.xml"/><Relationship Id="rId5" Type="http://schemas.openxmlformats.org/officeDocument/2006/relationships/tags" Target="../tags/tag77.xml"/><Relationship Id="rId46" Type="http://schemas.openxmlformats.org/officeDocument/2006/relationships/notesSlide" Target="../notesSlides/notesSlide11.xml"/><Relationship Id="rId45" Type="http://schemas.openxmlformats.org/officeDocument/2006/relationships/slideLayout" Target="../slideLayouts/slideLayout12.xml"/><Relationship Id="rId44" Type="http://schemas.openxmlformats.org/officeDocument/2006/relationships/image" Target="../media/image5.png"/><Relationship Id="rId43" Type="http://schemas.openxmlformats.org/officeDocument/2006/relationships/tags" Target="../tags/tag115.xml"/><Relationship Id="rId42" Type="http://schemas.openxmlformats.org/officeDocument/2006/relationships/tags" Target="../tags/tag114.xml"/><Relationship Id="rId41" Type="http://schemas.openxmlformats.org/officeDocument/2006/relationships/tags" Target="../tags/tag113.xml"/><Relationship Id="rId40" Type="http://schemas.openxmlformats.org/officeDocument/2006/relationships/tags" Target="../tags/tag112.xml"/><Relationship Id="rId4" Type="http://schemas.openxmlformats.org/officeDocument/2006/relationships/tags" Target="../tags/tag76.xml"/><Relationship Id="rId39" Type="http://schemas.openxmlformats.org/officeDocument/2006/relationships/tags" Target="../tags/tag111.xml"/><Relationship Id="rId38" Type="http://schemas.openxmlformats.org/officeDocument/2006/relationships/tags" Target="../tags/tag110.xml"/><Relationship Id="rId37" Type="http://schemas.openxmlformats.org/officeDocument/2006/relationships/tags" Target="../tags/tag109.xml"/><Relationship Id="rId36" Type="http://schemas.openxmlformats.org/officeDocument/2006/relationships/tags" Target="../tags/tag108.xml"/><Relationship Id="rId35" Type="http://schemas.openxmlformats.org/officeDocument/2006/relationships/tags" Target="../tags/tag107.xml"/><Relationship Id="rId34" Type="http://schemas.openxmlformats.org/officeDocument/2006/relationships/tags" Target="../tags/tag106.xml"/><Relationship Id="rId33" Type="http://schemas.openxmlformats.org/officeDocument/2006/relationships/tags" Target="../tags/tag105.xml"/><Relationship Id="rId32" Type="http://schemas.openxmlformats.org/officeDocument/2006/relationships/tags" Target="../tags/tag104.xml"/><Relationship Id="rId31" Type="http://schemas.openxmlformats.org/officeDocument/2006/relationships/tags" Target="../tags/tag103.xml"/><Relationship Id="rId30" Type="http://schemas.openxmlformats.org/officeDocument/2006/relationships/tags" Target="../tags/tag102.xml"/><Relationship Id="rId3" Type="http://schemas.openxmlformats.org/officeDocument/2006/relationships/tags" Target="../tags/tag75.xml"/><Relationship Id="rId29" Type="http://schemas.openxmlformats.org/officeDocument/2006/relationships/tags" Target="../tags/tag101.xml"/><Relationship Id="rId28" Type="http://schemas.openxmlformats.org/officeDocument/2006/relationships/tags" Target="../tags/tag100.xml"/><Relationship Id="rId27" Type="http://schemas.openxmlformats.org/officeDocument/2006/relationships/tags" Target="../tags/tag99.xml"/><Relationship Id="rId26" Type="http://schemas.openxmlformats.org/officeDocument/2006/relationships/tags" Target="../tags/tag98.xml"/><Relationship Id="rId25" Type="http://schemas.openxmlformats.org/officeDocument/2006/relationships/tags" Target="../tags/tag97.xml"/><Relationship Id="rId24" Type="http://schemas.openxmlformats.org/officeDocument/2006/relationships/tags" Target="../tags/tag96.xml"/><Relationship Id="rId23" Type="http://schemas.openxmlformats.org/officeDocument/2006/relationships/tags" Target="../tags/tag95.xml"/><Relationship Id="rId22" Type="http://schemas.openxmlformats.org/officeDocument/2006/relationships/tags" Target="../tags/tag94.xml"/><Relationship Id="rId21" Type="http://schemas.openxmlformats.org/officeDocument/2006/relationships/tags" Target="../tags/tag93.xml"/><Relationship Id="rId20" Type="http://schemas.openxmlformats.org/officeDocument/2006/relationships/tags" Target="../tags/tag92.xml"/><Relationship Id="rId2" Type="http://schemas.openxmlformats.org/officeDocument/2006/relationships/tags" Target="../tags/tag74.xml"/><Relationship Id="rId19" Type="http://schemas.openxmlformats.org/officeDocument/2006/relationships/tags" Target="../tags/tag91.xml"/><Relationship Id="rId18" Type="http://schemas.openxmlformats.org/officeDocument/2006/relationships/tags" Target="../tags/tag90.xml"/><Relationship Id="rId17" Type="http://schemas.openxmlformats.org/officeDocument/2006/relationships/tags" Target="../tags/tag89.xml"/><Relationship Id="rId16" Type="http://schemas.openxmlformats.org/officeDocument/2006/relationships/tags" Target="../tags/tag88.xml"/><Relationship Id="rId15" Type="http://schemas.openxmlformats.org/officeDocument/2006/relationships/tags" Target="../tags/tag87.xml"/><Relationship Id="rId14" Type="http://schemas.openxmlformats.org/officeDocument/2006/relationships/tags" Target="../tags/tag86.xml"/><Relationship Id="rId13" Type="http://schemas.openxmlformats.org/officeDocument/2006/relationships/tags" Target="../tags/tag85.xml"/><Relationship Id="rId12" Type="http://schemas.openxmlformats.org/officeDocument/2006/relationships/tags" Target="../tags/tag84.xml"/><Relationship Id="rId11" Type="http://schemas.openxmlformats.org/officeDocument/2006/relationships/tags" Target="../tags/tag83.xml"/><Relationship Id="rId10" Type="http://schemas.openxmlformats.org/officeDocument/2006/relationships/tags" Target="../tags/tag82.xml"/><Relationship Id="rId1" Type="http://schemas.openxmlformats.org/officeDocument/2006/relationships/tags" Target="../tags/tag73.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2.xml"/><Relationship Id="rId1" Type="http://schemas.openxmlformats.org/officeDocument/2006/relationships/image" Target="../media/image4.png"/></Relationships>
</file>

<file path=ppt/slides/_rels/slide13.xml.rels><?xml version="1.0" encoding="UTF-8" standalone="yes"?>
<Relationships xmlns="http://schemas.openxmlformats.org/package/2006/relationships"><Relationship Id="rId9" Type="http://schemas.openxmlformats.org/officeDocument/2006/relationships/tags" Target="../tags/tag124.xml"/><Relationship Id="rId8" Type="http://schemas.openxmlformats.org/officeDocument/2006/relationships/tags" Target="../tags/tag123.xml"/><Relationship Id="rId7" Type="http://schemas.openxmlformats.org/officeDocument/2006/relationships/tags" Target="../tags/tag122.xml"/><Relationship Id="rId6" Type="http://schemas.openxmlformats.org/officeDocument/2006/relationships/tags" Target="../tags/tag121.xml"/><Relationship Id="rId5" Type="http://schemas.openxmlformats.org/officeDocument/2006/relationships/tags" Target="../tags/tag120.xml"/><Relationship Id="rId41" Type="http://schemas.openxmlformats.org/officeDocument/2006/relationships/notesSlide" Target="../notesSlides/notesSlide13.xml"/><Relationship Id="rId40" Type="http://schemas.openxmlformats.org/officeDocument/2006/relationships/slideLayout" Target="../slideLayouts/slideLayout12.xml"/><Relationship Id="rId4" Type="http://schemas.openxmlformats.org/officeDocument/2006/relationships/tags" Target="../tags/tag119.xml"/><Relationship Id="rId39" Type="http://schemas.openxmlformats.org/officeDocument/2006/relationships/tags" Target="../tags/tag153.xml"/><Relationship Id="rId38" Type="http://schemas.openxmlformats.org/officeDocument/2006/relationships/image" Target="../media/image5.png"/><Relationship Id="rId37" Type="http://schemas.openxmlformats.org/officeDocument/2006/relationships/tags" Target="../tags/tag152.xml"/><Relationship Id="rId36" Type="http://schemas.openxmlformats.org/officeDocument/2006/relationships/tags" Target="../tags/tag151.xml"/><Relationship Id="rId35" Type="http://schemas.openxmlformats.org/officeDocument/2006/relationships/tags" Target="../tags/tag150.xml"/><Relationship Id="rId34" Type="http://schemas.openxmlformats.org/officeDocument/2006/relationships/tags" Target="../tags/tag149.xml"/><Relationship Id="rId33" Type="http://schemas.openxmlformats.org/officeDocument/2006/relationships/tags" Target="../tags/tag148.xml"/><Relationship Id="rId32" Type="http://schemas.openxmlformats.org/officeDocument/2006/relationships/tags" Target="../tags/tag147.xml"/><Relationship Id="rId31" Type="http://schemas.openxmlformats.org/officeDocument/2006/relationships/tags" Target="../tags/tag146.xml"/><Relationship Id="rId30" Type="http://schemas.openxmlformats.org/officeDocument/2006/relationships/tags" Target="../tags/tag145.xml"/><Relationship Id="rId3" Type="http://schemas.openxmlformats.org/officeDocument/2006/relationships/tags" Target="../tags/tag118.xml"/><Relationship Id="rId29" Type="http://schemas.openxmlformats.org/officeDocument/2006/relationships/tags" Target="../tags/tag144.xml"/><Relationship Id="rId28" Type="http://schemas.openxmlformats.org/officeDocument/2006/relationships/tags" Target="../tags/tag143.xml"/><Relationship Id="rId27" Type="http://schemas.openxmlformats.org/officeDocument/2006/relationships/tags" Target="../tags/tag142.xml"/><Relationship Id="rId26" Type="http://schemas.openxmlformats.org/officeDocument/2006/relationships/tags" Target="../tags/tag141.xml"/><Relationship Id="rId25" Type="http://schemas.openxmlformats.org/officeDocument/2006/relationships/tags" Target="../tags/tag140.xml"/><Relationship Id="rId24" Type="http://schemas.openxmlformats.org/officeDocument/2006/relationships/tags" Target="../tags/tag139.xml"/><Relationship Id="rId23" Type="http://schemas.openxmlformats.org/officeDocument/2006/relationships/tags" Target="../tags/tag138.xml"/><Relationship Id="rId22" Type="http://schemas.openxmlformats.org/officeDocument/2006/relationships/tags" Target="../tags/tag137.xml"/><Relationship Id="rId21" Type="http://schemas.openxmlformats.org/officeDocument/2006/relationships/tags" Target="../tags/tag136.xml"/><Relationship Id="rId20" Type="http://schemas.openxmlformats.org/officeDocument/2006/relationships/tags" Target="../tags/tag135.xml"/><Relationship Id="rId2" Type="http://schemas.openxmlformats.org/officeDocument/2006/relationships/tags" Target="../tags/tag117.xml"/><Relationship Id="rId19" Type="http://schemas.openxmlformats.org/officeDocument/2006/relationships/tags" Target="../tags/tag134.xml"/><Relationship Id="rId18" Type="http://schemas.openxmlformats.org/officeDocument/2006/relationships/tags" Target="../tags/tag133.xml"/><Relationship Id="rId17" Type="http://schemas.openxmlformats.org/officeDocument/2006/relationships/tags" Target="../tags/tag132.xml"/><Relationship Id="rId16" Type="http://schemas.openxmlformats.org/officeDocument/2006/relationships/tags" Target="../tags/tag131.xml"/><Relationship Id="rId15" Type="http://schemas.openxmlformats.org/officeDocument/2006/relationships/tags" Target="../tags/tag130.xml"/><Relationship Id="rId14" Type="http://schemas.openxmlformats.org/officeDocument/2006/relationships/tags" Target="../tags/tag129.xml"/><Relationship Id="rId13" Type="http://schemas.openxmlformats.org/officeDocument/2006/relationships/tags" Target="../tags/tag128.xml"/><Relationship Id="rId12" Type="http://schemas.openxmlformats.org/officeDocument/2006/relationships/tags" Target="../tags/tag127.xml"/><Relationship Id="rId11" Type="http://schemas.openxmlformats.org/officeDocument/2006/relationships/tags" Target="../tags/tag126.xml"/><Relationship Id="rId10" Type="http://schemas.openxmlformats.org/officeDocument/2006/relationships/tags" Target="../tags/tag125.xml"/><Relationship Id="rId1" Type="http://schemas.openxmlformats.org/officeDocument/2006/relationships/tags" Target="../tags/tag116.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2.xml"/><Relationship Id="rId1" Type="http://schemas.openxmlformats.org/officeDocument/2006/relationships/image" Target="../media/image4.png"/></Relationships>
</file>

<file path=ppt/slides/_rels/slide15.xml.rels><?xml version="1.0" encoding="UTF-8" standalone="yes"?>
<Relationships xmlns="http://schemas.openxmlformats.org/package/2006/relationships"><Relationship Id="rId4" Type="http://schemas.openxmlformats.org/officeDocument/2006/relationships/notesSlide" Target="../notesSlides/notesSlide15.xml"/><Relationship Id="rId3" Type="http://schemas.openxmlformats.org/officeDocument/2006/relationships/slideLayout" Target="../slideLayouts/slideLayout12.xml"/><Relationship Id="rId2" Type="http://schemas.openxmlformats.org/officeDocument/2006/relationships/tags" Target="../tags/tag154.xml"/><Relationship Id="rId1" Type="http://schemas.openxmlformats.org/officeDocument/2006/relationships/image" Target="../media/image5.png"/></Relationships>
</file>

<file path=ppt/slides/_rels/slide16.xml.rels><?xml version="1.0" encoding="UTF-8" standalone="yes"?>
<Relationships xmlns="http://schemas.openxmlformats.org/package/2006/relationships"><Relationship Id="rId9" Type="http://schemas.openxmlformats.org/officeDocument/2006/relationships/tags" Target="../tags/tag163.xml"/><Relationship Id="rId8" Type="http://schemas.openxmlformats.org/officeDocument/2006/relationships/tags" Target="../tags/tag162.xml"/><Relationship Id="rId7" Type="http://schemas.openxmlformats.org/officeDocument/2006/relationships/tags" Target="../tags/tag161.xml"/><Relationship Id="rId6" Type="http://schemas.openxmlformats.org/officeDocument/2006/relationships/tags" Target="../tags/tag160.xml"/><Relationship Id="rId5" Type="http://schemas.openxmlformats.org/officeDocument/2006/relationships/tags" Target="../tags/tag159.xml"/><Relationship Id="rId4" Type="http://schemas.openxmlformats.org/officeDocument/2006/relationships/tags" Target="../tags/tag158.xml"/><Relationship Id="rId3" Type="http://schemas.openxmlformats.org/officeDocument/2006/relationships/tags" Target="../tags/tag157.xml"/><Relationship Id="rId2" Type="http://schemas.openxmlformats.org/officeDocument/2006/relationships/tags" Target="../tags/tag156.xml"/><Relationship Id="rId16" Type="http://schemas.openxmlformats.org/officeDocument/2006/relationships/notesSlide" Target="../notesSlides/notesSlide16.xml"/><Relationship Id="rId15" Type="http://schemas.openxmlformats.org/officeDocument/2006/relationships/slideLayout" Target="../slideLayouts/slideLayout12.xml"/><Relationship Id="rId14" Type="http://schemas.openxmlformats.org/officeDocument/2006/relationships/tags" Target="../tags/tag167.xml"/><Relationship Id="rId13" Type="http://schemas.openxmlformats.org/officeDocument/2006/relationships/image" Target="../media/image5.png"/><Relationship Id="rId12" Type="http://schemas.openxmlformats.org/officeDocument/2006/relationships/tags" Target="../tags/tag166.xml"/><Relationship Id="rId11" Type="http://schemas.openxmlformats.org/officeDocument/2006/relationships/tags" Target="../tags/tag165.xml"/><Relationship Id="rId10" Type="http://schemas.openxmlformats.org/officeDocument/2006/relationships/tags" Target="../tags/tag164.xml"/><Relationship Id="rId1" Type="http://schemas.openxmlformats.org/officeDocument/2006/relationships/tags" Target="../tags/tag155.xml"/></Relationships>
</file>

<file path=ppt/slides/_rels/slide17.xml.rels><?xml version="1.0" encoding="UTF-8" standalone="yes"?>
<Relationships xmlns="http://schemas.openxmlformats.org/package/2006/relationships"><Relationship Id="rId9" Type="http://schemas.openxmlformats.org/officeDocument/2006/relationships/tags" Target="../tags/tag176.xml"/><Relationship Id="rId8" Type="http://schemas.openxmlformats.org/officeDocument/2006/relationships/tags" Target="../tags/tag175.xml"/><Relationship Id="rId7" Type="http://schemas.openxmlformats.org/officeDocument/2006/relationships/tags" Target="../tags/tag174.xml"/><Relationship Id="rId6" Type="http://schemas.openxmlformats.org/officeDocument/2006/relationships/tags" Target="../tags/tag173.xml"/><Relationship Id="rId5" Type="http://schemas.openxmlformats.org/officeDocument/2006/relationships/tags" Target="../tags/tag172.xml"/><Relationship Id="rId4" Type="http://schemas.openxmlformats.org/officeDocument/2006/relationships/tags" Target="../tags/tag171.xml"/><Relationship Id="rId3" Type="http://schemas.openxmlformats.org/officeDocument/2006/relationships/tags" Target="../tags/tag170.xml"/><Relationship Id="rId24" Type="http://schemas.openxmlformats.org/officeDocument/2006/relationships/notesSlide" Target="../notesSlides/notesSlide17.xml"/><Relationship Id="rId23" Type="http://schemas.openxmlformats.org/officeDocument/2006/relationships/slideLayout" Target="../slideLayouts/slideLayout12.xml"/><Relationship Id="rId22" Type="http://schemas.openxmlformats.org/officeDocument/2006/relationships/tags" Target="../tags/tag188.xml"/><Relationship Id="rId21" Type="http://schemas.openxmlformats.org/officeDocument/2006/relationships/image" Target="../media/image5.png"/><Relationship Id="rId20" Type="http://schemas.openxmlformats.org/officeDocument/2006/relationships/tags" Target="../tags/tag187.xml"/><Relationship Id="rId2" Type="http://schemas.openxmlformats.org/officeDocument/2006/relationships/tags" Target="../tags/tag169.xml"/><Relationship Id="rId19" Type="http://schemas.openxmlformats.org/officeDocument/2006/relationships/tags" Target="../tags/tag186.xml"/><Relationship Id="rId18" Type="http://schemas.openxmlformats.org/officeDocument/2006/relationships/tags" Target="../tags/tag185.xml"/><Relationship Id="rId17" Type="http://schemas.openxmlformats.org/officeDocument/2006/relationships/tags" Target="../tags/tag184.xml"/><Relationship Id="rId16" Type="http://schemas.openxmlformats.org/officeDocument/2006/relationships/tags" Target="../tags/tag183.xml"/><Relationship Id="rId15" Type="http://schemas.openxmlformats.org/officeDocument/2006/relationships/tags" Target="../tags/tag182.xml"/><Relationship Id="rId14" Type="http://schemas.openxmlformats.org/officeDocument/2006/relationships/tags" Target="../tags/tag181.xml"/><Relationship Id="rId13" Type="http://schemas.openxmlformats.org/officeDocument/2006/relationships/tags" Target="../tags/tag180.xml"/><Relationship Id="rId12" Type="http://schemas.openxmlformats.org/officeDocument/2006/relationships/tags" Target="../tags/tag179.xml"/><Relationship Id="rId11" Type="http://schemas.openxmlformats.org/officeDocument/2006/relationships/tags" Target="../tags/tag178.xml"/><Relationship Id="rId10" Type="http://schemas.openxmlformats.org/officeDocument/2006/relationships/tags" Target="../tags/tag177.xml"/><Relationship Id="rId1" Type="http://schemas.openxmlformats.org/officeDocument/2006/relationships/tags" Target="../tags/tag168.xml"/></Relationships>
</file>

<file path=ppt/slides/_rels/slide18.xml.rels><?xml version="1.0" encoding="UTF-8" standalone="yes"?>
<Relationships xmlns="http://schemas.openxmlformats.org/package/2006/relationships"><Relationship Id="rId9" Type="http://schemas.openxmlformats.org/officeDocument/2006/relationships/tags" Target="../tags/tag197.xml"/><Relationship Id="rId8" Type="http://schemas.openxmlformats.org/officeDocument/2006/relationships/tags" Target="../tags/tag196.xml"/><Relationship Id="rId7" Type="http://schemas.openxmlformats.org/officeDocument/2006/relationships/tags" Target="../tags/tag195.xml"/><Relationship Id="rId6" Type="http://schemas.openxmlformats.org/officeDocument/2006/relationships/tags" Target="../tags/tag194.xml"/><Relationship Id="rId5" Type="http://schemas.openxmlformats.org/officeDocument/2006/relationships/tags" Target="../tags/tag193.xml"/><Relationship Id="rId4" Type="http://schemas.openxmlformats.org/officeDocument/2006/relationships/tags" Target="../tags/tag192.xml"/><Relationship Id="rId3" Type="http://schemas.openxmlformats.org/officeDocument/2006/relationships/tags" Target="../tags/tag191.xml"/><Relationship Id="rId2" Type="http://schemas.openxmlformats.org/officeDocument/2006/relationships/tags" Target="../tags/tag190.xml"/><Relationship Id="rId16" Type="http://schemas.openxmlformats.org/officeDocument/2006/relationships/notesSlide" Target="../notesSlides/notesSlide18.xml"/><Relationship Id="rId15" Type="http://schemas.openxmlformats.org/officeDocument/2006/relationships/slideLayout" Target="../slideLayouts/slideLayout12.xml"/><Relationship Id="rId14" Type="http://schemas.openxmlformats.org/officeDocument/2006/relationships/tags" Target="../tags/tag201.xml"/><Relationship Id="rId13" Type="http://schemas.openxmlformats.org/officeDocument/2006/relationships/image" Target="../media/image5.png"/><Relationship Id="rId12" Type="http://schemas.openxmlformats.org/officeDocument/2006/relationships/tags" Target="../tags/tag200.xml"/><Relationship Id="rId11" Type="http://schemas.openxmlformats.org/officeDocument/2006/relationships/tags" Target="../tags/tag199.xml"/><Relationship Id="rId10" Type="http://schemas.openxmlformats.org/officeDocument/2006/relationships/tags" Target="../tags/tag198.xml"/><Relationship Id="rId1" Type="http://schemas.openxmlformats.org/officeDocument/2006/relationships/tags" Target="../tags/tag189.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12.xml"/><Relationship Id="rId1" Type="http://schemas.openxmlformats.org/officeDocument/2006/relationships/image" Target="../media/image4.png"/></Relationships>
</file>

<file path=ppt/slides/_rels/slide20.xml.rels><?xml version="1.0" encoding="UTF-8" standalone="yes"?>
<Relationships xmlns="http://schemas.openxmlformats.org/package/2006/relationships"><Relationship Id="rId9" Type="http://schemas.openxmlformats.org/officeDocument/2006/relationships/tags" Target="../tags/tag210.xml"/><Relationship Id="rId8" Type="http://schemas.openxmlformats.org/officeDocument/2006/relationships/tags" Target="../tags/tag209.xml"/><Relationship Id="rId7" Type="http://schemas.openxmlformats.org/officeDocument/2006/relationships/tags" Target="../tags/tag208.xml"/><Relationship Id="rId6" Type="http://schemas.openxmlformats.org/officeDocument/2006/relationships/tags" Target="../tags/tag207.xml"/><Relationship Id="rId5" Type="http://schemas.openxmlformats.org/officeDocument/2006/relationships/tags" Target="../tags/tag206.xml"/><Relationship Id="rId4" Type="http://schemas.openxmlformats.org/officeDocument/2006/relationships/tags" Target="../tags/tag205.xml"/><Relationship Id="rId3" Type="http://schemas.openxmlformats.org/officeDocument/2006/relationships/tags" Target="../tags/tag204.xml"/><Relationship Id="rId2" Type="http://schemas.openxmlformats.org/officeDocument/2006/relationships/tags" Target="../tags/tag203.xml"/><Relationship Id="rId18" Type="http://schemas.openxmlformats.org/officeDocument/2006/relationships/notesSlide" Target="../notesSlides/notesSlide20.xml"/><Relationship Id="rId17" Type="http://schemas.openxmlformats.org/officeDocument/2006/relationships/slideLayout" Target="../slideLayouts/slideLayout12.xml"/><Relationship Id="rId16" Type="http://schemas.openxmlformats.org/officeDocument/2006/relationships/tags" Target="../tags/tag216.xml"/><Relationship Id="rId15" Type="http://schemas.openxmlformats.org/officeDocument/2006/relationships/image" Target="../media/image5.png"/><Relationship Id="rId14" Type="http://schemas.openxmlformats.org/officeDocument/2006/relationships/tags" Target="../tags/tag215.xml"/><Relationship Id="rId13" Type="http://schemas.openxmlformats.org/officeDocument/2006/relationships/tags" Target="../tags/tag214.xml"/><Relationship Id="rId12" Type="http://schemas.openxmlformats.org/officeDocument/2006/relationships/tags" Target="../tags/tag213.xml"/><Relationship Id="rId11" Type="http://schemas.openxmlformats.org/officeDocument/2006/relationships/tags" Target="../tags/tag212.xml"/><Relationship Id="rId10" Type="http://schemas.openxmlformats.org/officeDocument/2006/relationships/tags" Target="../tags/tag211.xml"/><Relationship Id="rId1" Type="http://schemas.openxmlformats.org/officeDocument/2006/relationships/tags" Target="../tags/tag202.xml"/></Relationships>
</file>

<file path=ppt/slides/_rels/slide21.xml.rels><?xml version="1.0" encoding="UTF-8" standalone="yes"?>
<Relationships xmlns="http://schemas.openxmlformats.org/package/2006/relationships"><Relationship Id="rId4" Type="http://schemas.openxmlformats.org/officeDocument/2006/relationships/notesSlide" Target="../notesSlides/notesSlide21.xml"/><Relationship Id="rId3" Type="http://schemas.openxmlformats.org/officeDocument/2006/relationships/slideLayout" Target="../slideLayouts/slideLayout12.xml"/><Relationship Id="rId2" Type="http://schemas.openxmlformats.org/officeDocument/2006/relationships/tags" Target="../tags/tag217.xml"/><Relationship Id="rId1" Type="http://schemas.openxmlformats.org/officeDocument/2006/relationships/image" Target="../media/image5.png"/></Relationships>
</file>

<file path=ppt/slides/_rels/slide22.xml.rels><?xml version="1.0" encoding="UTF-8" standalone="yes"?>
<Relationships xmlns="http://schemas.openxmlformats.org/package/2006/relationships"><Relationship Id="rId5" Type="http://schemas.openxmlformats.org/officeDocument/2006/relationships/notesSlide" Target="../notesSlides/notesSlide22.xml"/><Relationship Id="rId4" Type="http://schemas.openxmlformats.org/officeDocument/2006/relationships/slideLayout" Target="../slideLayouts/slideLayout12.xml"/><Relationship Id="rId3" Type="http://schemas.openxmlformats.org/officeDocument/2006/relationships/tags" Target="../tags/tag218.xml"/><Relationship Id="rId2" Type="http://schemas.microsoft.com/office/2007/relationships/hdphoto" Target="../media/image3.wdp"/><Relationship Id="rId1" Type="http://schemas.openxmlformats.org/officeDocument/2006/relationships/image" Target="../media/image2.png"/></Relationships>
</file>

<file path=ppt/slides/_rels/slide23.xml.rels><?xml version="1.0" encoding="UTF-8" standalone="yes"?>
<Relationships xmlns="http://schemas.openxmlformats.org/package/2006/relationships"><Relationship Id="rId4" Type="http://schemas.openxmlformats.org/officeDocument/2006/relationships/notesSlide" Target="../notesSlides/notesSlide23.xml"/><Relationship Id="rId3" Type="http://schemas.openxmlformats.org/officeDocument/2006/relationships/slideLayout" Target="../slideLayouts/slideLayout12.xml"/><Relationship Id="rId2" Type="http://schemas.openxmlformats.org/officeDocument/2006/relationships/tags" Target="../tags/tag219.xml"/><Relationship Id="rId1" Type="http://schemas.openxmlformats.org/officeDocument/2006/relationships/image" Target="../media/image5.png"/></Relationships>
</file>

<file path=ppt/slides/_rels/slide24.xml.rels><?xml version="1.0" encoding="UTF-8" standalone="yes"?>
<Relationships xmlns="http://schemas.openxmlformats.org/package/2006/relationships"><Relationship Id="rId4" Type="http://schemas.openxmlformats.org/officeDocument/2006/relationships/notesSlide" Target="../notesSlides/notesSlide24.xml"/><Relationship Id="rId3" Type="http://schemas.openxmlformats.org/officeDocument/2006/relationships/slideLayout" Target="../slideLayouts/slideLayout12.xml"/><Relationship Id="rId2" Type="http://schemas.openxmlformats.org/officeDocument/2006/relationships/tags" Target="../tags/tag220.xml"/><Relationship Id="rId1"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 name="矩形 87"/>
          <p:cNvSpPr/>
          <p:nvPr/>
        </p:nvSpPr>
        <p:spPr>
          <a:xfrm>
            <a:off x="1964513" y="3363838"/>
            <a:ext cx="5214974" cy="600164"/>
          </a:xfrm>
          <a:prstGeom prst="rect">
            <a:avLst/>
          </a:prstGeom>
        </p:spPr>
        <p:txBody>
          <a:bodyPr wrap="square">
            <a:spAutoFit/>
          </a:bodyPr>
          <a:lstStyle/>
          <a:p>
            <a:pPr algn="ctr" fontAlgn="auto">
              <a:lnSpc>
                <a:spcPct val="150000"/>
              </a:lnSpc>
              <a:spcAft>
                <a:spcPts val="0"/>
              </a:spcAft>
              <a:defRPr/>
            </a:pPr>
            <a:r>
              <a:rPr lang="en-US" altLang="zh-CN" sz="1100" b="1" dirty="0">
                <a:solidFill>
                  <a:schemeClr val="bg1">
                    <a:lumMod val="50000"/>
                  </a:schemeClr>
                </a:solidFill>
                <a:latin typeface="微软雅黑" panose="020B0503020204020204" pitchFamily="34" charset="-122"/>
                <a:ea typeface="微软雅黑" panose="020B0503020204020204" pitchFamily="34" charset="-122"/>
              </a:rPr>
              <a:t> Add up everything what you like and everything what you want </a:t>
            </a:r>
            <a:endParaRPr lang="en-US" altLang="zh-CN" sz="1100" b="1" dirty="0">
              <a:solidFill>
                <a:schemeClr val="bg1">
                  <a:lumMod val="50000"/>
                </a:schemeClr>
              </a:solidFill>
              <a:latin typeface="微软雅黑" panose="020B0503020204020204" pitchFamily="34" charset="-122"/>
              <a:ea typeface="微软雅黑" panose="020B0503020204020204" pitchFamily="34" charset="-122"/>
            </a:endParaRPr>
          </a:p>
          <a:p>
            <a:pPr algn="ctr" fontAlgn="auto">
              <a:lnSpc>
                <a:spcPct val="150000"/>
              </a:lnSpc>
              <a:spcAft>
                <a:spcPts val="0"/>
              </a:spcAft>
              <a:defRPr/>
            </a:pPr>
            <a:r>
              <a:rPr lang="zh-CN" altLang="en-US" sz="1100" b="1" dirty="0">
                <a:solidFill>
                  <a:schemeClr val="bg1">
                    <a:lumMod val="50000"/>
                  </a:schemeClr>
                </a:solidFill>
                <a:latin typeface="微软雅黑" panose="020B0503020204020204" pitchFamily="34" charset="-122"/>
                <a:ea typeface="微软雅黑" panose="020B0503020204020204" pitchFamily="34" charset="-122"/>
              </a:rPr>
              <a:t> 梦想，要比昨天走的更远</a:t>
            </a:r>
            <a:endParaRPr lang="zh-CN" altLang="en-US" sz="1100" b="1" dirty="0">
              <a:solidFill>
                <a:schemeClr val="bg1">
                  <a:lumMod val="50000"/>
                </a:schemeClr>
              </a:solidFill>
              <a:latin typeface="微软雅黑" panose="020B0503020204020204" pitchFamily="34" charset="-122"/>
              <a:ea typeface="微软雅黑" panose="020B0503020204020204" pitchFamily="34" charset="-122"/>
            </a:endParaRPr>
          </a:p>
        </p:txBody>
      </p:sp>
      <p:grpSp>
        <p:nvGrpSpPr>
          <p:cNvPr id="46" name="组合 45"/>
          <p:cNvGrpSpPr/>
          <p:nvPr/>
        </p:nvGrpSpPr>
        <p:grpSpPr>
          <a:xfrm>
            <a:off x="3924000" y="915566"/>
            <a:ext cx="1296000" cy="1296000"/>
            <a:chOff x="3832651" y="1100471"/>
            <a:chExt cx="1296000" cy="1296000"/>
          </a:xfrm>
        </p:grpSpPr>
        <p:sp>
          <p:nvSpPr>
            <p:cNvPr id="48" name="椭圆 47"/>
            <p:cNvSpPr/>
            <p:nvPr/>
          </p:nvSpPr>
          <p:spPr>
            <a:xfrm>
              <a:off x="3832651" y="1100471"/>
              <a:ext cx="1296000" cy="1296000"/>
            </a:xfrm>
            <a:prstGeom prst="ellipse">
              <a:avLst/>
            </a:prstGeom>
            <a:gradFill flip="none" rotWithShape="1">
              <a:gsLst>
                <a:gs pos="0">
                  <a:schemeClr val="bg1">
                    <a:lumMod val="75000"/>
                  </a:schemeClr>
                </a:gs>
                <a:gs pos="100000">
                  <a:schemeClr val="bg1"/>
                </a:gs>
                <a:gs pos="0">
                  <a:srgbClr val="CDCDCD"/>
                </a:gs>
              </a:gsLst>
              <a:lin ang="18900000" scaled="1"/>
              <a:tileRect/>
            </a:gradFill>
            <a:ln w="285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椭圆 48"/>
            <p:cNvSpPr/>
            <p:nvPr/>
          </p:nvSpPr>
          <p:spPr>
            <a:xfrm>
              <a:off x="3868583" y="1136403"/>
              <a:ext cx="1224136" cy="1224136"/>
            </a:xfrm>
            <a:prstGeom prst="ellipse">
              <a:avLst/>
            </a:prstGeom>
            <a:gradFill flip="none" rotWithShape="1">
              <a:gsLst>
                <a:gs pos="100000">
                  <a:schemeClr val="bg1"/>
                </a:gs>
                <a:gs pos="0">
                  <a:schemeClr val="bg1">
                    <a:lumMod val="75000"/>
                  </a:schemeClr>
                </a:gs>
              </a:gsLst>
              <a:lin ang="8400000" scaled="0"/>
              <a:tileRect/>
            </a:gradFill>
            <a:ln w="28575">
              <a:noFill/>
            </a:ln>
            <a:effectLst>
              <a:outerShdw blurRad="317500" dist="228600" dir="7200000" algn="ctr" rotWithShape="0">
                <a:schemeClr val="tx1">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nvGrpSpPr>
          <p:cNvPr id="53" name="组合 52"/>
          <p:cNvGrpSpPr/>
          <p:nvPr/>
        </p:nvGrpSpPr>
        <p:grpSpPr>
          <a:xfrm>
            <a:off x="5812051" y="1309130"/>
            <a:ext cx="1656184" cy="508869"/>
            <a:chOff x="755576" y="627534"/>
            <a:chExt cx="1800200" cy="508869"/>
          </a:xfrm>
        </p:grpSpPr>
        <p:cxnSp>
          <p:nvCxnSpPr>
            <p:cNvPr id="54" name="直接连接符 53"/>
            <p:cNvCxnSpPr/>
            <p:nvPr/>
          </p:nvCxnSpPr>
          <p:spPr>
            <a:xfrm>
              <a:off x="755576" y="987574"/>
              <a:ext cx="504056" cy="0"/>
            </a:xfrm>
            <a:prstGeom prst="line">
              <a:avLst/>
            </a:prstGeom>
            <a:ln w="19050">
              <a:solidFill>
                <a:schemeClr val="bg1"/>
              </a:solidFill>
              <a:headEnd type="oval"/>
            </a:ln>
            <a:effectLst>
              <a:outerShdw blurRad="63500" dist="38100" dir="7200000" algn="ctr" rotWithShape="0">
                <a:schemeClr val="tx1">
                  <a:alpha val="60000"/>
                </a:schemeClr>
              </a:outerShdw>
            </a:effectLst>
          </p:spPr>
          <p:style>
            <a:lnRef idx="1">
              <a:schemeClr val="accent1"/>
            </a:lnRef>
            <a:fillRef idx="0">
              <a:schemeClr val="accent1"/>
            </a:fillRef>
            <a:effectRef idx="0">
              <a:schemeClr val="accent1"/>
            </a:effectRef>
            <a:fontRef idx="minor">
              <a:schemeClr val="tx1"/>
            </a:fontRef>
          </p:style>
        </p:cxnSp>
        <p:cxnSp>
          <p:nvCxnSpPr>
            <p:cNvPr id="55" name="直接连接符 54"/>
            <p:cNvCxnSpPr/>
            <p:nvPr/>
          </p:nvCxnSpPr>
          <p:spPr>
            <a:xfrm flipV="1">
              <a:off x="1259632" y="843558"/>
              <a:ext cx="72008" cy="144016"/>
            </a:xfrm>
            <a:prstGeom prst="line">
              <a:avLst/>
            </a:prstGeom>
            <a:ln w="19050">
              <a:solidFill>
                <a:schemeClr val="bg1"/>
              </a:solidFill>
            </a:ln>
            <a:effectLst>
              <a:outerShdw blurRad="63500" dist="38100" dir="7200000" algn="ctr" rotWithShape="0">
                <a:schemeClr val="tx1">
                  <a:alpha val="60000"/>
                </a:schemeClr>
              </a:outerShdw>
            </a:effectLst>
          </p:spPr>
          <p:style>
            <a:lnRef idx="1">
              <a:schemeClr val="accent1"/>
            </a:lnRef>
            <a:fillRef idx="0">
              <a:schemeClr val="accent1"/>
            </a:fillRef>
            <a:effectRef idx="0">
              <a:schemeClr val="accent1"/>
            </a:effectRef>
            <a:fontRef idx="minor">
              <a:schemeClr val="tx1"/>
            </a:fontRef>
          </p:style>
        </p:cxnSp>
        <p:cxnSp>
          <p:nvCxnSpPr>
            <p:cNvPr id="56" name="直接连接符 55"/>
            <p:cNvCxnSpPr/>
            <p:nvPr/>
          </p:nvCxnSpPr>
          <p:spPr>
            <a:xfrm>
              <a:off x="1331640" y="843558"/>
              <a:ext cx="124675" cy="292845"/>
            </a:xfrm>
            <a:prstGeom prst="line">
              <a:avLst/>
            </a:prstGeom>
            <a:ln w="19050">
              <a:solidFill>
                <a:schemeClr val="bg1"/>
              </a:solidFill>
            </a:ln>
            <a:effectLst>
              <a:outerShdw blurRad="63500" dist="38100" dir="7200000" algn="ctr" rotWithShape="0">
                <a:schemeClr val="tx1">
                  <a:alpha val="60000"/>
                </a:schemeClr>
              </a:outerShdw>
            </a:effectLst>
          </p:spPr>
          <p:style>
            <a:lnRef idx="1">
              <a:schemeClr val="accent1"/>
            </a:lnRef>
            <a:fillRef idx="0">
              <a:schemeClr val="accent1"/>
            </a:fillRef>
            <a:effectRef idx="0">
              <a:schemeClr val="accent1"/>
            </a:effectRef>
            <a:fontRef idx="minor">
              <a:schemeClr val="tx1"/>
            </a:fontRef>
          </p:style>
        </p:cxnSp>
        <p:cxnSp>
          <p:nvCxnSpPr>
            <p:cNvPr id="57" name="直接连接符 56"/>
            <p:cNvCxnSpPr/>
            <p:nvPr/>
          </p:nvCxnSpPr>
          <p:spPr>
            <a:xfrm flipV="1">
              <a:off x="1456315" y="627534"/>
              <a:ext cx="451389" cy="508869"/>
            </a:xfrm>
            <a:prstGeom prst="line">
              <a:avLst/>
            </a:prstGeom>
            <a:ln w="19050">
              <a:solidFill>
                <a:schemeClr val="bg1"/>
              </a:solidFill>
            </a:ln>
            <a:effectLst>
              <a:outerShdw blurRad="63500" dist="38100" dir="7200000" algn="ctr" rotWithShape="0">
                <a:schemeClr val="tx1">
                  <a:alpha val="60000"/>
                </a:schemeClr>
              </a:outerShdw>
            </a:effectLst>
          </p:spPr>
          <p:style>
            <a:lnRef idx="1">
              <a:schemeClr val="accent1"/>
            </a:lnRef>
            <a:fillRef idx="0">
              <a:schemeClr val="accent1"/>
            </a:fillRef>
            <a:effectRef idx="0">
              <a:schemeClr val="accent1"/>
            </a:effectRef>
            <a:fontRef idx="minor">
              <a:schemeClr val="tx1"/>
            </a:fontRef>
          </p:style>
        </p:cxnSp>
        <p:cxnSp>
          <p:nvCxnSpPr>
            <p:cNvPr id="58" name="直接连接符 57"/>
            <p:cNvCxnSpPr/>
            <p:nvPr/>
          </p:nvCxnSpPr>
          <p:spPr>
            <a:xfrm>
              <a:off x="1907704" y="627534"/>
              <a:ext cx="72008" cy="360040"/>
            </a:xfrm>
            <a:prstGeom prst="line">
              <a:avLst/>
            </a:prstGeom>
            <a:ln w="19050">
              <a:solidFill>
                <a:schemeClr val="bg1"/>
              </a:solidFill>
            </a:ln>
            <a:effectLst>
              <a:outerShdw blurRad="63500" dist="38100" dir="7200000" algn="ctr" rotWithShape="0">
                <a:schemeClr val="tx1">
                  <a:alpha val="60000"/>
                </a:schemeClr>
              </a:outerShdw>
            </a:effectLst>
          </p:spPr>
          <p:style>
            <a:lnRef idx="1">
              <a:schemeClr val="accent1"/>
            </a:lnRef>
            <a:fillRef idx="0">
              <a:schemeClr val="accent1"/>
            </a:fillRef>
            <a:effectRef idx="0">
              <a:schemeClr val="accent1"/>
            </a:effectRef>
            <a:fontRef idx="minor">
              <a:schemeClr val="tx1"/>
            </a:fontRef>
          </p:style>
        </p:cxnSp>
        <p:cxnSp>
          <p:nvCxnSpPr>
            <p:cNvPr id="59" name="直接连接符 58"/>
            <p:cNvCxnSpPr/>
            <p:nvPr/>
          </p:nvCxnSpPr>
          <p:spPr>
            <a:xfrm flipV="1">
              <a:off x="1979712" y="987574"/>
              <a:ext cx="576064" cy="2406"/>
            </a:xfrm>
            <a:prstGeom prst="line">
              <a:avLst/>
            </a:prstGeom>
            <a:ln w="19050">
              <a:solidFill>
                <a:schemeClr val="bg1"/>
              </a:solidFill>
              <a:tailEnd type="oval"/>
            </a:ln>
            <a:effectLst>
              <a:outerShdw blurRad="63500" dist="38100" dir="7200000" algn="ctr" rotWithShape="0">
                <a:schemeClr val="tx1">
                  <a:alpha val="60000"/>
                </a:schemeClr>
              </a:outerShdw>
            </a:effectLst>
          </p:spPr>
          <p:style>
            <a:lnRef idx="1">
              <a:schemeClr val="accent1"/>
            </a:lnRef>
            <a:fillRef idx="0">
              <a:schemeClr val="accent1"/>
            </a:fillRef>
            <a:effectRef idx="0">
              <a:schemeClr val="accent1"/>
            </a:effectRef>
            <a:fontRef idx="minor">
              <a:schemeClr val="tx1"/>
            </a:fontRef>
          </p:style>
        </p:cxnSp>
      </p:grpSp>
      <p:grpSp>
        <p:nvGrpSpPr>
          <p:cNvPr id="60" name="组合 59"/>
          <p:cNvGrpSpPr/>
          <p:nvPr/>
        </p:nvGrpSpPr>
        <p:grpSpPr>
          <a:xfrm>
            <a:off x="1475656" y="1309129"/>
            <a:ext cx="1656184" cy="508869"/>
            <a:chOff x="755576" y="627534"/>
            <a:chExt cx="1800200" cy="508869"/>
          </a:xfrm>
        </p:grpSpPr>
        <p:cxnSp>
          <p:nvCxnSpPr>
            <p:cNvPr id="61" name="直接连接符 60"/>
            <p:cNvCxnSpPr/>
            <p:nvPr/>
          </p:nvCxnSpPr>
          <p:spPr>
            <a:xfrm>
              <a:off x="755576" y="987574"/>
              <a:ext cx="504056" cy="0"/>
            </a:xfrm>
            <a:prstGeom prst="line">
              <a:avLst/>
            </a:prstGeom>
            <a:ln w="19050">
              <a:solidFill>
                <a:schemeClr val="bg1"/>
              </a:solidFill>
              <a:headEnd type="oval"/>
            </a:ln>
            <a:effectLst>
              <a:outerShdw blurRad="63500" dist="38100" dir="7200000" algn="ctr" rotWithShape="0">
                <a:schemeClr val="tx1">
                  <a:alpha val="60000"/>
                </a:schemeClr>
              </a:outerShdw>
            </a:effectLst>
          </p:spPr>
          <p:style>
            <a:lnRef idx="1">
              <a:schemeClr val="accent1"/>
            </a:lnRef>
            <a:fillRef idx="0">
              <a:schemeClr val="accent1"/>
            </a:fillRef>
            <a:effectRef idx="0">
              <a:schemeClr val="accent1"/>
            </a:effectRef>
            <a:fontRef idx="minor">
              <a:schemeClr val="tx1"/>
            </a:fontRef>
          </p:style>
        </p:cxnSp>
        <p:cxnSp>
          <p:nvCxnSpPr>
            <p:cNvPr id="62" name="直接连接符 61"/>
            <p:cNvCxnSpPr/>
            <p:nvPr/>
          </p:nvCxnSpPr>
          <p:spPr>
            <a:xfrm flipV="1">
              <a:off x="1259632" y="843558"/>
              <a:ext cx="72008" cy="144016"/>
            </a:xfrm>
            <a:prstGeom prst="line">
              <a:avLst/>
            </a:prstGeom>
            <a:ln w="19050">
              <a:solidFill>
                <a:schemeClr val="bg1"/>
              </a:solidFill>
            </a:ln>
            <a:effectLst>
              <a:outerShdw blurRad="63500" dist="38100" dir="7200000" algn="ctr" rotWithShape="0">
                <a:schemeClr val="tx1">
                  <a:alpha val="60000"/>
                </a:schemeClr>
              </a:outerShdw>
            </a:effectLst>
          </p:spPr>
          <p:style>
            <a:lnRef idx="1">
              <a:schemeClr val="accent1"/>
            </a:lnRef>
            <a:fillRef idx="0">
              <a:schemeClr val="accent1"/>
            </a:fillRef>
            <a:effectRef idx="0">
              <a:schemeClr val="accent1"/>
            </a:effectRef>
            <a:fontRef idx="minor">
              <a:schemeClr val="tx1"/>
            </a:fontRef>
          </p:style>
        </p:cxnSp>
        <p:cxnSp>
          <p:nvCxnSpPr>
            <p:cNvPr id="63" name="直接连接符 62"/>
            <p:cNvCxnSpPr/>
            <p:nvPr/>
          </p:nvCxnSpPr>
          <p:spPr>
            <a:xfrm>
              <a:off x="1331640" y="843558"/>
              <a:ext cx="124675" cy="292845"/>
            </a:xfrm>
            <a:prstGeom prst="line">
              <a:avLst/>
            </a:prstGeom>
            <a:ln w="19050">
              <a:solidFill>
                <a:schemeClr val="bg1"/>
              </a:solidFill>
            </a:ln>
            <a:effectLst>
              <a:outerShdw blurRad="63500" dist="38100" dir="7200000" algn="ctr" rotWithShape="0">
                <a:schemeClr val="tx1">
                  <a:alpha val="60000"/>
                </a:schemeClr>
              </a:outerShdw>
            </a:effectLst>
          </p:spPr>
          <p:style>
            <a:lnRef idx="1">
              <a:schemeClr val="accent1"/>
            </a:lnRef>
            <a:fillRef idx="0">
              <a:schemeClr val="accent1"/>
            </a:fillRef>
            <a:effectRef idx="0">
              <a:schemeClr val="accent1"/>
            </a:effectRef>
            <a:fontRef idx="minor">
              <a:schemeClr val="tx1"/>
            </a:fontRef>
          </p:style>
        </p:cxnSp>
        <p:cxnSp>
          <p:nvCxnSpPr>
            <p:cNvPr id="64" name="直接连接符 63"/>
            <p:cNvCxnSpPr/>
            <p:nvPr/>
          </p:nvCxnSpPr>
          <p:spPr>
            <a:xfrm flipV="1">
              <a:off x="1456315" y="627534"/>
              <a:ext cx="451389" cy="508869"/>
            </a:xfrm>
            <a:prstGeom prst="line">
              <a:avLst/>
            </a:prstGeom>
            <a:ln w="19050">
              <a:solidFill>
                <a:schemeClr val="bg1"/>
              </a:solidFill>
            </a:ln>
            <a:effectLst>
              <a:outerShdw blurRad="63500" dist="38100" dir="7200000" algn="ctr" rotWithShape="0">
                <a:schemeClr val="tx1">
                  <a:alpha val="60000"/>
                </a:schemeClr>
              </a:outerShdw>
            </a:effectLst>
          </p:spPr>
          <p:style>
            <a:lnRef idx="1">
              <a:schemeClr val="accent1"/>
            </a:lnRef>
            <a:fillRef idx="0">
              <a:schemeClr val="accent1"/>
            </a:fillRef>
            <a:effectRef idx="0">
              <a:schemeClr val="accent1"/>
            </a:effectRef>
            <a:fontRef idx="minor">
              <a:schemeClr val="tx1"/>
            </a:fontRef>
          </p:style>
        </p:cxnSp>
        <p:cxnSp>
          <p:nvCxnSpPr>
            <p:cNvPr id="65" name="直接连接符 64"/>
            <p:cNvCxnSpPr/>
            <p:nvPr/>
          </p:nvCxnSpPr>
          <p:spPr>
            <a:xfrm>
              <a:off x="1907704" y="627534"/>
              <a:ext cx="72008" cy="360040"/>
            </a:xfrm>
            <a:prstGeom prst="line">
              <a:avLst/>
            </a:prstGeom>
            <a:ln w="19050">
              <a:solidFill>
                <a:schemeClr val="bg1"/>
              </a:solidFill>
            </a:ln>
            <a:effectLst>
              <a:outerShdw blurRad="63500" dist="38100" dir="7200000" algn="ctr" rotWithShape="0">
                <a:schemeClr val="tx1">
                  <a:alpha val="60000"/>
                </a:schemeClr>
              </a:outerShdw>
            </a:effectLst>
          </p:spPr>
          <p:style>
            <a:lnRef idx="1">
              <a:schemeClr val="accent1"/>
            </a:lnRef>
            <a:fillRef idx="0">
              <a:schemeClr val="accent1"/>
            </a:fillRef>
            <a:effectRef idx="0">
              <a:schemeClr val="accent1"/>
            </a:effectRef>
            <a:fontRef idx="minor">
              <a:schemeClr val="tx1"/>
            </a:fontRef>
          </p:style>
        </p:cxnSp>
        <p:cxnSp>
          <p:nvCxnSpPr>
            <p:cNvPr id="66" name="直接连接符 65"/>
            <p:cNvCxnSpPr/>
            <p:nvPr/>
          </p:nvCxnSpPr>
          <p:spPr>
            <a:xfrm flipV="1">
              <a:off x="1979712" y="987574"/>
              <a:ext cx="576064" cy="2406"/>
            </a:xfrm>
            <a:prstGeom prst="line">
              <a:avLst/>
            </a:prstGeom>
            <a:ln w="19050">
              <a:solidFill>
                <a:schemeClr val="bg1"/>
              </a:solidFill>
              <a:tailEnd type="oval"/>
            </a:ln>
            <a:effectLst>
              <a:outerShdw blurRad="63500" dist="38100" dir="7200000" algn="ctr" rotWithShape="0">
                <a:schemeClr val="tx1">
                  <a:alpha val="60000"/>
                </a:schemeClr>
              </a:outerShdw>
            </a:effectLst>
          </p:spPr>
          <p:style>
            <a:lnRef idx="1">
              <a:schemeClr val="accent1"/>
            </a:lnRef>
            <a:fillRef idx="0">
              <a:schemeClr val="accent1"/>
            </a:fillRef>
            <a:effectRef idx="0">
              <a:schemeClr val="accent1"/>
            </a:effectRef>
            <a:fontRef idx="minor">
              <a:schemeClr val="tx1"/>
            </a:fontRef>
          </p:style>
        </p:cxnSp>
      </p:grpSp>
      <p:pic>
        <p:nvPicPr>
          <p:cNvPr id="70" name="Picture 2"/>
          <p:cNvPicPr preferRelativeResize="0">
            <a:picLocks noChangeAspect="1" noChangeArrowheads="1"/>
          </p:cNvPicPr>
          <p:nvPr/>
        </p:nvPicPr>
        <p:blipFill>
          <a:blip r:embed="rId1" cstate="print">
            <a:duotone>
              <a:prstClr val="black"/>
              <a:srgbClr val="679E2A">
                <a:tint val="45000"/>
                <a:satMod val="400000"/>
              </a:srgbClr>
            </a:duotone>
            <a:extLst>
              <a:ext uri="{BEBA8EAE-BF5A-486C-A8C5-ECC9F3942E4B}">
                <a14:imgProps xmlns:a14="http://schemas.microsoft.com/office/drawing/2010/main">
                  <a14:imgLayer r:embed="rId2">
                    <a14:imgEffect>
                      <a14:brightnessContrast bright="25000"/>
                    </a14:imgEffect>
                  </a14:imgLayer>
                </a14:imgProps>
              </a:ext>
              <a:ext uri="{28A0092B-C50C-407E-A947-70E740481C1C}">
                <a14:useLocalDpi xmlns:a14="http://schemas.microsoft.com/office/drawing/2010/main" val="0"/>
              </a:ext>
            </a:extLst>
          </a:blip>
          <a:srcRect/>
          <a:stretch>
            <a:fillRect/>
          </a:stretch>
        </p:blipFill>
        <p:spPr bwMode="auto">
          <a:xfrm>
            <a:off x="3952111" y="951498"/>
            <a:ext cx="1254678" cy="1254678"/>
          </a:xfrm>
          <a:prstGeom prst="rect">
            <a:avLst/>
          </a:prstGeom>
          <a:noFill/>
          <a:extLst>
            <a:ext uri="{909E8E84-426E-40DD-AFC4-6F175D3DCCD1}">
              <a14:hiddenFill xmlns:a14="http://schemas.microsoft.com/office/drawing/2010/main">
                <a:solidFill>
                  <a:srgbClr val="FFFFFF"/>
                </a:solidFill>
              </a14:hiddenFill>
            </a:ext>
          </a:extLst>
        </p:spPr>
      </p:pic>
      <p:sp>
        <p:nvSpPr>
          <p:cNvPr id="76" name="TextBox 75"/>
          <p:cNvSpPr txBox="1"/>
          <p:nvPr/>
        </p:nvSpPr>
        <p:spPr>
          <a:xfrm>
            <a:off x="7452320" y="4515966"/>
            <a:ext cx="1691680" cy="230505"/>
          </a:xfrm>
          <a:prstGeom prst="rect">
            <a:avLst/>
          </a:prstGeom>
          <a:noFill/>
        </p:spPr>
        <p:txBody>
          <a:bodyPr wrap="square" lIns="0" tIns="0" rIns="0" bIns="0" rtlCol="0">
            <a:spAutoFit/>
          </a:bodyPr>
          <a:lstStyle/>
          <a:p>
            <a:r>
              <a:rPr lang="zh-CN" altLang="en-US" sz="1500" dirty="0">
                <a:solidFill>
                  <a:schemeClr val="bg1">
                    <a:lumMod val="50000"/>
                  </a:schemeClr>
                </a:solidFill>
                <a:latin typeface="微软雅黑" panose="020B0503020204020204" pitchFamily="34" charset="-122"/>
                <a:ea typeface="微软雅黑" panose="020B0503020204020204" pitchFamily="34" charset="-122"/>
              </a:rPr>
              <a:t>答辩人：朱正轩</a:t>
            </a:r>
            <a:endParaRPr lang="zh-CN" altLang="en-US" sz="1500"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77" name="TextBox 76"/>
          <p:cNvSpPr txBox="1"/>
          <p:nvPr/>
        </p:nvSpPr>
        <p:spPr>
          <a:xfrm>
            <a:off x="7452320" y="4803998"/>
            <a:ext cx="1691680" cy="230505"/>
          </a:xfrm>
          <a:prstGeom prst="rect">
            <a:avLst/>
          </a:prstGeom>
          <a:noFill/>
        </p:spPr>
        <p:txBody>
          <a:bodyPr wrap="square" lIns="0" tIns="0" rIns="0" bIns="0" rtlCol="0">
            <a:spAutoFit/>
          </a:bodyPr>
          <a:lstStyle/>
          <a:p>
            <a:r>
              <a:rPr lang="zh-CN" altLang="en-US" sz="1500" dirty="0">
                <a:solidFill>
                  <a:schemeClr val="bg1">
                    <a:lumMod val="50000"/>
                  </a:schemeClr>
                </a:solidFill>
                <a:latin typeface="微软雅黑" panose="020B0503020204020204" pitchFamily="34" charset="-122"/>
                <a:ea typeface="微软雅黑" panose="020B0503020204020204" pitchFamily="34" charset="-122"/>
              </a:rPr>
              <a:t>导   师：徐静</a:t>
            </a:r>
            <a:endParaRPr lang="zh-CN" altLang="en-US" sz="1500"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78" name="圆角矩形 77"/>
          <p:cNvSpPr/>
          <p:nvPr/>
        </p:nvSpPr>
        <p:spPr>
          <a:xfrm>
            <a:off x="1238250" y="2736850"/>
            <a:ext cx="6579870" cy="549910"/>
          </a:xfrm>
          <a:prstGeom prst="roundRect">
            <a:avLst>
              <a:gd name="adj" fmla="val 22751"/>
            </a:avLst>
          </a:prstGeom>
          <a:gradFill>
            <a:gsLst>
              <a:gs pos="0">
                <a:schemeClr val="bg1">
                  <a:lumMod val="95000"/>
                </a:schemeClr>
              </a:gs>
              <a:gs pos="100000">
                <a:schemeClr val="bg1">
                  <a:lumMod val="95000"/>
                </a:schemeClr>
              </a:gs>
            </a:gsLst>
            <a:lin ang="5400000" scaled="0"/>
          </a:gradFill>
          <a:ln>
            <a:noFill/>
          </a:ln>
          <a:effectLst>
            <a:innerShdw blurRad="1524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p>
        </p:txBody>
      </p:sp>
      <p:sp>
        <p:nvSpPr>
          <p:cNvPr id="79" name="Text Box 64"/>
          <p:cNvSpPr txBox="1">
            <a:spLocks noChangeArrowheads="1"/>
          </p:cNvSpPr>
          <p:nvPr/>
        </p:nvSpPr>
        <p:spPr bwMode="auto">
          <a:xfrm>
            <a:off x="1907540" y="2769870"/>
            <a:ext cx="5329555" cy="483870"/>
          </a:xfrm>
          <a:prstGeom prst="rect">
            <a:avLst/>
          </a:prstGeom>
          <a:noFill/>
          <a:ln w="9525">
            <a:noFill/>
            <a:miter lim="800000"/>
          </a:ln>
        </p:spPr>
        <p:txBody>
          <a:bodyPr wrap="square" lIns="68580" tIns="34290" rIns="68580" bIns="34290">
            <a:spAutoFit/>
          </a:bodyPr>
          <a:lstStyle/>
          <a:p>
            <a:r>
              <a:rPr lang="zh-CN" sz="2700" b="1" dirty="0">
                <a:solidFill>
                  <a:srgbClr val="679E2A"/>
                </a:solidFill>
                <a:latin typeface="微软雅黑" panose="020B0503020204020204" pitchFamily="34" charset="-122"/>
                <a:ea typeface="微软雅黑" panose="020B0503020204020204" pitchFamily="34" charset="-122"/>
              </a:rPr>
              <a:t>单点登录系统</a:t>
            </a:r>
            <a:r>
              <a:rPr lang="zh-CN" sz="2700" b="1" dirty="0">
                <a:solidFill>
                  <a:srgbClr val="679E2A"/>
                </a:solidFill>
                <a:latin typeface="微软雅黑" panose="020B0503020204020204" pitchFamily="34" charset="-122"/>
                <a:ea typeface="微软雅黑" panose="020B0503020204020204" pitchFamily="34" charset="-122"/>
                <a:sym typeface="+mn-ea"/>
              </a:rPr>
              <a:t>的</a:t>
            </a:r>
            <a:r>
              <a:rPr lang="zh-CN" sz="2700" b="1" dirty="0">
                <a:solidFill>
                  <a:srgbClr val="679E2A"/>
                </a:solidFill>
                <a:latin typeface="微软雅黑" panose="020B0503020204020204" pitchFamily="34" charset="-122"/>
                <a:ea typeface="微软雅黑" panose="020B0503020204020204" pitchFamily="34" charset="-122"/>
              </a:rPr>
              <a:t>实现安全性分析</a:t>
            </a:r>
            <a:endParaRPr lang="zh-CN" sz="2700" b="1" dirty="0">
              <a:solidFill>
                <a:srgbClr val="679E2A"/>
              </a:solidFill>
              <a:latin typeface="微软雅黑" panose="020B0503020204020204" pitchFamily="34" charset="-122"/>
              <a:ea typeface="微软雅黑" panose="020B0503020204020204" pitchFamily="34" charset="-122"/>
            </a:endParaRPr>
          </a:p>
        </p:txBody>
      </p:sp>
    </p:spTree>
    <p:custDataLst>
      <p:tags r:id="rId3"/>
    </p:custDataLst>
  </p:cSld>
  <p:clrMapOvr>
    <a:masterClrMapping/>
  </p:clrMapOvr>
  <mc:AlternateContent xmlns:mc="http://schemas.openxmlformats.org/markup-compatibility/2006">
    <mc:Choice xmlns:p14="http://schemas.microsoft.com/office/powerpoint/2010/main" Requires="p14">
      <p:transition spd="slow" p14:dur="4000" advClick="0" advTm="0">
        <p14:vortex dir="r"/>
      </p:transition>
    </mc:Choice>
    <mc:Fallback>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32" fill="hold" nodeType="afterEffect">
                                  <p:stCondLst>
                                    <p:cond delay="0"/>
                                  </p:stCondLst>
                                  <p:childTnLst>
                                    <p:set>
                                      <p:cBhvr>
                                        <p:cTn id="6" dur="1" fill="hold">
                                          <p:stCondLst>
                                            <p:cond delay="0"/>
                                          </p:stCondLst>
                                        </p:cTn>
                                        <p:tgtEl>
                                          <p:spTgt spid="46"/>
                                        </p:tgtEl>
                                        <p:attrNameLst>
                                          <p:attrName>style.visibility</p:attrName>
                                        </p:attrNameLst>
                                      </p:cBhvr>
                                      <p:to>
                                        <p:strVal val="visible"/>
                                      </p:to>
                                    </p:set>
                                    <p:anim calcmode="lin" valueType="num">
                                      <p:cBhvr>
                                        <p:cTn id="7" dur="500" fill="hold"/>
                                        <p:tgtEl>
                                          <p:spTgt spid="46"/>
                                        </p:tgtEl>
                                        <p:attrNameLst>
                                          <p:attrName>ppt_w</p:attrName>
                                        </p:attrNameLst>
                                      </p:cBhvr>
                                      <p:tavLst>
                                        <p:tav tm="0">
                                          <p:val>
                                            <p:strVal val="4*#ppt_w"/>
                                          </p:val>
                                        </p:tav>
                                        <p:tav tm="100000">
                                          <p:val>
                                            <p:strVal val="#ppt_w"/>
                                          </p:val>
                                        </p:tav>
                                      </p:tavLst>
                                    </p:anim>
                                    <p:anim calcmode="lin" valueType="num">
                                      <p:cBhvr>
                                        <p:cTn id="8" dur="500" fill="hold"/>
                                        <p:tgtEl>
                                          <p:spTgt spid="46"/>
                                        </p:tgtEl>
                                        <p:attrNameLst>
                                          <p:attrName>ppt_h</p:attrName>
                                        </p:attrNameLst>
                                      </p:cBhvr>
                                      <p:tavLst>
                                        <p:tav tm="0">
                                          <p:val>
                                            <p:strVal val="4*#ppt_h"/>
                                          </p:val>
                                        </p:tav>
                                        <p:tav tm="100000">
                                          <p:val>
                                            <p:strVal val="#ppt_h"/>
                                          </p:val>
                                        </p:tav>
                                      </p:tavLst>
                                    </p:anim>
                                  </p:childTnLst>
                                </p:cTn>
                              </p:par>
                            </p:childTnLst>
                          </p:cTn>
                        </p:par>
                        <p:par>
                          <p:cTn id="9" fill="hold">
                            <p:stCondLst>
                              <p:cond delay="500"/>
                            </p:stCondLst>
                            <p:childTnLst>
                              <p:par>
                                <p:cTn id="10" presetID="10" presetClass="entr" presetSubtype="0" fill="hold" nodeType="afterEffect">
                                  <p:stCondLst>
                                    <p:cond delay="0"/>
                                  </p:stCondLst>
                                  <p:childTnLst>
                                    <p:set>
                                      <p:cBhvr>
                                        <p:cTn id="11" dur="1" fill="hold">
                                          <p:stCondLst>
                                            <p:cond delay="0"/>
                                          </p:stCondLst>
                                        </p:cTn>
                                        <p:tgtEl>
                                          <p:spTgt spid="70"/>
                                        </p:tgtEl>
                                        <p:attrNameLst>
                                          <p:attrName>style.visibility</p:attrName>
                                        </p:attrNameLst>
                                      </p:cBhvr>
                                      <p:to>
                                        <p:strVal val="visible"/>
                                      </p:to>
                                    </p:set>
                                    <p:animEffect transition="in" filter="fade">
                                      <p:cBhvr>
                                        <p:cTn id="12" dur="500"/>
                                        <p:tgtEl>
                                          <p:spTgt spid="70"/>
                                        </p:tgtEl>
                                      </p:cBhvr>
                                    </p:animEffect>
                                  </p:childTnLst>
                                </p:cTn>
                              </p:par>
                            </p:childTnLst>
                          </p:cTn>
                        </p:par>
                        <p:par>
                          <p:cTn id="13" fill="hold">
                            <p:stCondLst>
                              <p:cond delay="1000"/>
                            </p:stCondLst>
                            <p:childTnLst>
                              <p:par>
                                <p:cTn id="14" presetID="1" presetClass="entr" presetSubtype="0" fill="hold" nodeType="afterEffect">
                                  <p:stCondLst>
                                    <p:cond delay="0"/>
                                  </p:stCondLst>
                                  <p:childTnLst>
                                    <p:set>
                                      <p:cBhvr>
                                        <p:cTn id="15" dur="1" fill="hold">
                                          <p:stCondLst>
                                            <p:cond delay="0"/>
                                          </p:stCondLst>
                                        </p:cTn>
                                        <p:tgtEl>
                                          <p:spTgt spid="53"/>
                                        </p:tgtEl>
                                        <p:attrNameLst>
                                          <p:attrName>style.visibility</p:attrName>
                                        </p:attrNameLst>
                                      </p:cBhvr>
                                      <p:to>
                                        <p:strVal val="visible"/>
                                      </p:to>
                                    </p:set>
                                  </p:childTnLst>
                                </p:cTn>
                              </p:par>
                              <p:par>
                                <p:cTn id="16" presetID="1" presetClass="entr" presetSubtype="0" fill="hold" nodeType="withEffect">
                                  <p:stCondLst>
                                    <p:cond delay="0"/>
                                  </p:stCondLst>
                                  <p:childTnLst>
                                    <p:set>
                                      <p:cBhvr>
                                        <p:cTn id="17" dur="1" fill="hold">
                                          <p:stCondLst>
                                            <p:cond delay="0"/>
                                          </p:stCondLst>
                                        </p:cTn>
                                        <p:tgtEl>
                                          <p:spTgt spid="60"/>
                                        </p:tgtEl>
                                        <p:attrNameLst>
                                          <p:attrName>style.visibility</p:attrName>
                                        </p:attrNameLst>
                                      </p:cBhvr>
                                      <p:to>
                                        <p:strVal val="visible"/>
                                      </p:to>
                                    </p:set>
                                  </p:childTnLst>
                                </p:cTn>
                              </p:par>
                            </p:childTnLst>
                          </p:cTn>
                        </p:par>
                        <p:par>
                          <p:cTn id="18" fill="hold">
                            <p:stCondLst>
                              <p:cond delay="1000"/>
                            </p:stCondLst>
                            <p:childTnLst>
                              <p:par>
                                <p:cTn id="19" presetID="22" presetClass="entr" presetSubtype="8" fill="hold" nodeType="afterEffect">
                                  <p:stCondLst>
                                    <p:cond delay="0"/>
                                  </p:stCondLst>
                                  <p:childTnLst>
                                    <p:set>
                                      <p:cBhvr>
                                        <p:cTn id="20" dur="1" fill="hold">
                                          <p:stCondLst>
                                            <p:cond delay="0"/>
                                          </p:stCondLst>
                                        </p:cTn>
                                        <p:tgtEl>
                                          <p:spTgt spid="53"/>
                                        </p:tgtEl>
                                        <p:attrNameLst>
                                          <p:attrName>style.visibility</p:attrName>
                                        </p:attrNameLst>
                                      </p:cBhvr>
                                      <p:to>
                                        <p:strVal val="visible"/>
                                      </p:to>
                                    </p:set>
                                    <p:animEffect transition="in" filter="wipe(left)">
                                      <p:cBhvr>
                                        <p:cTn id="21" dur="500"/>
                                        <p:tgtEl>
                                          <p:spTgt spid="53"/>
                                        </p:tgtEl>
                                      </p:cBhvr>
                                    </p:animEffect>
                                  </p:childTnLst>
                                </p:cTn>
                              </p:par>
                              <p:par>
                                <p:cTn id="22" presetID="22" presetClass="entr" presetSubtype="2" fill="hold" nodeType="withEffect">
                                  <p:stCondLst>
                                    <p:cond delay="0"/>
                                  </p:stCondLst>
                                  <p:childTnLst>
                                    <p:set>
                                      <p:cBhvr>
                                        <p:cTn id="23" dur="1" fill="hold">
                                          <p:stCondLst>
                                            <p:cond delay="0"/>
                                          </p:stCondLst>
                                        </p:cTn>
                                        <p:tgtEl>
                                          <p:spTgt spid="60"/>
                                        </p:tgtEl>
                                        <p:attrNameLst>
                                          <p:attrName>style.visibility</p:attrName>
                                        </p:attrNameLst>
                                      </p:cBhvr>
                                      <p:to>
                                        <p:strVal val="visible"/>
                                      </p:to>
                                    </p:set>
                                    <p:animEffect transition="in" filter="wipe(right)">
                                      <p:cBhvr>
                                        <p:cTn id="24" dur="500"/>
                                        <p:tgtEl>
                                          <p:spTgt spid="60"/>
                                        </p:tgtEl>
                                      </p:cBhvr>
                                    </p:animEffect>
                                  </p:childTnLst>
                                </p:cTn>
                              </p:par>
                            </p:childTnLst>
                          </p:cTn>
                        </p:par>
                        <p:par>
                          <p:cTn id="25" fill="hold">
                            <p:stCondLst>
                              <p:cond delay="1500"/>
                            </p:stCondLst>
                            <p:childTnLst>
                              <p:par>
                                <p:cTn id="26" presetID="26" presetClass="emph" presetSubtype="0" fill="hold" nodeType="afterEffect">
                                  <p:stCondLst>
                                    <p:cond delay="0"/>
                                  </p:stCondLst>
                                  <p:childTnLst>
                                    <p:animEffect transition="out" filter="fade">
                                      <p:cBhvr>
                                        <p:cTn id="27" dur="500" tmFilter="0, 0; .2, .5; .8, .5; 1, 0"/>
                                        <p:tgtEl>
                                          <p:spTgt spid="53"/>
                                        </p:tgtEl>
                                      </p:cBhvr>
                                    </p:animEffect>
                                    <p:animScale>
                                      <p:cBhvr>
                                        <p:cTn id="28" dur="250" autoRev="1" fill="hold"/>
                                        <p:tgtEl>
                                          <p:spTgt spid="53"/>
                                        </p:tgtEl>
                                      </p:cBhvr>
                                      <p:by x="105000" y="105000"/>
                                    </p:animScale>
                                  </p:childTnLst>
                                </p:cTn>
                              </p:par>
                              <p:par>
                                <p:cTn id="29" presetID="26" presetClass="emph" presetSubtype="0" fill="hold" nodeType="withEffect">
                                  <p:stCondLst>
                                    <p:cond delay="0"/>
                                  </p:stCondLst>
                                  <p:childTnLst>
                                    <p:animEffect transition="out" filter="fade">
                                      <p:cBhvr>
                                        <p:cTn id="30" dur="500" tmFilter="0, 0; .2, .5; .8, .5; 1, 0"/>
                                        <p:tgtEl>
                                          <p:spTgt spid="60"/>
                                        </p:tgtEl>
                                      </p:cBhvr>
                                    </p:animEffect>
                                    <p:animScale>
                                      <p:cBhvr>
                                        <p:cTn id="31" dur="250" autoRev="1" fill="hold"/>
                                        <p:tgtEl>
                                          <p:spTgt spid="60"/>
                                        </p:tgtEl>
                                      </p:cBhvr>
                                      <p:by x="105000" y="105000"/>
                                    </p:animScale>
                                  </p:childTnLst>
                                </p:cTn>
                              </p:par>
                            </p:childTnLst>
                          </p:cTn>
                        </p:par>
                        <p:par>
                          <p:cTn id="32" fill="hold">
                            <p:stCondLst>
                              <p:cond delay="2000"/>
                            </p:stCondLst>
                            <p:childTnLst>
                              <p:par>
                                <p:cTn id="33" presetID="16" presetClass="entr" presetSubtype="21" fill="hold" grpId="0" nodeType="afterEffect">
                                  <p:stCondLst>
                                    <p:cond delay="0"/>
                                  </p:stCondLst>
                                  <p:childTnLst>
                                    <p:set>
                                      <p:cBhvr>
                                        <p:cTn id="34" dur="1" fill="hold">
                                          <p:stCondLst>
                                            <p:cond delay="0"/>
                                          </p:stCondLst>
                                        </p:cTn>
                                        <p:tgtEl>
                                          <p:spTgt spid="78"/>
                                        </p:tgtEl>
                                        <p:attrNameLst>
                                          <p:attrName>style.visibility</p:attrName>
                                        </p:attrNameLst>
                                      </p:cBhvr>
                                      <p:to>
                                        <p:strVal val="visible"/>
                                      </p:to>
                                    </p:set>
                                    <p:animEffect transition="in" filter="barn(inVertical)">
                                      <p:cBhvr>
                                        <p:cTn id="35" dur="500"/>
                                        <p:tgtEl>
                                          <p:spTgt spid="78"/>
                                        </p:tgtEl>
                                      </p:cBhvr>
                                    </p:animEffect>
                                  </p:childTnLst>
                                </p:cTn>
                              </p:par>
                              <p:par>
                                <p:cTn id="36" presetID="22" presetClass="entr" presetSubtype="8" fill="hold" grpId="0" nodeType="withEffect">
                                  <p:stCondLst>
                                    <p:cond delay="500"/>
                                  </p:stCondLst>
                                  <p:childTnLst>
                                    <p:set>
                                      <p:cBhvr>
                                        <p:cTn id="37" dur="1" fill="hold">
                                          <p:stCondLst>
                                            <p:cond delay="0"/>
                                          </p:stCondLst>
                                        </p:cTn>
                                        <p:tgtEl>
                                          <p:spTgt spid="79"/>
                                        </p:tgtEl>
                                        <p:attrNameLst>
                                          <p:attrName>style.visibility</p:attrName>
                                        </p:attrNameLst>
                                      </p:cBhvr>
                                      <p:to>
                                        <p:strVal val="visible"/>
                                      </p:to>
                                    </p:set>
                                    <p:animEffect transition="in" filter="wipe(left)">
                                      <p:cBhvr>
                                        <p:cTn id="38" dur="2000"/>
                                        <p:tgtEl>
                                          <p:spTgt spid="79"/>
                                        </p:tgtEl>
                                      </p:cBhvr>
                                    </p:animEffect>
                                  </p:childTnLst>
                                </p:cTn>
                              </p:par>
                            </p:childTnLst>
                          </p:cTn>
                        </p:par>
                        <p:par>
                          <p:cTn id="39" fill="hold">
                            <p:stCondLst>
                              <p:cond delay="2500"/>
                            </p:stCondLst>
                            <p:childTnLst>
                              <p:par>
                                <p:cTn id="40" presetID="10" presetClass="entr" presetSubtype="0" fill="hold" grpId="0" nodeType="afterEffect">
                                  <p:stCondLst>
                                    <p:cond delay="0"/>
                                  </p:stCondLst>
                                  <p:childTnLst>
                                    <p:set>
                                      <p:cBhvr>
                                        <p:cTn id="41" dur="1" fill="hold">
                                          <p:stCondLst>
                                            <p:cond delay="0"/>
                                          </p:stCondLst>
                                        </p:cTn>
                                        <p:tgtEl>
                                          <p:spTgt spid="88"/>
                                        </p:tgtEl>
                                        <p:attrNameLst>
                                          <p:attrName>style.visibility</p:attrName>
                                        </p:attrNameLst>
                                      </p:cBhvr>
                                      <p:to>
                                        <p:strVal val="visible"/>
                                      </p:to>
                                    </p:set>
                                    <p:animEffect transition="in" filter="fade">
                                      <p:cBhvr>
                                        <p:cTn id="42" dur="500"/>
                                        <p:tgtEl>
                                          <p:spTgt spid="88"/>
                                        </p:tgtEl>
                                      </p:cBhvr>
                                    </p:animEffect>
                                  </p:childTnLst>
                                </p:cTn>
                              </p:par>
                            </p:childTnLst>
                          </p:cTn>
                        </p:par>
                        <p:par>
                          <p:cTn id="43" fill="hold">
                            <p:stCondLst>
                              <p:cond delay="3000"/>
                            </p:stCondLst>
                            <p:childTnLst>
                              <p:par>
                                <p:cTn id="44" presetID="37" presetClass="entr" presetSubtype="0" fill="hold" grpId="0" nodeType="afterEffect">
                                  <p:stCondLst>
                                    <p:cond delay="0"/>
                                  </p:stCondLst>
                                  <p:childTnLst>
                                    <p:set>
                                      <p:cBhvr>
                                        <p:cTn id="45" dur="1" fill="hold">
                                          <p:stCondLst>
                                            <p:cond delay="0"/>
                                          </p:stCondLst>
                                        </p:cTn>
                                        <p:tgtEl>
                                          <p:spTgt spid="76"/>
                                        </p:tgtEl>
                                        <p:attrNameLst>
                                          <p:attrName>style.visibility</p:attrName>
                                        </p:attrNameLst>
                                      </p:cBhvr>
                                      <p:to>
                                        <p:strVal val="visible"/>
                                      </p:to>
                                    </p:set>
                                    <p:animEffect transition="in" filter="fade">
                                      <p:cBhvr>
                                        <p:cTn id="46" dur="1000"/>
                                        <p:tgtEl>
                                          <p:spTgt spid="76"/>
                                        </p:tgtEl>
                                      </p:cBhvr>
                                    </p:animEffect>
                                    <p:anim calcmode="lin" valueType="num">
                                      <p:cBhvr>
                                        <p:cTn id="47" dur="1000" fill="hold"/>
                                        <p:tgtEl>
                                          <p:spTgt spid="76"/>
                                        </p:tgtEl>
                                        <p:attrNameLst>
                                          <p:attrName>ppt_x</p:attrName>
                                        </p:attrNameLst>
                                      </p:cBhvr>
                                      <p:tavLst>
                                        <p:tav tm="0">
                                          <p:val>
                                            <p:strVal val="#ppt_x"/>
                                          </p:val>
                                        </p:tav>
                                        <p:tav tm="100000">
                                          <p:val>
                                            <p:strVal val="#ppt_x"/>
                                          </p:val>
                                        </p:tav>
                                      </p:tavLst>
                                    </p:anim>
                                    <p:anim calcmode="lin" valueType="num">
                                      <p:cBhvr>
                                        <p:cTn id="48" dur="900" decel="100000" fill="hold"/>
                                        <p:tgtEl>
                                          <p:spTgt spid="76"/>
                                        </p:tgtEl>
                                        <p:attrNameLst>
                                          <p:attrName>ppt_y</p:attrName>
                                        </p:attrNameLst>
                                      </p:cBhvr>
                                      <p:tavLst>
                                        <p:tav tm="0">
                                          <p:val>
                                            <p:strVal val="#ppt_y+1"/>
                                          </p:val>
                                        </p:tav>
                                        <p:tav tm="100000">
                                          <p:val>
                                            <p:strVal val="#ppt_y-.03"/>
                                          </p:val>
                                        </p:tav>
                                      </p:tavLst>
                                    </p:anim>
                                    <p:anim calcmode="lin" valueType="num">
                                      <p:cBhvr>
                                        <p:cTn id="49" dur="100" accel="100000" fill="hold">
                                          <p:stCondLst>
                                            <p:cond delay="900"/>
                                          </p:stCondLst>
                                        </p:cTn>
                                        <p:tgtEl>
                                          <p:spTgt spid="76"/>
                                        </p:tgtEl>
                                        <p:attrNameLst>
                                          <p:attrName>ppt_y</p:attrName>
                                        </p:attrNameLst>
                                      </p:cBhvr>
                                      <p:tavLst>
                                        <p:tav tm="0">
                                          <p:val>
                                            <p:strVal val="#ppt_y-.03"/>
                                          </p:val>
                                        </p:tav>
                                        <p:tav tm="100000">
                                          <p:val>
                                            <p:strVal val="#ppt_y"/>
                                          </p:val>
                                        </p:tav>
                                      </p:tavLst>
                                    </p:anim>
                                  </p:childTnLst>
                                </p:cTn>
                              </p:par>
                            </p:childTnLst>
                          </p:cTn>
                        </p:par>
                        <p:par>
                          <p:cTn id="50" fill="hold">
                            <p:stCondLst>
                              <p:cond delay="4000"/>
                            </p:stCondLst>
                            <p:childTnLst>
                              <p:par>
                                <p:cTn id="51" presetID="37" presetClass="entr" presetSubtype="0" fill="hold" grpId="0" nodeType="afterEffect">
                                  <p:stCondLst>
                                    <p:cond delay="0"/>
                                  </p:stCondLst>
                                  <p:childTnLst>
                                    <p:set>
                                      <p:cBhvr>
                                        <p:cTn id="52" dur="1" fill="hold">
                                          <p:stCondLst>
                                            <p:cond delay="0"/>
                                          </p:stCondLst>
                                        </p:cTn>
                                        <p:tgtEl>
                                          <p:spTgt spid="77"/>
                                        </p:tgtEl>
                                        <p:attrNameLst>
                                          <p:attrName>style.visibility</p:attrName>
                                        </p:attrNameLst>
                                      </p:cBhvr>
                                      <p:to>
                                        <p:strVal val="visible"/>
                                      </p:to>
                                    </p:set>
                                    <p:animEffect transition="in" filter="fade">
                                      <p:cBhvr>
                                        <p:cTn id="53" dur="1000"/>
                                        <p:tgtEl>
                                          <p:spTgt spid="77"/>
                                        </p:tgtEl>
                                      </p:cBhvr>
                                    </p:animEffect>
                                    <p:anim calcmode="lin" valueType="num">
                                      <p:cBhvr>
                                        <p:cTn id="54" dur="1000" fill="hold"/>
                                        <p:tgtEl>
                                          <p:spTgt spid="77"/>
                                        </p:tgtEl>
                                        <p:attrNameLst>
                                          <p:attrName>ppt_x</p:attrName>
                                        </p:attrNameLst>
                                      </p:cBhvr>
                                      <p:tavLst>
                                        <p:tav tm="0">
                                          <p:val>
                                            <p:strVal val="#ppt_x"/>
                                          </p:val>
                                        </p:tav>
                                        <p:tav tm="100000">
                                          <p:val>
                                            <p:strVal val="#ppt_x"/>
                                          </p:val>
                                        </p:tav>
                                      </p:tavLst>
                                    </p:anim>
                                    <p:anim calcmode="lin" valueType="num">
                                      <p:cBhvr>
                                        <p:cTn id="55" dur="900" decel="100000" fill="hold"/>
                                        <p:tgtEl>
                                          <p:spTgt spid="77"/>
                                        </p:tgtEl>
                                        <p:attrNameLst>
                                          <p:attrName>ppt_y</p:attrName>
                                        </p:attrNameLst>
                                      </p:cBhvr>
                                      <p:tavLst>
                                        <p:tav tm="0">
                                          <p:val>
                                            <p:strVal val="#ppt_y+1"/>
                                          </p:val>
                                        </p:tav>
                                        <p:tav tm="100000">
                                          <p:val>
                                            <p:strVal val="#ppt_y-.03"/>
                                          </p:val>
                                        </p:tav>
                                      </p:tavLst>
                                    </p:anim>
                                    <p:anim calcmode="lin" valueType="num">
                                      <p:cBhvr>
                                        <p:cTn id="56" dur="100" accel="100000" fill="hold">
                                          <p:stCondLst>
                                            <p:cond delay="900"/>
                                          </p:stCondLst>
                                        </p:cTn>
                                        <p:tgtEl>
                                          <p:spTgt spid="77"/>
                                        </p:tgtEl>
                                        <p:attrNameLst>
                                          <p:attrName>ppt_y</p:attrName>
                                        </p:attrNameLst>
                                      </p:cBhvr>
                                      <p:tavLst>
                                        <p:tav tm="0">
                                          <p:val>
                                            <p:strVal val="#ppt_y-.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8" grpId="0"/>
      <p:bldP spid="76" grpId="0"/>
      <p:bldP spid="77" grpId="0"/>
      <p:bldP spid="78" grpId="0" bldLvl="0" animBg="1"/>
      <p:bldP spid="79"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 name="直接连接符 14"/>
          <p:cNvCxnSpPr/>
          <p:nvPr>
            <p:custDataLst>
              <p:tags r:id="rId1"/>
            </p:custDataLst>
          </p:nvPr>
        </p:nvCxnSpPr>
        <p:spPr>
          <a:xfrm flipV="1">
            <a:off x="7742635" y="1816894"/>
            <a:ext cx="0" cy="713185"/>
          </a:xfrm>
          <a:prstGeom prst="line">
            <a:avLst/>
          </a:prstGeom>
          <a:ln w="25400">
            <a:solidFill>
              <a:schemeClr val="bg1"/>
            </a:solidFill>
            <a:tailEnd type="oval" w="lg" len="lg"/>
          </a:ln>
          <a:effectLst>
            <a:outerShdw blurRad="50800" dist="508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23" name="椭圆 22"/>
          <p:cNvSpPr/>
          <p:nvPr>
            <p:custDataLst>
              <p:tags r:id="rId2"/>
            </p:custDataLst>
          </p:nvPr>
        </p:nvSpPr>
        <p:spPr>
          <a:xfrm>
            <a:off x="7441528" y="1448198"/>
            <a:ext cx="601003" cy="601927"/>
          </a:xfrm>
          <a:prstGeom prst="ellipse">
            <a:avLst/>
          </a:prstGeom>
          <a:gradFill flip="none" rotWithShape="1">
            <a:gsLst>
              <a:gs pos="0">
                <a:schemeClr val="bg1">
                  <a:lumMod val="85000"/>
                </a:schemeClr>
              </a:gs>
              <a:gs pos="100000">
                <a:schemeClr val="bg1"/>
              </a:gs>
            </a:gsLst>
            <a:lin ang="2700000" scaled="1"/>
            <a:tileRect/>
          </a:gradFill>
          <a:ln w="25400">
            <a:gradFill flip="none" rotWithShape="1">
              <a:gsLst>
                <a:gs pos="0">
                  <a:schemeClr val="bg1"/>
                </a:gs>
                <a:gs pos="100000">
                  <a:schemeClr val="bg1">
                    <a:lumMod val="85000"/>
                  </a:schemeClr>
                </a:gs>
              </a:gsLst>
              <a:lin ang="2700000" scaled="1"/>
              <a:tileRect/>
            </a:gradFill>
          </a:ln>
          <a:effectLst>
            <a:outerShdw blurRad="88900" dist="63500" dir="2700000" algn="tl"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a:defRPr/>
            </a:pPr>
            <a:r>
              <a:rPr lang="en-US" altLang="zh-CN" sz="1700" b="1" dirty="0">
                <a:solidFill>
                  <a:srgbClr val="002060"/>
                </a:solidFill>
                <a:latin typeface="微软雅黑" panose="020B0503020204020204" pitchFamily="34" charset="-122"/>
                <a:ea typeface="微软雅黑" panose="020B0503020204020204" pitchFamily="34" charset="-122"/>
              </a:rPr>
              <a:t>05</a:t>
            </a:r>
            <a:endParaRPr lang="en-US" altLang="zh-CN" sz="1700" b="1" dirty="0">
              <a:solidFill>
                <a:srgbClr val="002060"/>
              </a:solidFill>
              <a:latin typeface="微软雅黑" panose="020B0503020204020204" pitchFamily="34" charset="-122"/>
              <a:ea typeface="微软雅黑" panose="020B0503020204020204" pitchFamily="34" charset="-122"/>
            </a:endParaRPr>
          </a:p>
        </p:txBody>
      </p:sp>
      <p:cxnSp>
        <p:nvCxnSpPr>
          <p:cNvPr id="41" name="直接连接符 40"/>
          <p:cNvCxnSpPr/>
          <p:nvPr/>
        </p:nvCxnSpPr>
        <p:spPr>
          <a:xfrm>
            <a:off x="0" y="2544366"/>
            <a:ext cx="1379935" cy="0"/>
          </a:xfrm>
          <a:prstGeom prst="line">
            <a:avLst/>
          </a:prstGeom>
          <a:ln w="25400">
            <a:solidFill>
              <a:schemeClr val="bg1"/>
            </a:solidFill>
            <a:tailEnd type="oval" w="lg" len="lg"/>
          </a:ln>
          <a:effectLst>
            <a:outerShdw blurRad="50800" dist="508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39" name="直接连接符 38"/>
          <p:cNvCxnSpPr/>
          <p:nvPr>
            <p:custDataLst>
              <p:tags r:id="rId3"/>
            </p:custDataLst>
          </p:nvPr>
        </p:nvCxnSpPr>
        <p:spPr>
          <a:xfrm>
            <a:off x="7752160" y="2544366"/>
            <a:ext cx="1391840" cy="0"/>
          </a:xfrm>
          <a:prstGeom prst="line">
            <a:avLst/>
          </a:prstGeom>
          <a:ln w="25400">
            <a:solidFill>
              <a:schemeClr val="bg1"/>
            </a:solidFill>
            <a:tailEnd type="oval" w="lg" len="lg"/>
          </a:ln>
          <a:effectLst>
            <a:outerShdw blurRad="50800" dist="508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4"/>
            </p:custDataLst>
          </p:nvPr>
        </p:nvCxnSpPr>
        <p:spPr>
          <a:xfrm>
            <a:off x="6584157" y="2544366"/>
            <a:ext cx="1150144" cy="0"/>
          </a:xfrm>
          <a:prstGeom prst="line">
            <a:avLst/>
          </a:prstGeom>
          <a:ln w="25400">
            <a:solidFill>
              <a:schemeClr val="bg1"/>
            </a:solidFill>
            <a:tailEnd type="oval" w="lg" len="lg"/>
          </a:ln>
          <a:effectLst>
            <a:outerShdw blurRad="50800" dist="508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custDataLst>
              <p:tags r:id="rId5"/>
            </p:custDataLst>
          </p:nvPr>
        </p:nvCxnSpPr>
        <p:spPr>
          <a:xfrm>
            <a:off x="4058841" y="2544366"/>
            <a:ext cx="0" cy="711994"/>
          </a:xfrm>
          <a:prstGeom prst="line">
            <a:avLst/>
          </a:prstGeom>
          <a:ln w="25400">
            <a:solidFill>
              <a:schemeClr val="bg1"/>
            </a:solidFill>
            <a:tailEnd type="oval" w="lg" len="lg"/>
          </a:ln>
          <a:effectLst>
            <a:outerShdw blurRad="50800" dist="508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custDataLst>
              <p:tags r:id="rId6"/>
            </p:custDataLst>
          </p:nvPr>
        </p:nvCxnSpPr>
        <p:spPr>
          <a:xfrm>
            <a:off x="6596063" y="2544366"/>
            <a:ext cx="0" cy="711994"/>
          </a:xfrm>
          <a:prstGeom prst="line">
            <a:avLst/>
          </a:prstGeom>
          <a:ln w="25400">
            <a:solidFill>
              <a:schemeClr val="bg1"/>
            </a:solidFill>
            <a:tailEnd type="oval" w="lg" len="lg"/>
          </a:ln>
          <a:effectLst>
            <a:outerShdw blurRad="50800" dist="508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7"/>
            </p:custDataLst>
          </p:nvPr>
        </p:nvCxnSpPr>
        <p:spPr>
          <a:xfrm flipV="1">
            <a:off x="3008710" y="1797844"/>
            <a:ext cx="0" cy="713185"/>
          </a:xfrm>
          <a:prstGeom prst="line">
            <a:avLst/>
          </a:prstGeom>
          <a:ln w="25400">
            <a:solidFill>
              <a:schemeClr val="bg1"/>
            </a:solidFill>
            <a:tailEnd type="oval" w="lg" len="lg"/>
          </a:ln>
          <a:effectLst>
            <a:outerShdw blurRad="50800" dist="508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2" name="直接连接符 14"/>
          <p:cNvCxnSpPr/>
          <p:nvPr>
            <p:custDataLst>
              <p:tags r:id="rId8"/>
            </p:custDataLst>
          </p:nvPr>
        </p:nvCxnSpPr>
        <p:spPr>
          <a:xfrm flipV="1">
            <a:off x="5304235" y="1797844"/>
            <a:ext cx="0" cy="713185"/>
          </a:xfrm>
          <a:prstGeom prst="line">
            <a:avLst/>
          </a:prstGeom>
          <a:ln w="25400">
            <a:solidFill>
              <a:schemeClr val="bg1"/>
            </a:solidFill>
            <a:tailEnd type="oval" w="lg" len="lg"/>
          </a:ln>
          <a:effectLst>
            <a:outerShdw blurRad="50800" dist="508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9"/>
            </p:custDataLst>
          </p:nvPr>
        </p:nvCxnSpPr>
        <p:spPr>
          <a:xfrm>
            <a:off x="5328047" y="2544366"/>
            <a:ext cx="1251347" cy="0"/>
          </a:xfrm>
          <a:prstGeom prst="line">
            <a:avLst/>
          </a:prstGeom>
          <a:ln w="25400">
            <a:solidFill>
              <a:schemeClr val="bg1"/>
            </a:solidFill>
            <a:tailEnd type="oval" w="lg" len="lg"/>
          </a:ln>
          <a:effectLst>
            <a:outerShdw blurRad="50800" dist="508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10" name="直接连接符 9"/>
          <p:cNvCxnSpPr/>
          <p:nvPr>
            <p:custDataLst>
              <p:tags r:id="rId10"/>
            </p:custDataLst>
          </p:nvPr>
        </p:nvCxnSpPr>
        <p:spPr>
          <a:xfrm>
            <a:off x="4088607" y="2544366"/>
            <a:ext cx="1203722" cy="0"/>
          </a:xfrm>
          <a:prstGeom prst="line">
            <a:avLst/>
          </a:prstGeom>
          <a:ln w="25400">
            <a:solidFill>
              <a:schemeClr val="bg1"/>
            </a:solidFill>
            <a:tailEnd type="oval" w="lg" len="lg"/>
          </a:ln>
          <a:effectLst>
            <a:outerShdw blurRad="50800" dist="508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9" name="直接连接符 8"/>
          <p:cNvCxnSpPr/>
          <p:nvPr>
            <p:custDataLst>
              <p:tags r:id="rId11"/>
            </p:custDataLst>
          </p:nvPr>
        </p:nvCxnSpPr>
        <p:spPr>
          <a:xfrm>
            <a:off x="3026569" y="2544366"/>
            <a:ext cx="1034654" cy="0"/>
          </a:xfrm>
          <a:prstGeom prst="line">
            <a:avLst/>
          </a:prstGeom>
          <a:ln w="25400">
            <a:solidFill>
              <a:schemeClr val="bg1"/>
            </a:solidFill>
            <a:tailEnd type="oval" w="lg" len="lg"/>
          </a:ln>
          <a:effectLst>
            <a:outerShdw blurRad="50800" dist="508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8" name="直接连接符 7"/>
          <p:cNvCxnSpPr/>
          <p:nvPr>
            <p:custDataLst>
              <p:tags r:id="rId12"/>
            </p:custDataLst>
          </p:nvPr>
        </p:nvCxnSpPr>
        <p:spPr>
          <a:xfrm>
            <a:off x="1960960" y="2544366"/>
            <a:ext cx="1056084" cy="0"/>
          </a:xfrm>
          <a:prstGeom prst="line">
            <a:avLst/>
          </a:prstGeom>
          <a:ln w="25400">
            <a:solidFill>
              <a:schemeClr val="bg1"/>
            </a:solidFill>
            <a:tailEnd type="oval" w="lg" len="lg"/>
          </a:ln>
          <a:effectLst>
            <a:outerShdw blurRad="50800" dist="508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20" name="椭圆 19"/>
          <p:cNvSpPr/>
          <p:nvPr>
            <p:custDataLst>
              <p:tags r:id="rId13"/>
            </p:custDataLst>
          </p:nvPr>
        </p:nvSpPr>
        <p:spPr>
          <a:xfrm>
            <a:off x="2707948" y="1429134"/>
            <a:ext cx="601154" cy="600980"/>
          </a:xfrm>
          <a:prstGeom prst="ellipse">
            <a:avLst/>
          </a:prstGeom>
          <a:gradFill flip="none" rotWithShape="1">
            <a:gsLst>
              <a:gs pos="0">
                <a:schemeClr val="bg1">
                  <a:lumMod val="85000"/>
                </a:schemeClr>
              </a:gs>
              <a:gs pos="100000">
                <a:schemeClr val="bg1"/>
              </a:gs>
            </a:gsLst>
            <a:lin ang="2700000" scaled="1"/>
            <a:tileRect/>
          </a:gradFill>
          <a:ln w="25400">
            <a:gradFill flip="none" rotWithShape="1">
              <a:gsLst>
                <a:gs pos="0">
                  <a:schemeClr val="bg1"/>
                </a:gs>
                <a:gs pos="100000">
                  <a:schemeClr val="bg1">
                    <a:lumMod val="85000"/>
                  </a:schemeClr>
                </a:gs>
              </a:gsLst>
              <a:lin ang="2700000" scaled="1"/>
              <a:tileRect/>
            </a:gradFill>
          </a:ln>
          <a:effectLst>
            <a:outerShdw blurRad="88900" dist="63500" dir="2700000" algn="tl"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a:defRPr/>
            </a:pPr>
            <a:r>
              <a:rPr lang="en-US" altLang="zh-CN" sz="1700" b="1" dirty="0">
                <a:solidFill>
                  <a:srgbClr val="002060"/>
                </a:solidFill>
                <a:latin typeface="微软雅黑" panose="020B0503020204020204" pitchFamily="34" charset="-122"/>
                <a:ea typeface="微软雅黑" panose="020B0503020204020204" pitchFamily="34" charset="-122"/>
              </a:rPr>
              <a:t>01</a:t>
            </a:r>
            <a:endParaRPr lang="en-US" altLang="zh-CN" sz="1700" b="1" dirty="0">
              <a:solidFill>
                <a:srgbClr val="002060"/>
              </a:solidFill>
              <a:latin typeface="微软雅黑" panose="020B0503020204020204" pitchFamily="34" charset="-122"/>
              <a:ea typeface="微软雅黑" panose="020B0503020204020204" pitchFamily="34" charset="-122"/>
            </a:endParaRPr>
          </a:p>
        </p:txBody>
      </p:sp>
      <p:sp>
        <p:nvSpPr>
          <p:cNvPr id="3" name="椭圆 22"/>
          <p:cNvSpPr/>
          <p:nvPr>
            <p:custDataLst>
              <p:tags r:id="rId14"/>
            </p:custDataLst>
          </p:nvPr>
        </p:nvSpPr>
        <p:spPr>
          <a:xfrm>
            <a:off x="5003128" y="1429148"/>
            <a:ext cx="601003" cy="601927"/>
          </a:xfrm>
          <a:prstGeom prst="ellipse">
            <a:avLst/>
          </a:prstGeom>
          <a:gradFill flip="none" rotWithShape="1">
            <a:gsLst>
              <a:gs pos="0">
                <a:schemeClr val="bg1">
                  <a:lumMod val="85000"/>
                </a:schemeClr>
              </a:gs>
              <a:gs pos="100000">
                <a:schemeClr val="bg1"/>
              </a:gs>
            </a:gsLst>
            <a:lin ang="2700000" scaled="1"/>
            <a:tileRect/>
          </a:gradFill>
          <a:ln w="25400">
            <a:gradFill flip="none" rotWithShape="1">
              <a:gsLst>
                <a:gs pos="0">
                  <a:schemeClr val="bg1"/>
                </a:gs>
                <a:gs pos="100000">
                  <a:schemeClr val="bg1">
                    <a:lumMod val="85000"/>
                  </a:schemeClr>
                </a:gs>
              </a:gsLst>
              <a:lin ang="2700000" scaled="1"/>
              <a:tileRect/>
            </a:gradFill>
          </a:ln>
          <a:effectLst>
            <a:outerShdw blurRad="88900" dist="63500" dir="2700000" algn="tl"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a:defRPr/>
            </a:pPr>
            <a:r>
              <a:rPr lang="en-US" altLang="zh-CN" sz="1700" b="1" dirty="0">
                <a:solidFill>
                  <a:srgbClr val="002060"/>
                </a:solidFill>
                <a:latin typeface="微软雅黑" panose="020B0503020204020204" pitchFamily="34" charset="-122"/>
                <a:ea typeface="微软雅黑" panose="020B0503020204020204" pitchFamily="34" charset="-122"/>
              </a:rPr>
              <a:t>03</a:t>
            </a:r>
            <a:endParaRPr lang="en-US" altLang="zh-CN" sz="1700" b="1" dirty="0">
              <a:solidFill>
                <a:srgbClr val="002060"/>
              </a:solidFill>
              <a:latin typeface="微软雅黑" panose="020B0503020204020204" pitchFamily="34" charset="-122"/>
              <a:ea typeface="微软雅黑" panose="020B0503020204020204" pitchFamily="34" charset="-122"/>
            </a:endParaRPr>
          </a:p>
        </p:txBody>
      </p:sp>
      <p:sp>
        <p:nvSpPr>
          <p:cNvPr id="29" name="椭圆 28"/>
          <p:cNvSpPr/>
          <p:nvPr>
            <p:custDataLst>
              <p:tags r:id="rId15"/>
            </p:custDataLst>
          </p:nvPr>
        </p:nvSpPr>
        <p:spPr>
          <a:xfrm>
            <a:off x="6284300" y="3065459"/>
            <a:ext cx="601154" cy="601715"/>
          </a:xfrm>
          <a:prstGeom prst="ellipse">
            <a:avLst/>
          </a:prstGeom>
          <a:gradFill flip="none" rotWithShape="1">
            <a:gsLst>
              <a:gs pos="0">
                <a:schemeClr val="bg1">
                  <a:lumMod val="85000"/>
                </a:schemeClr>
              </a:gs>
              <a:gs pos="100000">
                <a:schemeClr val="bg1"/>
              </a:gs>
            </a:gsLst>
            <a:lin ang="2700000" scaled="1"/>
            <a:tileRect/>
          </a:gradFill>
          <a:ln w="25400">
            <a:gradFill flip="none" rotWithShape="1">
              <a:gsLst>
                <a:gs pos="0">
                  <a:schemeClr val="bg1"/>
                </a:gs>
                <a:gs pos="100000">
                  <a:schemeClr val="bg1">
                    <a:lumMod val="85000"/>
                  </a:schemeClr>
                </a:gs>
              </a:gsLst>
              <a:lin ang="2700000" scaled="1"/>
              <a:tileRect/>
            </a:gradFill>
          </a:ln>
          <a:effectLst>
            <a:outerShdw blurRad="88900" dist="63500" dir="2700000" algn="tl"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a:defRPr/>
            </a:pPr>
            <a:r>
              <a:rPr lang="en-US" altLang="zh-CN" sz="1700" b="1" dirty="0">
                <a:solidFill>
                  <a:srgbClr val="002060"/>
                </a:solidFill>
                <a:latin typeface="微软雅黑" panose="020B0503020204020204" pitchFamily="34" charset="-122"/>
                <a:ea typeface="微软雅黑" panose="020B0503020204020204" pitchFamily="34" charset="-122"/>
              </a:rPr>
              <a:t>04</a:t>
            </a:r>
            <a:endParaRPr lang="en-US" altLang="zh-CN" sz="1700" b="1" dirty="0">
              <a:solidFill>
                <a:srgbClr val="002060"/>
              </a:solidFill>
              <a:latin typeface="微软雅黑" panose="020B0503020204020204" pitchFamily="34" charset="-122"/>
              <a:ea typeface="微软雅黑" panose="020B0503020204020204" pitchFamily="34" charset="-122"/>
            </a:endParaRPr>
          </a:p>
        </p:txBody>
      </p:sp>
      <p:sp>
        <p:nvSpPr>
          <p:cNvPr id="32" name="椭圆 31"/>
          <p:cNvSpPr/>
          <p:nvPr>
            <p:custDataLst>
              <p:tags r:id="rId16"/>
            </p:custDataLst>
          </p:nvPr>
        </p:nvSpPr>
        <p:spPr>
          <a:xfrm>
            <a:off x="3758127" y="3065459"/>
            <a:ext cx="602345" cy="601715"/>
          </a:xfrm>
          <a:prstGeom prst="ellipse">
            <a:avLst/>
          </a:prstGeom>
          <a:gradFill flip="none" rotWithShape="1">
            <a:gsLst>
              <a:gs pos="0">
                <a:schemeClr val="bg1">
                  <a:lumMod val="85000"/>
                </a:schemeClr>
              </a:gs>
              <a:gs pos="100000">
                <a:schemeClr val="bg1"/>
              </a:gs>
            </a:gsLst>
            <a:lin ang="2700000" scaled="1"/>
            <a:tileRect/>
          </a:gradFill>
          <a:ln w="25400">
            <a:gradFill flip="none" rotWithShape="1">
              <a:gsLst>
                <a:gs pos="0">
                  <a:schemeClr val="bg1"/>
                </a:gs>
                <a:gs pos="100000">
                  <a:schemeClr val="bg1">
                    <a:lumMod val="85000"/>
                  </a:schemeClr>
                </a:gs>
              </a:gsLst>
              <a:lin ang="2700000" scaled="1"/>
              <a:tileRect/>
            </a:gradFill>
          </a:ln>
          <a:effectLst>
            <a:outerShdw blurRad="88900" dist="63500" dir="2700000" algn="tl"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a:defRPr/>
            </a:pPr>
            <a:r>
              <a:rPr lang="en-US" altLang="zh-CN" sz="1700" b="1" dirty="0">
                <a:solidFill>
                  <a:srgbClr val="002060"/>
                </a:solidFill>
                <a:latin typeface="微软雅黑" panose="020B0503020204020204" pitchFamily="34" charset="-122"/>
                <a:ea typeface="微软雅黑" panose="020B0503020204020204" pitchFamily="34" charset="-122"/>
              </a:rPr>
              <a:t>02</a:t>
            </a:r>
            <a:endParaRPr lang="en-US" altLang="zh-CN" sz="1700" b="1" dirty="0">
              <a:solidFill>
                <a:srgbClr val="002060"/>
              </a:solidFill>
              <a:latin typeface="微软雅黑" panose="020B0503020204020204" pitchFamily="34" charset="-122"/>
              <a:ea typeface="微软雅黑" panose="020B0503020204020204" pitchFamily="34" charset="-122"/>
            </a:endParaRPr>
          </a:p>
        </p:txBody>
      </p:sp>
      <p:grpSp>
        <p:nvGrpSpPr>
          <p:cNvPr id="4" name="组合 3"/>
          <p:cNvGrpSpPr/>
          <p:nvPr/>
        </p:nvGrpSpPr>
        <p:grpSpPr>
          <a:xfrm>
            <a:off x="658330" y="1755347"/>
            <a:ext cx="1580432" cy="1577996"/>
            <a:chOff x="658330" y="1755347"/>
            <a:chExt cx="1580432" cy="1577996"/>
          </a:xfrm>
        </p:grpSpPr>
        <p:sp>
          <p:nvSpPr>
            <p:cNvPr id="5" name="椭圆 4"/>
            <p:cNvSpPr/>
            <p:nvPr/>
          </p:nvSpPr>
          <p:spPr>
            <a:xfrm>
              <a:off x="658330" y="1755347"/>
              <a:ext cx="1580432" cy="1577996"/>
            </a:xfrm>
            <a:prstGeom prst="ellipse">
              <a:avLst/>
            </a:prstGeom>
            <a:gradFill flip="none" rotWithShape="1">
              <a:gsLst>
                <a:gs pos="0">
                  <a:schemeClr val="bg1">
                    <a:lumMod val="85000"/>
                  </a:schemeClr>
                </a:gs>
                <a:gs pos="100000">
                  <a:schemeClr val="bg1"/>
                </a:gs>
              </a:gsLst>
              <a:lin ang="2700000" scaled="1"/>
              <a:tileRect/>
            </a:gradFill>
            <a:ln w="38100">
              <a:gradFill flip="none" rotWithShape="1">
                <a:gsLst>
                  <a:gs pos="0">
                    <a:schemeClr val="bg1"/>
                  </a:gs>
                  <a:gs pos="100000">
                    <a:schemeClr val="bg1">
                      <a:lumMod val="85000"/>
                    </a:schemeClr>
                  </a:gs>
                </a:gsLst>
                <a:lin ang="2700000" scaled="1"/>
                <a:tileRect/>
              </a:gradFill>
            </a:ln>
            <a:effectLst>
              <a:outerShdw blurRad="88900" dist="101600" dir="2700000" algn="tl"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a:defRPr/>
              </a:pPr>
              <a:endParaRPr lang="zh-CN" altLang="en-US" sz="1400" b="1">
                <a:solidFill>
                  <a:srgbClr val="0547A1"/>
                </a:solidFill>
                <a:latin typeface="微软雅黑" panose="020B0503020204020204" pitchFamily="34" charset="-122"/>
                <a:ea typeface="微软雅黑" panose="020B0503020204020204" pitchFamily="34" charset="-122"/>
              </a:endParaRPr>
            </a:p>
          </p:txBody>
        </p:sp>
        <p:sp>
          <p:nvSpPr>
            <p:cNvPr id="18468" name="文本框 33"/>
            <p:cNvSpPr txBox="1">
              <a:spLocks noChangeArrowheads="1"/>
            </p:cNvSpPr>
            <p:nvPr/>
          </p:nvSpPr>
          <p:spPr bwMode="auto">
            <a:xfrm>
              <a:off x="727473" y="2101454"/>
              <a:ext cx="1448990" cy="754856"/>
            </a:xfrm>
            <a:prstGeom prst="rect">
              <a:avLst/>
            </a:prstGeom>
            <a:noFill/>
            <a:ln w="9525">
              <a:noFill/>
              <a:miter lim="800000"/>
            </a:ln>
          </p:spPr>
          <p:txBody>
            <a:bodyPr lIns="68580" tIns="34290" rIns="68580" bIns="34290">
              <a:spAutoFit/>
            </a:bodyPr>
            <a:lstStyle/>
            <a:p>
              <a:pPr algn="ctr"/>
              <a:r>
                <a:rPr lang="zh-CN" altLang="en-US" sz="4500" b="1" dirty="0">
                  <a:solidFill>
                    <a:srgbClr val="679E2A"/>
                  </a:solidFill>
                  <a:latin typeface="微软雅黑" panose="020B0503020204020204" pitchFamily="34" charset="-122"/>
                  <a:ea typeface="微软雅黑" panose="020B0503020204020204" pitchFamily="34" charset="-122"/>
                </a:rPr>
                <a:t>目录</a:t>
              </a:r>
              <a:endParaRPr lang="zh-CN" altLang="en-US" sz="4500" b="1" dirty="0">
                <a:solidFill>
                  <a:srgbClr val="679E2A"/>
                </a:solidFill>
                <a:latin typeface="微软雅黑" panose="020B0503020204020204" pitchFamily="34" charset="-122"/>
                <a:ea typeface="微软雅黑" panose="020B0503020204020204" pitchFamily="34" charset="-122"/>
              </a:endParaRPr>
            </a:p>
          </p:txBody>
        </p:sp>
        <p:sp>
          <p:nvSpPr>
            <p:cNvPr id="18469" name="文本框 33"/>
            <p:cNvSpPr txBox="1">
              <a:spLocks noChangeArrowheads="1"/>
            </p:cNvSpPr>
            <p:nvPr/>
          </p:nvSpPr>
          <p:spPr bwMode="auto">
            <a:xfrm>
              <a:off x="762001" y="2749154"/>
              <a:ext cx="1345406" cy="238527"/>
            </a:xfrm>
            <a:prstGeom prst="rect">
              <a:avLst/>
            </a:prstGeom>
            <a:noFill/>
            <a:ln w="9525">
              <a:noFill/>
              <a:miter lim="800000"/>
            </a:ln>
          </p:spPr>
          <p:txBody>
            <a:bodyPr lIns="68580" tIns="34290" rIns="68580" bIns="34290">
              <a:spAutoFit/>
            </a:bodyPr>
            <a:lstStyle/>
            <a:p>
              <a:pPr algn="ctr"/>
              <a:r>
                <a:rPr lang="en-US" altLang="zh-CN" sz="1100" b="1" dirty="0">
                  <a:solidFill>
                    <a:schemeClr val="tx1">
                      <a:lumMod val="75000"/>
                      <a:lumOff val="25000"/>
                    </a:schemeClr>
                  </a:solidFill>
                  <a:latin typeface="微软雅黑" panose="020B0503020204020204" pitchFamily="34" charset="-122"/>
                  <a:ea typeface="微软雅黑" panose="020B0503020204020204" pitchFamily="34" charset="-122"/>
                </a:rPr>
                <a:t>CONTENTS</a:t>
              </a:r>
              <a:endParaRPr lang="en-US" altLang="zh-CN" sz="11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grpSp>
      <p:sp>
        <p:nvSpPr>
          <p:cNvPr id="27" name="TextBox 26"/>
          <p:cNvSpPr txBox="1"/>
          <p:nvPr>
            <p:custDataLst>
              <p:tags r:id="rId17"/>
            </p:custDataLst>
          </p:nvPr>
        </p:nvSpPr>
        <p:spPr>
          <a:xfrm>
            <a:off x="2171563" y="1028073"/>
            <a:ext cx="1783080" cy="368300"/>
          </a:xfrm>
          <a:prstGeom prst="rect">
            <a:avLst/>
          </a:prstGeom>
          <a:noFill/>
        </p:spPr>
        <p:txBody>
          <a:bodyPr wrap="none" rtlCol="0">
            <a:spAutoFit/>
          </a:bodyPr>
          <a:lstStyle/>
          <a:p>
            <a:r>
              <a:rPr lang="zh-CN" altLang="en-US" b="1" dirty="0">
                <a:solidFill>
                  <a:schemeClr val="tx1">
                    <a:lumMod val="75000"/>
                    <a:lumOff val="25000"/>
                  </a:schemeClr>
                </a:solidFill>
                <a:latin typeface="微软雅黑" panose="020B0503020204020204" pitchFamily="34" charset="-122"/>
                <a:ea typeface="微软雅黑" panose="020B0503020204020204" pitchFamily="34" charset="-122"/>
              </a:rPr>
              <a:t>课题背景及意义</a:t>
            </a:r>
            <a:endParaRPr lang="zh-CN" altLang="en-US"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30" name="TextBox 29"/>
          <p:cNvSpPr txBox="1"/>
          <p:nvPr>
            <p:custDataLst>
              <p:tags r:id="rId18"/>
            </p:custDataLst>
          </p:nvPr>
        </p:nvSpPr>
        <p:spPr>
          <a:xfrm>
            <a:off x="2957914" y="3795886"/>
            <a:ext cx="2240280" cy="368300"/>
          </a:xfrm>
          <a:prstGeom prst="rect">
            <a:avLst/>
          </a:prstGeom>
          <a:noFill/>
        </p:spPr>
        <p:txBody>
          <a:bodyPr wrap="none" rtlCol="0">
            <a:spAutoFit/>
          </a:bodyPr>
          <a:lstStyle/>
          <a:p>
            <a:r>
              <a:rPr lang="zh-CN" altLang="en-US" b="1" dirty="0">
                <a:solidFill>
                  <a:schemeClr val="tx1">
                    <a:lumMod val="75000"/>
                    <a:lumOff val="25000"/>
                  </a:schemeClr>
                </a:solidFill>
                <a:latin typeface="微软雅黑" panose="020B0503020204020204" pitchFamily="34" charset="-122"/>
                <a:ea typeface="微软雅黑" panose="020B0503020204020204" pitchFamily="34" charset="-122"/>
              </a:rPr>
              <a:t>课题现状及发展情况</a:t>
            </a:r>
            <a:endParaRPr lang="zh-CN" altLang="en-US"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34" name="TextBox 33"/>
          <p:cNvSpPr txBox="1"/>
          <p:nvPr>
            <p:custDataLst>
              <p:tags r:id="rId19"/>
            </p:custDataLst>
          </p:nvPr>
        </p:nvSpPr>
        <p:spPr>
          <a:xfrm>
            <a:off x="4477776" y="1027270"/>
            <a:ext cx="1783080" cy="368300"/>
          </a:xfrm>
          <a:prstGeom prst="rect">
            <a:avLst/>
          </a:prstGeom>
          <a:noFill/>
        </p:spPr>
        <p:txBody>
          <a:bodyPr wrap="none" rtlCol="0">
            <a:spAutoFit/>
          </a:bodyPr>
          <a:lstStyle/>
          <a:p>
            <a:r>
              <a:rPr lang="zh-CN" altLang="en-US" b="1" dirty="0">
                <a:solidFill>
                  <a:schemeClr val="tx1">
                    <a:lumMod val="75000"/>
                    <a:lumOff val="25000"/>
                  </a:schemeClr>
                </a:solidFill>
                <a:latin typeface="微软雅黑" panose="020B0503020204020204" pitchFamily="34" charset="-122"/>
                <a:ea typeface="微软雅黑" panose="020B0503020204020204" pitchFamily="34" charset="-122"/>
              </a:rPr>
              <a:t>研究内容及目标</a:t>
            </a:r>
            <a:endParaRPr lang="zh-CN" altLang="en-US"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35" name="TextBox 34"/>
          <p:cNvSpPr txBox="1"/>
          <p:nvPr>
            <p:custDataLst>
              <p:tags r:id="rId20"/>
            </p:custDataLst>
          </p:nvPr>
        </p:nvSpPr>
        <p:spPr>
          <a:xfrm>
            <a:off x="5435650" y="3813031"/>
            <a:ext cx="2468880" cy="368300"/>
          </a:xfrm>
          <a:prstGeom prst="rect">
            <a:avLst/>
          </a:prstGeom>
          <a:noFill/>
        </p:spPr>
        <p:txBody>
          <a:bodyPr wrap="none" rtlCol="0">
            <a:spAutoFit/>
          </a:bodyPr>
          <a:lstStyle/>
          <a:p>
            <a:r>
              <a:rPr lang="zh-CN" altLang="en-US" b="1" dirty="0">
                <a:solidFill>
                  <a:schemeClr val="tx1">
                    <a:lumMod val="75000"/>
                    <a:lumOff val="25000"/>
                  </a:schemeClr>
                </a:solidFill>
                <a:latin typeface="微软雅黑" panose="020B0503020204020204" pitchFamily="34" charset="-122"/>
                <a:ea typeface="微软雅黑" panose="020B0503020204020204" pitchFamily="34" charset="-122"/>
              </a:rPr>
              <a:t>技术路线及可行性分析</a:t>
            </a:r>
            <a:endParaRPr lang="zh-CN" altLang="en-US"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37" name="TextBox 36"/>
          <p:cNvSpPr txBox="1"/>
          <p:nvPr>
            <p:custDataLst>
              <p:tags r:id="rId21"/>
            </p:custDataLst>
          </p:nvPr>
        </p:nvSpPr>
        <p:spPr>
          <a:xfrm>
            <a:off x="6803955" y="1027270"/>
            <a:ext cx="2240280" cy="368300"/>
          </a:xfrm>
          <a:prstGeom prst="rect">
            <a:avLst/>
          </a:prstGeom>
          <a:noFill/>
        </p:spPr>
        <p:txBody>
          <a:bodyPr wrap="none" rtlCol="0">
            <a:spAutoFit/>
          </a:bodyPr>
          <a:lstStyle/>
          <a:p>
            <a:r>
              <a:rPr lang="zh-CN" altLang="en-US" b="1" dirty="0">
                <a:solidFill>
                  <a:schemeClr val="tx1">
                    <a:lumMod val="75000"/>
                    <a:lumOff val="25000"/>
                  </a:schemeClr>
                </a:solidFill>
                <a:latin typeface="微软雅黑" panose="020B0503020204020204" pitchFamily="34" charset="-122"/>
                <a:ea typeface="微软雅黑" panose="020B0503020204020204" pitchFamily="34" charset="-122"/>
              </a:rPr>
              <a:t>研究计划与进度安排</a:t>
            </a:r>
            <a:endParaRPr lang="zh-CN" altLang="en-US"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Tree>
  </p:cSld>
  <p:clrMapOvr>
    <a:masterClrMapping/>
  </p:clrMapOvr>
  <p:transition spd="slow" advTm="0">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childTnLst>
                                </p:cTn>
                              </p:par>
                            </p:childTnLst>
                          </p:cTn>
                        </p:par>
                        <p:par>
                          <p:cTn id="9" fill="hold">
                            <p:stCondLst>
                              <p:cond delay="500"/>
                            </p:stCondLst>
                            <p:childTnLst>
                              <p:par>
                                <p:cTn id="10" presetID="2" presetClass="entr" presetSubtype="8" fill="hold" nodeType="afterEffect">
                                  <p:stCondLst>
                                    <p:cond delay="0"/>
                                  </p:stCondLst>
                                  <p:childTnLst>
                                    <p:set>
                                      <p:cBhvr>
                                        <p:cTn id="11" dur="1" fill="hold">
                                          <p:stCondLst>
                                            <p:cond delay="0"/>
                                          </p:stCondLst>
                                        </p:cTn>
                                        <p:tgtEl>
                                          <p:spTgt spid="41"/>
                                        </p:tgtEl>
                                        <p:attrNameLst>
                                          <p:attrName>style.visibility</p:attrName>
                                        </p:attrNameLst>
                                      </p:cBhvr>
                                      <p:to>
                                        <p:strVal val="visible"/>
                                      </p:to>
                                    </p:set>
                                    <p:anim calcmode="lin" valueType="num">
                                      <p:cBhvr additive="base">
                                        <p:cTn id="12" dur="500" fill="hold"/>
                                        <p:tgtEl>
                                          <p:spTgt spid="41"/>
                                        </p:tgtEl>
                                        <p:attrNameLst>
                                          <p:attrName>ppt_x</p:attrName>
                                        </p:attrNameLst>
                                      </p:cBhvr>
                                      <p:tavLst>
                                        <p:tav tm="0">
                                          <p:val>
                                            <p:strVal val="0-#ppt_w/2"/>
                                          </p:val>
                                        </p:tav>
                                        <p:tav tm="100000">
                                          <p:val>
                                            <p:strVal val="#ppt_x"/>
                                          </p:val>
                                        </p:tav>
                                      </p:tavLst>
                                    </p:anim>
                                    <p:anim calcmode="lin" valueType="num">
                                      <p:cBhvr additive="base">
                                        <p:cTn id="13" dur="500" fill="hold"/>
                                        <p:tgtEl>
                                          <p:spTgt spid="41"/>
                                        </p:tgtEl>
                                        <p:attrNameLst>
                                          <p:attrName>ppt_y</p:attrName>
                                        </p:attrNameLst>
                                      </p:cBhvr>
                                      <p:tavLst>
                                        <p:tav tm="0">
                                          <p:val>
                                            <p:strVal val="#ppt_y"/>
                                          </p:val>
                                        </p:tav>
                                        <p:tav tm="100000">
                                          <p:val>
                                            <p:strVal val="#ppt_y"/>
                                          </p:val>
                                        </p:tav>
                                      </p:tavLst>
                                    </p:anim>
                                  </p:childTnLst>
                                </p:cTn>
                              </p:par>
                              <p:par>
                                <p:cTn id="14" presetID="2" presetClass="entr" presetSubtype="8" fill="hold" nodeType="withEffect">
                                  <p:stCondLst>
                                    <p:cond delay="0"/>
                                  </p:stCondLst>
                                  <p:childTnLst>
                                    <p:set>
                                      <p:cBhvr>
                                        <p:cTn id="15" dur="1" fill="hold">
                                          <p:stCondLst>
                                            <p:cond delay="0"/>
                                          </p:stCondLst>
                                        </p:cTn>
                                        <p:tgtEl>
                                          <p:spTgt spid="39"/>
                                        </p:tgtEl>
                                        <p:attrNameLst>
                                          <p:attrName>style.visibility</p:attrName>
                                        </p:attrNameLst>
                                      </p:cBhvr>
                                      <p:to>
                                        <p:strVal val="visible"/>
                                      </p:to>
                                    </p:set>
                                    <p:anim calcmode="lin" valueType="num">
                                      <p:cBhvr additive="base">
                                        <p:cTn id="16" dur="500" fill="hold"/>
                                        <p:tgtEl>
                                          <p:spTgt spid="39"/>
                                        </p:tgtEl>
                                        <p:attrNameLst>
                                          <p:attrName>ppt_x</p:attrName>
                                        </p:attrNameLst>
                                      </p:cBhvr>
                                      <p:tavLst>
                                        <p:tav tm="0">
                                          <p:val>
                                            <p:strVal val="0-#ppt_w/2"/>
                                          </p:val>
                                        </p:tav>
                                        <p:tav tm="100000">
                                          <p:val>
                                            <p:strVal val="#ppt_x"/>
                                          </p:val>
                                        </p:tav>
                                      </p:tavLst>
                                    </p:anim>
                                    <p:anim calcmode="lin" valueType="num">
                                      <p:cBhvr additive="base">
                                        <p:cTn id="17" dur="500" fill="hold"/>
                                        <p:tgtEl>
                                          <p:spTgt spid="39"/>
                                        </p:tgtEl>
                                        <p:attrNameLst>
                                          <p:attrName>ppt_y</p:attrName>
                                        </p:attrNameLst>
                                      </p:cBhvr>
                                      <p:tavLst>
                                        <p:tav tm="0">
                                          <p:val>
                                            <p:strVal val="#ppt_y"/>
                                          </p:val>
                                        </p:tav>
                                        <p:tav tm="100000">
                                          <p:val>
                                            <p:strVal val="#ppt_y"/>
                                          </p:val>
                                        </p:tav>
                                      </p:tavLst>
                                    </p:anim>
                                  </p:childTnLst>
                                </p:cTn>
                              </p:par>
                              <p:par>
                                <p:cTn id="18" presetID="2" presetClass="entr" presetSubtype="8" fill="hold" nodeType="withEffect">
                                  <p:stCondLst>
                                    <p:cond delay="0"/>
                                  </p:stCondLst>
                                  <p:childTnLst>
                                    <p:set>
                                      <p:cBhvr>
                                        <p:cTn id="19" dur="1" fill="hold">
                                          <p:stCondLst>
                                            <p:cond delay="0"/>
                                          </p:stCondLst>
                                        </p:cTn>
                                        <p:tgtEl>
                                          <p:spTgt spid="12"/>
                                        </p:tgtEl>
                                        <p:attrNameLst>
                                          <p:attrName>style.visibility</p:attrName>
                                        </p:attrNameLst>
                                      </p:cBhvr>
                                      <p:to>
                                        <p:strVal val="visible"/>
                                      </p:to>
                                    </p:set>
                                    <p:anim calcmode="lin" valueType="num">
                                      <p:cBhvr additive="base">
                                        <p:cTn id="20" dur="500" fill="hold"/>
                                        <p:tgtEl>
                                          <p:spTgt spid="12"/>
                                        </p:tgtEl>
                                        <p:attrNameLst>
                                          <p:attrName>ppt_x</p:attrName>
                                        </p:attrNameLst>
                                      </p:cBhvr>
                                      <p:tavLst>
                                        <p:tav tm="0">
                                          <p:val>
                                            <p:strVal val="0-#ppt_w/2"/>
                                          </p:val>
                                        </p:tav>
                                        <p:tav tm="100000">
                                          <p:val>
                                            <p:strVal val="#ppt_x"/>
                                          </p:val>
                                        </p:tav>
                                      </p:tavLst>
                                    </p:anim>
                                    <p:anim calcmode="lin" valueType="num">
                                      <p:cBhvr additive="base">
                                        <p:cTn id="21" dur="500" fill="hold"/>
                                        <p:tgtEl>
                                          <p:spTgt spid="12"/>
                                        </p:tgtEl>
                                        <p:attrNameLst>
                                          <p:attrName>ppt_y</p:attrName>
                                        </p:attrNameLst>
                                      </p:cBhvr>
                                      <p:tavLst>
                                        <p:tav tm="0">
                                          <p:val>
                                            <p:strVal val="#ppt_y"/>
                                          </p:val>
                                        </p:tav>
                                        <p:tav tm="100000">
                                          <p:val>
                                            <p:strVal val="#ppt_y"/>
                                          </p:val>
                                        </p:tav>
                                      </p:tavLst>
                                    </p:anim>
                                  </p:childTnLst>
                                </p:cTn>
                              </p:par>
                              <p:par>
                                <p:cTn id="22" presetID="2" presetClass="entr" presetSubtype="8" fill="hold" nodeType="withEffect">
                                  <p:stCondLst>
                                    <p:cond delay="0"/>
                                  </p:stCondLst>
                                  <p:childTnLst>
                                    <p:set>
                                      <p:cBhvr>
                                        <p:cTn id="23" dur="1" fill="hold">
                                          <p:stCondLst>
                                            <p:cond delay="0"/>
                                          </p:stCondLst>
                                        </p:cTn>
                                        <p:tgtEl>
                                          <p:spTgt spid="11"/>
                                        </p:tgtEl>
                                        <p:attrNameLst>
                                          <p:attrName>style.visibility</p:attrName>
                                        </p:attrNameLst>
                                      </p:cBhvr>
                                      <p:to>
                                        <p:strVal val="visible"/>
                                      </p:to>
                                    </p:set>
                                    <p:anim calcmode="lin" valueType="num">
                                      <p:cBhvr additive="base">
                                        <p:cTn id="24" dur="500" fill="hold"/>
                                        <p:tgtEl>
                                          <p:spTgt spid="11"/>
                                        </p:tgtEl>
                                        <p:attrNameLst>
                                          <p:attrName>ppt_x</p:attrName>
                                        </p:attrNameLst>
                                      </p:cBhvr>
                                      <p:tavLst>
                                        <p:tav tm="0">
                                          <p:val>
                                            <p:strVal val="0-#ppt_w/2"/>
                                          </p:val>
                                        </p:tav>
                                        <p:tav tm="100000">
                                          <p:val>
                                            <p:strVal val="#ppt_x"/>
                                          </p:val>
                                        </p:tav>
                                      </p:tavLst>
                                    </p:anim>
                                    <p:anim calcmode="lin" valueType="num">
                                      <p:cBhvr additive="base">
                                        <p:cTn id="25" dur="500" fill="hold"/>
                                        <p:tgtEl>
                                          <p:spTgt spid="11"/>
                                        </p:tgtEl>
                                        <p:attrNameLst>
                                          <p:attrName>ppt_y</p:attrName>
                                        </p:attrNameLst>
                                      </p:cBhvr>
                                      <p:tavLst>
                                        <p:tav tm="0">
                                          <p:val>
                                            <p:strVal val="#ppt_y"/>
                                          </p:val>
                                        </p:tav>
                                        <p:tav tm="100000">
                                          <p:val>
                                            <p:strVal val="#ppt_y"/>
                                          </p:val>
                                        </p:tav>
                                      </p:tavLst>
                                    </p:anim>
                                  </p:childTnLst>
                                </p:cTn>
                              </p:par>
                              <p:par>
                                <p:cTn id="26" presetID="2" presetClass="entr" presetSubtype="8" fill="hold" nodeType="withEffect">
                                  <p:stCondLst>
                                    <p:cond delay="0"/>
                                  </p:stCondLst>
                                  <p:childTnLst>
                                    <p:set>
                                      <p:cBhvr>
                                        <p:cTn id="27" dur="1" fill="hold">
                                          <p:stCondLst>
                                            <p:cond delay="0"/>
                                          </p:stCondLst>
                                        </p:cTn>
                                        <p:tgtEl>
                                          <p:spTgt spid="10"/>
                                        </p:tgtEl>
                                        <p:attrNameLst>
                                          <p:attrName>style.visibility</p:attrName>
                                        </p:attrNameLst>
                                      </p:cBhvr>
                                      <p:to>
                                        <p:strVal val="visible"/>
                                      </p:to>
                                    </p:set>
                                    <p:anim calcmode="lin" valueType="num">
                                      <p:cBhvr additive="base">
                                        <p:cTn id="28" dur="500" fill="hold"/>
                                        <p:tgtEl>
                                          <p:spTgt spid="10"/>
                                        </p:tgtEl>
                                        <p:attrNameLst>
                                          <p:attrName>ppt_x</p:attrName>
                                        </p:attrNameLst>
                                      </p:cBhvr>
                                      <p:tavLst>
                                        <p:tav tm="0">
                                          <p:val>
                                            <p:strVal val="0-#ppt_w/2"/>
                                          </p:val>
                                        </p:tav>
                                        <p:tav tm="100000">
                                          <p:val>
                                            <p:strVal val="#ppt_x"/>
                                          </p:val>
                                        </p:tav>
                                      </p:tavLst>
                                    </p:anim>
                                    <p:anim calcmode="lin" valueType="num">
                                      <p:cBhvr additive="base">
                                        <p:cTn id="29" dur="500" fill="hold"/>
                                        <p:tgtEl>
                                          <p:spTgt spid="10"/>
                                        </p:tgtEl>
                                        <p:attrNameLst>
                                          <p:attrName>ppt_y</p:attrName>
                                        </p:attrNameLst>
                                      </p:cBhvr>
                                      <p:tavLst>
                                        <p:tav tm="0">
                                          <p:val>
                                            <p:strVal val="#ppt_y"/>
                                          </p:val>
                                        </p:tav>
                                        <p:tav tm="100000">
                                          <p:val>
                                            <p:strVal val="#ppt_y"/>
                                          </p:val>
                                        </p:tav>
                                      </p:tavLst>
                                    </p:anim>
                                  </p:childTnLst>
                                </p:cTn>
                              </p:par>
                              <p:par>
                                <p:cTn id="30" presetID="2" presetClass="entr" presetSubtype="8" fill="hold" nodeType="withEffect">
                                  <p:stCondLst>
                                    <p:cond delay="0"/>
                                  </p:stCondLst>
                                  <p:childTnLst>
                                    <p:set>
                                      <p:cBhvr>
                                        <p:cTn id="31" dur="1" fill="hold">
                                          <p:stCondLst>
                                            <p:cond delay="0"/>
                                          </p:stCondLst>
                                        </p:cTn>
                                        <p:tgtEl>
                                          <p:spTgt spid="9"/>
                                        </p:tgtEl>
                                        <p:attrNameLst>
                                          <p:attrName>style.visibility</p:attrName>
                                        </p:attrNameLst>
                                      </p:cBhvr>
                                      <p:to>
                                        <p:strVal val="visible"/>
                                      </p:to>
                                    </p:set>
                                    <p:anim calcmode="lin" valueType="num">
                                      <p:cBhvr additive="base">
                                        <p:cTn id="32" dur="500" fill="hold"/>
                                        <p:tgtEl>
                                          <p:spTgt spid="9"/>
                                        </p:tgtEl>
                                        <p:attrNameLst>
                                          <p:attrName>ppt_x</p:attrName>
                                        </p:attrNameLst>
                                      </p:cBhvr>
                                      <p:tavLst>
                                        <p:tav tm="0">
                                          <p:val>
                                            <p:strVal val="0-#ppt_w/2"/>
                                          </p:val>
                                        </p:tav>
                                        <p:tav tm="100000">
                                          <p:val>
                                            <p:strVal val="#ppt_x"/>
                                          </p:val>
                                        </p:tav>
                                      </p:tavLst>
                                    </p:anim>
                                    <p:anim calcmode="lin" valueType="num">
                                      <p:cBhvr additive="base">
                                        <p:cTn id="33" dur="500" fill="hold"/>
                                        <p:tgtEl>
                                          <p:spTgt spid="9"/>
                                        </p:tgtEl>
                                        <p:attrNameLst>
                                          <p:attrName>ppt_y</p:attrName>
                                        </p:attrNameLst>
                                      </p:cBhvr>
                                      <p:tavLst>
                                        <p:tav tm="0">
                                          <p:val>
                                            <p:strVal val="#ppt_y"/>
                                          </p:val>
                                        </p:tav>
                                        <p:tav tm="100000">
                                          <p:val>
                                            <p:strVal val="#ppt_y"/>
                                          </p:val>
                                        </p:tav>
                                      </p:tavLst>
                                    </p:anim>
                                  </p:childTnLst>
                                </p:cTn>
                              </p:par>
                              <p:par>
                                <p:cTn id="34" presetID="2" presetClass="entr" presetSubtype="8" fill="hold" nodeType="withEffect">
                                  <p:stCondLst>
                                    <p:cond delay="0"/>
                                  </p:stCondLst>
                                  <p:childTnLst>
                                    <p:set>
                                      <p:cBhvr>
                                        <p:cTn id="35" dur="1" fill="hold">
                                          <p:stCondLst>
                                            <p:cond delay="0"/>
                                          </p:stCondLst>
                                        </p:cTn>
                                        <p:tgtEl>
                                          <p:spTgt spid="8"/>
                                        </p:tgtEl>
                                        <p:attrNameLst>
                                          <p:attrName>style.visibility</p:attrName>
                                        </p:attrNameLst>
                                      </p:cBhvr>
                                      <p:to>
                                        <p:strVal val="visible"/>
                                      </p:to>
                                    </p:set>
                                    <p:anim calcmode="lin" valueType="num">
                                      <p:cBhvr additive="base">
                                        <p:cTn id="36" dur="500" fill="hold"/>
                                        <p:tgtEl>
                                          <p:spTgt spid="8"/>
                                        </p:tgtEl>
                                        <p:attrNameLst>
                                          <p:attrName>ppt_x</p:attrName>
                                        </p:attrNameLst>
                                      </p:cBhvr>
                                      <p:tavLst>
                                        <p:tav tm="0">
                                          <p:val>
                                            <p:strVal val="0-#ppt_w/2"/>
                                          </p:val>
                                        </p:tav>
                                        <p:tav tm="100000">
                                          <p:val>
                                            <p:strVal val="#ppt_x"/>
                                          </p:val>
                                        </p:tav>
                                      </p:tavLst>
                                    </p:anim>
                                    <p:anim calcmode="lin" valueType="num">
                                      <p:cBhvr additive="base">
                                        <p:cTn id="37" dur="500" fill="hold"/>
                                        <p:tgtEl>
                                          <p:spTgt spid="8"/>
                                        </p:tgtEl>
                                        <p:attrNameLst>
                                          <p:attrName>ppt_y</p:attrName>
                                        </p:attrNameLst>
                                      </p:cBhvr>
                                      <p:tavLst>
                                        <p:tav tm="0">
                                          <p:val>
                                            <p:strVal val="#ppt_y"/>
                                          </p:val>
                                        </p:tav>
                                        <p:tav tm="100000">
                                          <p:val>
                                            <p:strVal val="#ppt_y"/>
                                          </p:val>
                                        </p:tav>
                                      </p:tavLst>
                                    </p:anim>
                                  </p:childTnLst>
                                </p:cTn>
                              </p:par>
                            </p:childTnLst>
                          </p:cTn>
                        </p:par>
                        <p:par>
                          <p:cTn id="38" fill="hold">
                            <p:stCondLst>
                              <p:cond delay="1000"/>
                            </p:stCondLst>
                            <p:childTnLst>
                              <p:par>
                                <p:cTn id="39" presetID="2" presetClass="entr" presetSubtype="1" fill="hold" nodeType="afterEffect">
                                  <p:stCondLst>
                                    <p:cond delay="0"/>
                                  </p:stCondLst>
                                  <p:childTnLst>
                                    <p:set>
                                      <p:cBhvr>
                                        <p:cTn id="40" dur="1" fill="hold">
                                          <p:stCondLst>
                                            <p:cond delay="0"/>
                                          </p:stCondLst>
                                        </p:cTn>
                                        <p:tgtEl>
                                          <p:spTgt spid="13"/>
                                        </p:tgtEl>
                                        <p:attrNameLst>
                                          <p:attrName>style.visibility</p:attrName>
                                        </p:attrNameLst>
                                      </p:cBhvr>
                                      <p:to>
                                        <p:strVal val="visible"/>
                                      </p:to>
                                    </p:set>
                                    <p:anim calcmode="lin" valueType="num">
                                      <p:cBhvr additive="base">
                                        <p:cTn id="41" dur="500" fill="hold"/>
                                        <p:tgtEl>
                                          <p:spTgt spid="13"/>
                                        </p:tgtEl>
                                        <p:attrNameLst>
                                          <p:attrName>ppt_x</p:attrName>
                                        </p:attrNameLst>
                                      </p:cBhvr>
                                      <p:tavLst>
                                        <p:tav tm="0">
                                          <p:val>
                                            <p:strVal val="#ppt_x"/>
                                          </p:val>
                                        </p:tav>
                                        <p:tav tm="100000">
                                          <p:val>
                                            <p:strVal val="#ppt_x"/>
                                          </p:val>
                                        </p:tav>
                                      </p:tavLst>
                                    </p:anim>
                                    <p:anim calcmode="lin" valueType="num">
                                      <p:cBhvr additive="base">
                                        <p:cTn id="42" dur="500" fill="hold"/>
                                        <p:tgtEl>
                                          <p:spTgt spid="13"/>
                                        </p:tgtEl>
                                        <p:attrNameLst>
                                          <p:attrName>ppt_y</p:attrName>
                                        </p:attrNameLst>
                                      </p:cBhvr>
                                      <p:tavLst>
                                        <p:tav tm="0">
                                          <p:val>
                                            <p:strVal val="0-#ppt_h/2"/>
                                          </p:val>
                                        </p:tav>
                                        <p:tav tm="100000">
                                          <p:val>
                                            <p:strVal val="#ppt_y"/>
                                          </p:val>
                                        </p:tav>
                                      </p:tavLst>
                                    </p:anim>
                                  </p:childTnLst>
                                </p:cTn>
                              </p:par>
                              <p:par>
                                <p:cTn id="43" presetID="2" presetClass="entr" presetSubtype="1" fill="hold" nodeType="withEffect">
                                  <p:stCondLst>
                                    <p:cond delay="0"/>
                                  </p:stCondLst>
                                  <p:childTnLst>
                                    <p:set>
                                      <p:cBhvr>
                                        <p:cTn id="44" dur="1" fill="hold">
                                          <p:stCondLst>
                                            <p:cond delay="0"/>
                                          </p:stCondLst>
                                        </p:cTn>
                                        <p:tgtEl>
                                          <p:spTgt spid="20"/>
                                        </p:tgtEl>
                                        <p:attrNameLst>
                                          <p:attrName>style.visibility</p:attrName>
                                        </p:attrNameLst>
                                      </p:cBhvr>
                                      <p:to>
                                        <p:strVal val="visible"/>
                                      </p:to>
                                    </p:set>
                                    <p:anim calcmode="lin" valueType="num">
                                      <p:cBhvr additive="base">
                                        <p:cTn id="45" dur="500" fill="hold"/>
                                        <p:tgtEl>
                                          <p:spTgt spid="20"/>
                                        </p:tgtEl>
                                        <p:attrNameLst>
                                          <p:attrName>ppt_x</p:attrName>
                                        </p:attrNameLst>
                                      </p:cBhvr>
                                      <p:tavLst>
                                        <p:tav tm="0">
                                          <p:val>
                                            <p:strVal val="#ppt_x"/>
                                          </p:val>
                                        </p:tav>
                                        <p:tav tm="100000">
                                          <p:val>
                                            <p:strVal val="#ppt_x"/>
                                          </p:val>
                                        </p:tav>
                                      </p:tavLst>
                                    </p:anim>
                                    <p:anim calcmode="lin" valueType="num">
                                      <p:cBhvr additive="base">
                                        <p:cTn id="46" dur="500" fill="hold"/>
                                        <p:tgtEl>
                                          <p:spTgt spid="20"/>
                                        </p:tgtEl>
                                        <p:attrNameLst>
                                          <p:attrName>ppt_y</p:attrName>
                                        </p:attrNameLst>
                                      </p:cBhvr>
                                      <p:tavLst>
                                        <p:tav tm="0">
                                          <p:val>
                                            <p:strVal val="0-#ppt_h/2"/>
                                          </p:val>
                                        </p:tav>
                                        <p:tav tm="100000">
                                          <p:val>
                                            <p:strVal val="#ppt_y"/>
                                          </p:val>
                                        </p:tav>
                                      </p:tavLst>
                                    </p:anim>
                                  </p:childTnLst>
                                </p:cTn>
                              </p:par>
                            </p:childTnLst>
                          </p:cTn>
                        </p:par>
                        <p:par>
                          <p:cTn id="47" fill="hold">
                            <p:stCondLst>
                              <p:cond delay="1500"/>
                            </p:stCondLst>
                            <p:childTnLst>
                              <p:par>
                                <p:cTn id="48" presetID="2" presetClass="entr" presetSubtype="4" fill="hold" nodeType="afterEffect">
                                  <p:stCondLst>
                                    <p:cond delay="0"/>
                                  </p:stCondLst>
                                  <p:childTnLst>
                                    <p:set>
                                      <p:cBhvr>
                                        <p:cTn id="49" dur="1" fill="hold">
                                          <p:stCondLst>
                                            <p:cond delay="0"/>
                                          </p:stCondLst>
                                        </p:cTn>
                                        <p:tgtEl>
                                          <p:spTgt spid="17"/>
                                        </p:tgtEl>
                                        <p:attrNameLst>
                                          <p:attrName>style.visibility</p:attrName>
                                        </p:attrNameLst>
                                      </p:cBhvr>
                                      <p:to>
                                        <p:strVal val="visible"/>
                                      </p:to>
                                    </p:set>
                                    <p:anim calcmode="lin" valueType="num">
                                      <p:cBhvr additive="base">
                                        <p:cTn id="50" dur="500" fill="hold"/>
                                        <p:tgtEl>
                                          <p:spTgt spid="17"/>
                                        </p:tgtEl>
                                        <p:attrNameLst>
                                          <p:attrName>ppt_x</p:attrName>
                                        </p:attrNameLst>
                                      </p:cBhvr>
                                      <p:tavLst>
                                        <p:tav tm="0">
                                          <p:val>
                                            <p:strVal val="#ppt_x"/>
                                          </p:val>
                                        </p:tav>
                                        <p:tav tm="100000">
                                          <p:val>
                                            <p:strVal val="#ppt_x"/>
                                          </p:val>
                                        </p:tav>
                                      </p:tavLst>
                                    </p:anim>
                                    <p:anim calcmode="lin" valueType="num">
                                      <p:cBhvr additive="base">
                                        <p:cTn id="51" dur="500" fill="hold"/>
                                        <p:tgtEl>
                                          <p:spTgt spid="17"/>
                                        </p:tgtEl>
                                        <p:attrNameLst>
                                          <p:attrName>ppt_y</p:attrName>
                                        </p:attrNameLst>
                                      </p:cBhvr>
                                      <p:tavLst>
                                        <p:tav tm="0">
                                          <p:val>
                                            <p:strVal val="1+#ppt_h/2"/>
                                          </p:val>
                                        </p:tav>
                                        <p:tav tm="100000">
                                          <p:val>
                                            <p:strVal val="#ppt_y"/>
                                          </p:val>
                                        </p:tav>
                                      </p:tavLst>
                                    </p:anim>
                                  </p:childTnLst>
                                </p:cTn>
                              </p:par>
                              <p:par>
                                <p:cTn id="52" presetID="2" presetClass="entr" presetSubtype="4" fill="hold" nodeType="withEffect">
                                  <p:stCondLst>
                                    <p:cond delay="0"/>
                                  </p:stCondLst>
                                  <p:childTnLst>
                                    <p:set>
                                      <p:cBhvr>
                                        <p:cTn id="53" dur="1" fill="hold">
                                          <p:stCondLst>
                                            <p:cond delay="0"/>
                                          </p:stCondLst>
                                        </p:cTn>
                                        <p:tgtEl>
                                          <p:spTgt spid="32"/>
                                        </p:tgtEl>
                                        <p:attrNameLst>
                                          <p:attrName>style.visibility</p:attrName>
                                        </p:attrNameLst>
                                      </p:cBhvr>
                                      <p:to>
                                        <p:strVal val="visible"/>
                                      </p:to>
                                    </p:set>
                                    <p:anim calcmode="lin" valueType="num">
                                      <p:cBhvr additive="base">
                                        <p:cTn id="54" dur="500" fill="hold"/>
                                        <p:tgtEl>
                                          <p:spTgt spid="32"/>
                                        </p:tgtEl>
                                        <p:attrNameLst>
                                          <p:attrName>ppt_x</p:attrName>
                                        </p:attrNameLst>
                                      </p:cBhvr>
                                      <p:tavLst>
                                        <p:tav tm="0">
                                          <p:val>
                                            <p:strVal val="#ppt_x"/>
                                          </p:val>
                                        </p:tav>
                                        <p:tav tm="100000">
                                          <p:val>
                                            <p:strVal val="#ppt_x"/>
                                          </p:val>
                                        </p:tav>
                                      </p:tavLst>
                                    </p:anim>
                                    <p:anim calcmode="lin" valueType="num">
                                      <p:cBhvr additive="base">
                                        <p:cTn id="55" dur="500" fill="hold"/>
                                        <p:tgtEl>
                                          <p:spTgt spid="32"/>
                                        </p:tgtEl>
                                        <p:attrNameLst>
                                          <p:attrName>ppt_y</p:attrName>
                                        </p:attrNameLst>
                                      </p:cBhvr>
                                      <p:tavLst>
                                        <p:tav tm="0">
                                          <p:val>
                                            <p:strVal val="1+#ppt_h/2"/>
                                          </p:val>
                                        </p:tav>
                                        <p:tav tm="100000">
                                          <p:val>
                                            <p:strVal val="#ppt_y"/>
                                          </p:val>
                                        </p:tav>
                                      </p:tavLst>
                                    </p:anim>
                                  </p:childTnLst>
                                </p:cTn>
                              </p:par>
                            </p:childTnLst>
                          </p:cTn>
                        </p:par>
                        <p:par>
                          <p:cTn id="56" fill="hold">
                            <p:stCondLst>
                              <p:cond delay="2000"/>
                            </p:stCondLst>
                            <p:childTnLst>
                              <p:par>
                                <p:cTn id="57" presetID="2" presetClass="entr" presetSubtype="1" fill="hold" nodeType="afterEffect">
                                  <p:stCondLst>
                                    <p:cond delay="0"/>
                                  </p:stCondLst>
                                  <p:childTnLst>
                                    <p:set>
                                      <p:cBhvr>
                                        <p:cTn id="58" dur="1" fill="hold">
                                          <p:stCondLst>
                                            <p:cond delay="0"/>
                                          </p:stCondLst>
                                        </p:cTn>
                                        <p:tgtEl>
                                          <p:spTgt spid="2"/>
                                        </p:tgtEl>
                                        <p:attrNameLst>
                                          <p:attrName>style.visibility</p:attrName>
                                        </p:attrNameLst>
                                      </p:cBhvr>
                                      <p:to>
                                        <p:strVal val="visible"/>
                                      </p:to>
                                    </p:set>
                                    <p:anim calcmode="lin" valueType="num">
                                      <p:cBhvr additive="base">
                                        <p:cTn id="59" dur="500" fill="hold"/>
                                        <p:tgtEl>
                                          <p:spTgt spid="2"/>
                                        </p:tgtEl>
                                        <p:attrNameLst>
                                          <p:attrName>ppt_x</p:attrName>
                                        </p:attrNameLst>
                                      </p:cBhvr>
                                      <p:tavLst>
                                        <p:tav tm="0">
                                          <p:val>
                                            <p:strVal val="#ppt_x"/>
                                          </p:val>
                                        </p:tav>
                                        <p:tav tm="100000">
                                          <p:val>
                                            <p:strVal val="#ppt_x"/>
                                          </p:val>
                                        </p:tav>
                                      </p:tavLst>
                                    </p:anim>
                                    <p:anim calcmode="lin" valueType="num">
                                      <p:cBhvr additive="base">
                                        <p:cTn id="60" dur="500" fill="hold"/>
                                        <p:tgtEl>
                                          <p:spTgt spid="2"/>
                                        </p:tgtEl>
                                        <p:attrNameLst>
                                          <p:attrName>ppt_y</p:attrName>
                                        </p:attrNameLst>
                                      </p:cBhvr>
                                      <p:tavLst>
                                        <p:tav tm="0">
                                          <p:val>
                                            <p:strVal val="0-#ppt_h/2"/>
                                          </p:val>
                                        </p:tav>
                                        <p:tav tm="100000">
                                          <p:val>
                                            <p:strVal val="#ppt_y"/>
                                          </p:val>
                                        </p:tav>
                                      </p:tavLst>
                                    </p:anim>
                                  </p:childTnLst>
                                </p:cTn>
                              </p:par>
                              <p:par>
                                <p:cTn id="61" presetID="2" presetClass="entr" presetSubtype="1" fill="hold" nodeType="withEffect">
                                  <p:stCondLst>
                                    <p:cond delay="0"/>
                                  </p:stCondLst>
                                  <p:childTnLst>
                                    <p:set>
                                      <p:cBhvr>
                                        <p:cTn id="62" dur="1" fill="hold">
                                          <p:stCondLst>
                                            <p:cond delay="0"/>
                                          </p:stCondLst>
                                        </p:cTn>
                                        <p:tgtEl>
                                          <p:spTgt spid="3"/>
                                        </p:tgtEl>
                                        <p:attrNameLst>
                                          <p:attrName>style.visibility</p:attrName>
                                        </p:attrNameLst>
                                      </p:cBhvr>
                                      <p:to>
                                        <p:strVal val="visible"/>
                                      </p:to>
                                    </p:set>
                                    <p:anim calcmode="lin" valueType="num">
                                      <p:cBhvr additive="base">
                                        <p:cTn id="63" dur="500" fill="hold"/>
                                        <p:tgtEl>
                                          <p:spTgt spid="3"/>
                                        </p:tgtEl>
                                        <p:attrNameLst>
                                          <p:attrName>ppt_x</p:attrName>
                                        </p:attrNameLst>
                                      </p:cBhvr>
                                      <p:tavLst>
                                        <p:tav tm="0">
                                          <p:val>
                                            <p:strVal val="#ppt_x"/>
                                          </p:val>
                                        </p:tav>
                                        <p:tav tm="100000">
                                          <p:val>
                                            <p:strVal val="#ppt_x"/>
                                          </p:val>
                                        </p:tav>
                                      </p:tavLst>
                                    </p:anim>
                                    <p:anim calcmode="lin" valueType="num">
                                      <p:cBhvr additive="base">
                                        <p:cTn id="64" dur="500" fill="hold"/>
                                        <p:tgtEl>
                                          <p:spTgt spid="3"/>
                                        </p:tgtEl>
                                        <p:attrNameLst>
                                          <p:attrName>ppt_y</p:attrName>
                                        </p:attrNameLst>
                                      </p:cBhvr>
                                      <p:tavLst>
                                        <p:tav tm="0">
                                          <p:val>
                                            <p:strVal val="0-#ppt_h/2"/>
                                          </p:val>
                                        </p:tav>
                                        <p:tav tm="100000">
                                          <p:val>
                                            <p:strVal val="#ppt_y"/>
                                          </p:val>
                                        </p:tav>
                                      </p:tavLst>
                                    </p:anim>
                                  </p:childTnLst>
                                </p:cTn>
                              </p:par>
                            </p:childTnLst>
                          </p:cTn>
                        </p:par>
                        <p:par>
                          <p:cTn id="65" fill="hold">
                            <p:stCondLst>
                              <p:cond delay="2500"/>
                            </p:stCondLst>
                            <p:childTnLst>
                              <p:par>
                                <p:cTn id="66" presetID="2" presetClass="entr" presetSubtype="4" fill="hold" nodeType="afterEffect">
                                  <p:stCondLst>
                                    <p:cond delay="0"/>
                                  </p:stCondLst>
                                  <p:childTnLst>
                                    <p:set>
                                      <p:cBhvr>
                                        <p:cTn id="67" dur="1" fill="hold">
                                          <p:stCondLst>
                                            <p:cond delay="0"/>
                                          </p:stCondLst>
                                        </p:cTn>
                                        <p:tgtEl>
                                          <p:spTgt spid="18"/>
                                        </p:tgtEl>
                                        <p:attrNameLst>
                                          <p:attrName>style.visibility</p:attrName>
                                        </p:attrNameLst>
                                      </p:cBhvr>
                                      <p:to>
                                        <p:strVal val="visible"/>
                                      </p:to>
                                    </p:set>
                                    <p:anim calcmode="lin" valueType="num">
                                      <p:cBhvr additive="base">
                                        <p:cTn id="68" dur="500" fill="hold"/>
                                        <p:tgtEl>
                                          <p:spTgt spid="18"/>
                                        </p:tgtEl>
                                        <p:attrNameLst>
                                          <p:attrName>ppt_x</p:attrName>
                                        </p:attrNameLst>
                                      </p:cBhvr>
                                      <p:tavLst>
                                        <p:tav tm="0">
                                          <p:val>
                                            <p:strVal val="#ppt_x"/>
                                          </p:val>
                                        </p:tav>
                                        <p:tav tm="100000">
                                          <p:val>
                                            <p:strVal val="#ppt_x"/>
                                          </p:val>
                                        </p:tav>
                                      </p:tavLst>
                                    </p:anim>
                                    <p:anim calcmode="lin" valueType="num">
                                      <p:cBhvr additive="base">
                                        <p:cTn id="69" dur="500" fill="hold"/>
                                        <p:tgtEl>
                                          <p:spTgt spid="18"/>
                                        </p:tgtEl>
                                        <p:attrNameLst>
                                          <p:attrName>ppt_y</p:attrName>
                                        </p:attrNameLst>
                                      </p:cBhvr>
                                      <p:tavLst>
                                        <p:tav tm="0">
                                          <p:val>
                                            <p:strVal val="1+#ppt_h/2"/>
                                          </p:val>
                                        </p:tav>
                                        <p:tav tm="100000">
                                          <p:val>
                                            <p:strVal val="#ppt_y"/>
                                          </p:val>
                                        </p:tav>
                                      </p:tavLst>
                                    </p:anim>
                                  </p:childTnLst>
                                </p:cTn>
                              </p:par>
                              <p:par>
                                <p:cTn id="70" presetID="2" presetClass="entr" presetSubtype="4" fill="hold" nodeType="withEffect">
                                  <p:stCondLst>
                                    <p:cond delay="0"/>
                                  </p:stCondLst>
                                  <p:childTnLst>
                                    <p:set>
                                      <p:cBhvr>
                                        <p:cTn id="71" dur="1" fill="hold">
                                          <p:stCondLst>
                                            <p:cond delay="0"/>
                                          </p:stCondLst>
                                        </p:cTn>
                                        <p:tgtEl>
                                          <p:spTgt spid="29"/>
                                        </p:tgtEl>
                                        <p:attrNameLst>
                                          <p:attrName>style.visibility</p:attrName>
                                        </p:attrNameLst>
                                      </p:cBhvr>
                                      <p:to>
                                        <p:strVal val="visible"/>
                                      </p:to>
                                    </p:set>
                                    <p:anim calcmode="lin" valueType="num">
                                      <p:cBhvr additive="base">
                                        <p:cTn id="72" dur="500" fill="hold"/>
                                        <p:tgtEl>
                                          <p:spTgt spid="29"/>
                                        </p:tgtEl>
                                        <p:attrNameLst>
                                          <p:attrName>ppt_x</p:attrName>
                                        </p:attrNameLst>
                                      </p:cBhvr>
                                      <p:tavLst>
                                        <p:tav tm="0">
                                          <p:val>
                                            <p:strVal val="#ppt_x"/>
                                          </p:val>
                                        </p:tav>
                                        <p:tav tm="100000">
                                          <p:val>
                                            <p:strVal val="#ppt_x"/>
                                          </p:val>
                                        </p:tav>
                                      </p:tavLst>
                                    </p:anim>
                                    <p:anim calcmode="lin" valueType="num">
                                      <p:cBhvr additive="base">
                                        <p:cTn id="73" dur="500" fill="hold"/>
                                        <p:tgtEl>
                                          <p:spTgt spid="29"/>
                                        </p:tgtEl>
                                        <p:attrNameLst>
                                          <p:attrName>ppt_y</p:attrName>
                                        </p:attrNameLst>
                                      </p:cBhvr>
                                      <p:tavLst>
                                        <p:tav tm="0">
                                          <p:val>
                                            <p:strVal val="1+#ppt_h/2"/>
                                          </p:val>
                                        </p:tav>
                                        <p:tav tm="100000">
                                          <p:val>
                                            <p:strVal val="#ppt_y"/>
                                          </p:val>
                                        </p:tav>
                                      </p:tavLst>
                                    </p:anim>
                                  </p:childTnLst>
                                </p:cTn>
                              </p:par>
                            </p:childTnLst>
                          </p:cTn>
                        </p:par>
                        <p:par>
                          <p:cTn id="74" fill="hold">
                            <p:stCondLst>
                              <p:cond delay="3000"/>
                            </p:stCondLst>
                            <p:childTnLst>
                              <p:par>
                                <p:cTn id="75" presetID="2" presetClass="entr" presetSubtype="1" fill="hold" nodeType="afterEffect">
                                  <p:stCondLst>
                                    <p:cond delay="0"/>
                                  </p:stCondLst>
                                  <p:childTnLst>
                                    <p:set>
                                      <p:cBhvr>
                                        <p:cTn id="76" dur="1" fill="hold">
                                          <p:stCondLst>
                                            <p:cond delay="0"/>
                                          </p:stCondLst>
                                        </p:cTn>
                                        <p:tgtEl>
                                          <p:spTgt spid="15"/>
                                        </p:tgtEl>
                                        <p:attrNameLst>
                                          <p:attrName>style.visibility</p:attrName>
                                        </p:attrNameLst>
                                      </p:cBhvr>
                                      <p:to>
                                        <p:strVal val="visible"/>
                                      </p:to>
                                    </p:set>
                                    <p:anim calcmode="lin" valueType="num">
                                      <p:cBhvr additive="base">
                                        <p:cTn id="77" dur="500" fill="hold"/>
                                        <p:tgtEl>
                                          <p:spTgt spid="15"/>
                                        </p:tgtEl>
                                        <p:attrNameLst>
                                          <p:attrName>ppt_x</p:attrName>
                                        </p:attrNameLst>
                                      </p:cBhvr>
                                      <p:tavLst>
                                        <p:tav tm="0">
                                          <p:val>
                                            <p:strVal val="#ppt_x"/>
                                          </p:val>
                                        </p:tav>
                                        <p:tav tm="100000">
                                          <p:val>
                                            <p:strVal val="#ppt_x"/>
                                          </p:val>
                                        </p:tav>
                                      </p:tavLst>
                                    </p:anim>
                                    <p:anim calcmode="lin" valueType="num">
                                      <p:cBhvr additive="base">
                                        <p:cTn id="78" dur="500" fill="hold"/>
                                        <p:tgtEl>
                                          <p:spTgt spid="15"/>
                                        </p:tgtEl>
                                        <p:attrNameLst>
                                          <p:attrName>ppt_y</p:attrName>
                                        </p:attrNameLst>
                                      </p:cBhvr>
                                      <p:tavLst>
                                        <p:tav tm="0">
                                          <p:val>
                                            <p:strVal val="0-#ppt_h/2"/>
                                          </p:val>
                                        </p:tav>
                                        <p:tav tm="100000">
                                          <p:val>
                                            <p:strVal val="#ppt_y"/>
                                          </p:val>
                                        </p:tav>
                                      </p:tavLst>
                                    </p:anim>
                                  </p:childTnLst>
                                </p:cTn>
                              </p:par>
                              <p:par>
                                <p:cTn id="79" presetID="2" presetClass="entr" presetSubtype="1" fill="hold" nodeType="withEffect">
                                  <p:stCondLst>
                                    <p:cond delay="0"/>
                                  </p:stCondLst>
                                  <p:childTnLst>
                                    <p:set>
                                      <p:cBhvr>
                                        <p:cTn id="80" dur="1" fill="hold">
                                          <p:stCondLst>
                                            <p:cond delay="0"/>
                                          </p:stCondLst>
                                        </p:cTn>
                                        <p:tgtEl>
                                          <p:spTgt spid="23"/>
                                        </p:tgtEl>
                                        <p:attrNameLst>
                                          <p:attrName>style.visibility</p:attrName>
                                        </p:attrNameLst>
                                      </p:cBhvr>
                                      <p:to>
                                        <p:strVal val="visible"/>
                                      </p:to>
                                    </p:set>
                                    <p:anim calcmode="lin" valueType="num">
                                      <p:cBhvr additive="base">
                                        <p:cTn id="81" dur="500" fill="hold"/>
                                        <p:tgtEl>
                                          <p:spTgt spid="23"/>
                                        </p:tgtEl>
                                        <p:attrNameLst>
                                          <p:attrName>ppt_x</p:attrName>
                                        </p:attrNameLst>
                                      </p:cBhvr>
                                      <p:tavLst>
                                        <p:tav tm="0">
                                          <p:val>
                                            <p:strVal val="#ppt_x"/>
                                          </p:val>
                                        </p:tav>
                                        <p:tav tm="100000">
                                          <p:val>
                                            <p:strVal val="#ppt_x"/>
                                          </p:val>
                                        </p:tav>
                                      </p:tavLst>
                                    </p:anim>
                                    <p:anim calcmode="lin" valueType="num">
                                      <p:cBhvr additive="base">
                                        <p:cTn id="82" dur="500" fill="hold"/>
                                        <p:tgtEl>
                                          <p:spTgt spid="23"/>
                                        </p:tgtEl>
                                        <p:attrNameLst>
                                          <p:attrName>ppt_y</p:attrName>
                                        </p:attrNameLst>
                                      </p:cBhvr>
                                      <p:tavLst>
                                        <p:tav tm="0">
                                          <p:val>
                                            <p:strVal val="0-#ppt_h/2"/>
                                          </p:val>
                                        </p:tav>
                                        <p:tav tm="100000">
                                          <p:val>
                                            <p:strVal val="#ppt_y"/>
                                          </p:val>
                                        </p:tav>
                                      </p:tavLst>
                                    </p:anim>
                                  </p:childTnLst>
                                </p:cTn>
                              </p:par>
                            </p:childTnLst>
                          </p:cTn>
                        </p:par>
                        <p:par>
                          <p:cTn id="83" fill="hold">
                            <p:stCondLst>
                              <p:cond delay="3500"/>
                            </p:stCondLst>
                            <p:childTnLst>
                              <p:par>
                                <p:cTn id="84" presetID="12" presetClass="entr" presetSubtype="4" fill="hold" grpId="0" nodeType="afterEffect">
                                  <p:stCondLst>
                                    <p:cond delay="0"/>
                                  </p:stCondLst>
                                  <p:childTnLst>
                                    <p:set>
                                      <p:cBhvr>
                                        <p:cTn id="85" dur="1" fill="hold">
                                          <p:stCondLst>
                                            <p:cond delay="0"/>
                                          </p:stCondLst>
                                        </p:cTn>
                                        <p:tgtEl>
                                          <p:spTgt spid="27"/>
                                        </p:tgtEl>
                                        <p:attrNameLst>
                                          <p:attrName>style.visibility</p:attrName>
                                        </p:attrNameLst>
                                      </p:cBhvr>
                                      <p:to>
                                        <p:strVal val="visible"/>
                                      </p:to>
                                    </p:set>
                                    <p:anim calcmode="lin" valueType="num">
                                      <p:cBhvr additive="base">
                                        <p:cTn id="86" dur="350"/>
                                        <p:tgtEl>
                                          <p:spTgt spid="27"/>
                                        </p:tgtEl>
                                        <p:attrNameLst>
                                          <p:attrName>ppt_y</p:attrName>
                                        </p:attrNameLst>
                                      </p:cBhvr>
                                      <p:tavLst>
                                        <p:tav tm="0">
                                          <p:val>
                                            <p:strVal val="#ppt_y+#ppt_h*1.125000"/>
                                          </p:val>
                                        </p:tav>
                                        <p:tav tm="100000">
                                          <p:val>
                                            <p:strVal val="#ppt_y"/>
                                          </p:val>
                                        </p:tav>
                                      </p:tavLst>
                                    </p:anim>
                                    <p:animEffect transition="in" filter="wipe(up)">
                                      <p:cBhvr>
                                        <p:cTn id="87" dur="350"/>
                                        <p:tgtEl>
                                          <p:spTgt spid="27"/>
                                        </p:tgtEl>
                                      </p:cBhvr>
                                    </p:animEffect>
                                  </p:childTnLst>
                                </p:cTn>
                              </p:par>
                            </p:childTnLst>
                          </p:cTn>
                        </p:par>
                        <p:par>
                          <p:cTn id="88" fill="hold">
                            <p:stCondLst>
                              <p:cond delay="4000"/>
                            </p:stCondLst>
                            <p:childTnLst>
                              <p:par>
                                <p:cTn id="89" presetID="12" presetClass="entr" presetSubtype="1" fill="hold" grpId="0" nodeType="afterEffect">
                                  <p:stCondLst>
                                    <p:cond delay="0"/>
                                  </p:stCondLst>
                                  <p:childTnLst>
                                    <p:set>
                                      <p:cBhvr>
                                        <p:cTn id="90" dur="1" fill="hold">
                                          <p:stCondLst>
                                            <p:cond delay="0"/>
                                          </p:stCondLst>
                                        </p:cTn>
                                        <p:tgtEl>
                                          <p:spTgt spid="30"/>
                                        </p:tgtEl>
                                        <p:attrNameLst>
                                          <p:attrName>style.visibility</p:attrName>
                                        </p:attrNameLst>
                                      </p:cBhvr>
                                      <p:to>
                                        <p:strVal val="visible"/>
                                      </p:to>
                                    </p:set>
                                    <p:anim calcmode="lin" valueType="num">
                                      <p:cBhvr additive="base">
                                        <p:cTn id="91" dur="350"/>
                                        <p:tgtEl>
                                          <p:spTgt spid="30"/>
                                        </p:tgtEl>
                                        <p:attrNameLst>
                                          <p:attrName>ppt_y</p:attrName>
                                        </p:attrNameLst>
                                      </p:cBhvr>
                                      <p:tavLst>
                                        <p:tav tm="0">
                                          <p:val>
                                            <p:strVal val="#ppt_y-#ppt_h*1.125000"/>
                                          </p:val>
                                        </p:tav>
                                        <p:tav tm="100000">
                                          <p:val>
                                            <p:strVal val="#ppt_y"/>
                                          </p:val>
                                        </p:tav>
                                      </p:tavLst>
                                    </p:anim>
                                    <p:animEffect transition="in" filter="wipe(down)">
                                      <p:cBhvr>
                                        <p:cTn id="92" dur="350"/>
                                        <p:tgtEl>
                                          <p:spTgt spid="30"/>
                                        </p:tgtEl>
                                      </p:cBhvr>
                                    </p:animEffect>
                                  </p:childTnLst>
                                </p:cTn>
                              </p:par>
                            </p:childTnLst>
                          </p:cTn>
                        </p:par>
                        <p:par>
                          <p:cTn id="93" fill="hold">
                            <p:stCondLst>
                              <p:cond delay="4500"/>
                            </p:stCondLst>
                            <p:childTnLst>
                              <p:par>
                                <p:cTn id="94" presetID="12" presetClass="entr" presetSubtype="4" fill="hold" grpId="0" nodeType="afterEffect">
                                  <p:stCondLst>
                                    <p:cond delay="0"/>
                                  </p:stCondLst>
                                  <p:childTnLst>
                                    <p:set>
                                      <p:cBhvr>
                                        <p:cTn id="95" dur="1" fill="hold">
                                          <p:stCondLst>
                                            <p:cond delay="0"/>
                                          </p:stCondLst>
                                        </p:cTn>
                                        <p:tgtEl>
                                          <p:spTgt spid="34"/>
                                        </p:tgtEl>
                                        <p:attrNameLst>
                                          <p:attrName>style.visibility</p:attrName>
                                        </p:attrNameLst>
                                      </p:cBhvr>
                                      <p:to>
                                        <p:strVal val="visible"/>
                                      </p:to>
                                    </p:set>
                                    <p:anim calcmode="lin" valueType="num">
                                      <p:cBhvr additive="base">
                                        <p:cTn id="96" dur="350"/>
                                        <p:tgtEl>
                                          <p:spTgt spid="34"/>
                                        </p:tgtEl>
                                        <p:attrNameLst>
                                          <p:attrName>ppt_y</p:attrName>
                                        </p:attrNameLst>
                                      </p:cBhvr>
                                      <p:tavLst>
                                        <p:tav tm="0">
                                          <p:val>
                                            <p:strVal val="#ppt_y+#ppt_h*1.125000"/>
                                          </p:val>
                                        </p:tav>
                                        <p:tav tm="100000">
                                          <p:val>
                                            <p:strVal val="#ppt_y"/>
                                          </p:val>
                                        </p:tav>
                                      </p:tavLst>
                                    </p:anim>
                                    <p:animEffect transition="in" filter="wipe(up)">
                                      <p:cBhvr>
                                        <p:cTn id="97" dur="350"/>
                                        <p:tgtEl>
                                          <p:spTgt spid="34"/>
                                        </p:tgtEl>
                                      </p:cBhvr>
                                    </p:animEffect>
                                  </p:childTnLst>
                                </p:cTn>
                              </p:par>
                            </p:childTnLst>
                          </p:cTn>
                        </p:par>
                        <p:par>
                          <p:cTn id="98" fill="hold">
                            <p:stCondLst>
                              <p:cond delay="5000"/>
                            </p:stCondLst>
                            <p:childTnLst>
                              <p:par>
                                <p:cTn id="99" presetID="12" presetClass="entr" presetSubtype="1" fill="hold" grpId="0" nodeType="afterEffect">
                                  <p:stCondLst>
                                    <p:cond delay="0"/>
                                  </p:stCondLst>
                                  <p:childTnLst>
                                    <p:set>
                                      <p:cBhvr>
                                        <p:cTn id="100" dur="1" fill="hold">
                                          <p:stCondLst>
                                            <p:cond delay="0"/>
                                          </p:stCondLst>
                                        </p:cTn>
                                        <p:tgtEl>
                                          <p:spTgt spid="35"/>
                                        </p:tgtEl>
                                        <p:attrNameLst>
                                          <p:attrName>style.visibility</p:attrName>
                                        </p:attrNameLst>
                                      </p:cBhvr>
                                      <p:to>
                                        <p:strVal val="visible"/>
                                      </p:to>
                                    </p:set>
                                    <p:anim calcmode="lin" valueType="num">
                                      <p:cBhvr additive="base">
                                        <p:cTn id="101" dur="350"/>
                                        <p:tgtEl>
                                          <p:spTgt spid="35"/>
                                        </p:tgtEl>
                                        <p:attrNameLst>
                                          <p:attrName>ppt_y</p:attrName>
                                        </p:attrNameLst>
                                      </p:cBhvr>
                                      <p:tavLst>
                                        <p:tav tm="0">
                                          <p:val>
                                            <p:strVal val="#ppt_y-#ppt_h*1.125000"/>
                                          </p:val>
                                        </p:tav>
                                        <p:tav tm="100000">
                                          <p:val>
                                            <p:strVal val="#ppt_y"/>
                                          </p:val>
                                        </p:tav>
                                      </p:tavLst>
                                    </p:anim>
                                    <p:animEffect transition="in" filter="wipe(down)">
                                      <p:cBhvr>
                                        <p:cTn id="102" dur="350"/>
                                        <p:tgtEl>
                                          <p:spTgt spid="35"/>
                                        </p:tgtEl>
                                      </p:cBhvr>
                                    </p:animEffect>
                                  </p:childTnLst>
                                </p:cTn>
                              </p:par>
                            </p:childTnLst>
                          </p:cTn>
                        </p:par>
                        <p:par>
                          <p:cTn id="103" fill="hold">
                            <p:stCondLst>
                              <p:cond delay="5500"/>
                            </p:stCondLst>
                            <p:childTnLst>
                              <p:par>
                                <p:cTn id="104" presetID="12" presetClass="entr" presetSubtype="4" fill="hold" grpId="0" nodeType="afterEffect">
                                  <p:stCondLst>
                                    <p:cond delay="0"/>
                                  </p:stCondLst>
                                  <p:childTnLst>
                                    <p:set>
                                      <p:cBhvr>
                                        <p:cTn id="105" dur="1" fill="hold">
                                          <p:stCondLst>
                                            <p:cond delay="0"/>
                                          </p:stCondLst>
                                        </p:cTn>
                                        <p:tgtEl>
                                          <p:spTgt spid="37"/>
                                        </p:tgtEl>
                                        <p:attrNameLst>
                                          <p:attrName>style.visibility</p:attrName>
                                        </p:attrNameLst>
                                      </p:cBhvr>
                                      <p:to>
                                        <p:strVal val="visible"/>
                                      </p:to>
                                    </p:set>
                                    <p:anim calcmode="lin" valueType="num">
                                      <p:cBhvr additive="base">
                                        <p:cTn id="106" dur="350"/>
                                        <p:tgtEl>
                                          <p:spTgt spid="37"/>
                                        </p:tgtEl>
                                        <p:attrNameLst>
                                          <p:attrName>ppt_y</p:attrName>
                                        </p:attrNameLst>
                                      </p:cBhvr>
                                      <p:tavLst>
                                        <p:tav tm="0">
                                          <p:val>
                                            <p:strVal val="#ppt_y+#ppt_h*1.125000"/>
                                          </p:val>
                                        </p:tav>
                                        <p:tav tm="100000">
                                          <p:val>
                                            <p:strVal val="#ppt_y"/>
                                          </p:val>
                                        </p:tav>
                                      </p:tavLst>
                                    </p:anim>
                                    <p:animEffect transition="in" filter="wipe(up)">
                                      <p:cBhvr>
                                        <p:cTn id="107" dur="35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30" grpId="0"/>
      <p:bldP spid="34" grpId="0"/>
      <p:bldP spid="35" grpId="0"/>
      <p:bldP spid="37"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0481" name="矩形 34"/>
          <p:cNvGrpSpPr/>
          <p:nvPr/>
        </p:nvGrpSpPr>
        <p:grpSpPr bwMode="auto">
          <a:xfrm>
            <a:off x="-23812" y="2166937"/>
            <a:ext cx="9314260" cy="109538"/>
            <a:chOff x="634" y="2396"/>
            <a:chExt cx="6470" cy="238"/>
          </a:xfrm>
        </p:grpSpPr>
        <p:pic>
          <p:nvPicPr>
            <p:cNvPr id="20486" name="矩形 34"/>
            <p:cNvPicPr>
              <a:picLocks noChangeArrowheads="1"/>
            </p:cNvPicPr>
            <p:nvPr/>
          </p:nvPicPr>
          <p:blipFill>
            <a:blip r:embed="rId1" cstate="print"/>
            <a:srcRect/>
            <a:stretch>
              <a:fillRect/>
            </a:stretch>
          </p:blipFill>
          <p:spPr bwMode="auto">
            <a:xfrm>
              <a:off x="634" y="2396"/>
              <a:ext cx="6470" cy="238"/>
            </a:xfrm>
            <a:prstGeom prst="rect">
              <a:avLst/>
            </a:prstGeom>
            <a:noFill/>
            <a:ln w="9525">
              <a:noFill/>
              <a:miter lim="800000"/>
              <a:headEnd/>
              <a:tailEnd/>
            </a:ln>
          </p:spPr>
        </p:pic>
        <p:sp>
          <p:nvSpPr>
            <p:cNvPr id="20487" name="Text Box 4"/>
            <p:cNvSpPr txBox="1">
              <a:spLocks noChangeArrowheads="1"/>
            </p:cNvSpPr>
            <p:nvPr/>
          </p:nvSpPr>
          <p:spPr bwMode="auto">
            <a:xfrm rot="-5400000">
              <a:off x="3769" y="-700"/>
              <a:ext cx="102" cy="6337"/>
            </a:xfrm>
            <a:prstGeom prst="rect">
              <a:avLst/>
            </a:prstGeom>
            <a:noFill/>
            <a:ln w="9525">
              <a:noFill/>
              <a:miter lim="800000"/>
            </a:ln>
          </p:spPr>
          <p:txBody>
            <a:bodyPr vert="eaVert" anchor="ctr"/>
            <a:lstStyle/>
            <a:p>
              <a:pPr algn="ctr"/>
              <a:endParaRPr lang="zh-CN" altLang="en-US" sz="600" b="1"/>
            </a:p>
          </p:txBody>
        </p:sp>
      </p:grpSp>
      <p:sp>
        <p:nvSpPr>
          <p:cNvPr id="12" name="椭圆 11"/>
          <p:cNvSpPr/>
          <p:nvPr/>
        </p:nvSpPr>
        <p:spPr>
          <a:xfrm>
            <a:off x="3822085" y="1563280"/>
            <a:ext cx="1299658" cy="1298468"/>
          </a:xfrm>
          <a:prstGeom prst="ellipse">
            <a:avLst/>
          </a:prstGeom>
          <a:gradFill flip="none" rotWithShape="1">
            <a:gsLst>
              <a:gs pos="0">
                <a:schemeClr val="bg1">
                  <a:lumMod val="85000"/>
                </a:schemeClr>
              </a:gs>
              <a:gs pos="100000">
                <a:schemeClr val="bg1"/>
              </a:gs>
            </a:gsLst>
            <a:lin ang="2700000" scaled="1"/>
            <a:tileRect/>
          </a:gradFill>
          <a:ln w="38100">
            <a:gradFill flip="none" rotWithShape="1">
              <a:gsLst>
                <a:gs pos="0">
                  <a:schemeClr val="bg1"/>
                </a:gs>
                <a:gs pos="100000">
                  <a:schemeClr val="bg1">
                    <a:lumMod val="85000"/>
                  </a:schemeClr>
                </a:gs>
              </a:gsLst>
              <a:lin ang="2700000" scaled="1"/>
              <a:tileRect/>
            </a:gradFill>
          </a:ln>
          <a:effectLst>
            <a:outerShdw blurRad="88900" dist="101600" dir="2700000" algn="tl"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a:defRPr/>
            </a:pPr>
            <a:r>
              <a:rPr lang="en-US" altLang="zh-CN" sz="4500" b="1" dirty="0">
                <a:solidFill>
                  <a:srgbClr val="002060"/>
                </a:solidFill>
              </a:rPr>
              <a:t>01</a:t>
            </a:r>
            <a:endParaRPr lang="en-US" altLang="zh-CN" sz="4500" b="1" dirty="0">
              <a:solidFill>
                <a:srgbClr val="002060"/>
              </a:solidFill>
            </a:endParaRPr>
          </a:p>
        </p:txBody>
      </p:sp>
      <p:sp>
        <p:nvSpPr>
          <p:cNvPr id="20485" name="文本框 13"/>
          <p:cNvSpPr txBox="1">
            <a:spLocks noChangeArrowheads="1"/>
          </p:cNvSpPr>
          <p:nvPr/>
        </p:nvSpPr>
        <p:spPr bwMode="auto">
          <a:xfrm>
            <a:off x="2890850" y="2968229"/>
            <a:ext cx="3362300" cy="575945"/>
          </a:xfrm>
          <a:prstGeom prst="rect">
            <a:avLst/>
          </a:prstGeom>
          <a:noFill/>
          <a:ln w="9525">
            <a:noFill/>
            <a:miter lim="800000"/>
          </a:ln>
        </p:spPr>
        <p:txBody>
          <a:bodyPr wrap="square" lIns="68580" tIns="34290" rIns="68580" bIns="34290">
            <a:spAutoFit/>
          </a:bodyPr>
          <a:lstStyle/>
          <a:p>
            <a:pPr algn="ctr"/>
            <a:r>
              <a:rPr lang="zh-CN" altLang="en-US" sz="3300" b="1" dirty="0">
                <a:solidFill>
                  <a:schemeClr val="tx1">
                    <a:lumMod val="75000"/>
                    <a:lumOff val="25000"/>
                  </a:schemeClr>
                </a:solidFill>
                <a:latin typeface="微软雅黑" panose="020B0503020204020204" pitchFamily="34" charset="-122"/>
                <a:ea typeface="微软雅黑" panose="020B0503020204020204" pitchFamily="34" charset="-122"/>
              </a:rPr>
              <a:t>课题背景及意义</a:t>
            </a:r>
            <a:endParaRPr lang="zh-CN" altLang="en-US" sz="33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grpSp>
        <p:nvGrpSpPr>
          <p:cNvPr id="8" name="组合 7"/>
          <p:cNvGrpSpPr/>
          <p:nvPr/>
        </p:nvGrpSpPr>
        <p:grpSpPr>
          <a:xfrm>
            <a:off x="6284086" y="4299943"/>
            <a:ext cx="1178923" cy="990581"/>
            <a:chOff x="304800" y="673100"/>
            <a:chExt cx="4000500" cy="4000500"/>
          </a:xfrm>
          <a:effectLst>
            <a:outerShdw blurRad="444500" dist="254000" dir="8100000" algn="tr" rotWithShape="0">
              <a:prstClr val="black">
                <a:alpha val="50000"/>
              </a:prstClr>
            </a:outerShdw>
          </a:effectLst>
        </p:grpSpPr>
        <p:sp>
          <p:nvSpPr>
            <p:cNvPr id="9" name="同心圆 11"/>
            <p:cNvSpPr/>
            <p:nvPr/>
          </p:nvSpPr>
          <p:spPr>
            <a:xfrm>
              <a:off x="304800" y="673100"/>
              <a:ext cx="4000500" cy="4000500"/>
            </a:xfrm>
            <a:prstGeom prst="hexagon">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noFill/>
              <a:prstDash val="solid"/>
            </a:ln>
            <a:effectLst/>
          </p:spPr>
          <p:txBody>
            <a:bodyPr rtlCol="0" anchor="ctr"/>
            <a:lstStyle/>
            <a:p>
              <a:pPr defTabSz="914400">
                <a:defRPr/>
              </a:pPr>
              <a:endParaRPr lang="zh-CN" altLang="en-US" kern="0">
                <a:solidFill>
                  <a:sysClr val="windowText" lastClr="000000"/>
                </a:solidFill>
                <a:latin typeface="Calibri" panose="020F0502020204030204"/>
                <a:ea typeface="宋体" panose="02010600030101010101" pitchFamily="2" charset="-122"/>
              </a:endParaRPr>
            </a:p>
          </p:txBody>
        </p:sp>
        <p:sp>
          <p:nvSpPr>
            <p:cNvPr id="10" name="椭圆 12"/>
            <p:cNvSpPr/>
            <p:nvPr/>
          </p:nvSpPr>
          <p:spPr>
            <a:xfrm>
              <a:off x="392112" y="760412"/>
              <a:ext cx="3825874" cy="3825874"/>
            </a:xfrm>
            <a:prstGeom prst="hexagon">
              <a:avLst/>
            </a:prstGeom>
            <a:gradFill>
              <a:gsLst>
                <a:gs pos="0">
                  <a:sysClr val="window" lastClr="FFFFFF"/>
                </a:gs>
                <a:gs pos="51000">
                  <a:sysClr val="window" lastClr="FFFFFF">
                    <a:lumMod val="95000"/>
                  </a:sysClr>
                </a:gs>
                <a:gs pos="100000">
                  <a:sysClr val="window" lastClr="FFFFFF">
                    <a:lumMod val="75000"/>
                  </a:sysClr>
                </a:gs>
              </a:gsLst>
              <a:lin ang="18900000" scaled="0"/>
            </a:gradFill>
            <a:ln w="25400" cap="flat" cmpd="sng" algn="ctr">
              <a:noFill/>
              <a:prstDash val="solid"/>
            </a:ln>
            <a:effectLst/>
          </p:spPr>
          <p:txBody>
            <a:bodyPr rtlCol="0" anchor="ctr"/>
            <a:lstStyle/>
            <a:p>
              <a:pPr defTabSz="914400">
                <a:defRPr/>
              </a:pPr>
              <a:endParaRPr lang="zh-CN" altLang="en-US" kern="0">
                <a:solidFill>
                  <a:sysClr val="window" lastClr="FFFFFF"/>
                </a:solidFill>
                <a:latin typeface="Calibri" panose="020F0502020204030204"/>
                <a:ea typeface="宋体" panose="02010600030101010101" pitchFamily="2" charset="-122"/>
              </a:endParaRPr>
            </a:p>
          </p:txBody>
        </p:sp>
      </p:grpSp>
      <p:grpSp>
        <p:nvGrpSpPr>
          <p:cNvPr id="11" name="组合 10"/>
          <p:cNvGrpSpPr/>
          <p:nvPr/>
        </p:nvGrpSpPr>
        <p:grpSpPr>
          <a:xfrm>
            <a:off x="4757398" y="4707084"/>
            <a:ext cx="630038" cy="529386"/>
            <a:chOff x="304800" y="673100"/>
            <a:chExt cx="4000500" cy="4000500"/>
          </a:xfrm>
          <a:effectLst>
            <a:outerShdw blurRad="444500" dist="254000" dir="8100000" algn="tr" rotWithShape="0">
              <a:prstClr val="black">
                <a:alpha val="50000"/>
              </a:prstClr>
            </a:outerShdw>
          </a:effectLst>
        </p:grpSpPr>
        <p:sp>
          <p:nvSpPr>
            <p:cNvPr id="13" name="同心圆 14"/>
            <p:cNvSpPr/>
            <p:nvPr/>
          </p:nvSpPr>
          <p:spPr>
            <a:xfrm>
              <a:off x="304800" y="673100"/>
              <a:ext cx="4000500" cy="4000500"/>
            </a:xfrm>
            <a:prstGeom prst="hexagon">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noFill/>
              <a:prstDash val="solid"/>
            </a:ln>
            <a:effectLst/>
          </p:spPr>
          <p:txBody>
            <a:bodyPr rtlCol="0" anchor="ctr"/>
            <a:lstStyle/>
            <a:p>
              <a:pPr defTabSz="914400">
                <a:defRPr/>
              </a:pPr>
              <a:endParaRPr lang="zh-CN" altLang="en-US" sz="1200" kern="0">
                <a:solidFill>
                  <a:sysClr val="windowText" lastClr="000000"/>
                </a:solidFill>
                <a:latin typeface="Calibri" panose="020F0502020204030204"/>
                <a:ea typeface="宋体" panose="02010600030101010101" pitchFamily="2" charset="-122"/>
              </a:endParaRPr>
            </a:p>
          </p:txBody>
        </p:sp>
        <p:sp>
          <p:nvSpPr>
            <p:cNvPr id="14" name="椭圆 15"/>
            <p:cNvSpPr/>
            <p:nvPr/>
          </p:nvSpPr>
          <p:spPr>
            <a:xfrm>
              <a:off x="392112" y="760412"/>
              <a:ext cx="3825874" cy="3825874"/>
            </a:xfrm>
            <a:prstGeom prst="hexagon">
              <a:avLst/>
            </a:prstGeom>
            <a:gradFill>
              <a:gsLst>
                <a:gs pos="0">
                  <a:sysClr val="window" lastClr="FFFFFF"/>
                </a:gs>
                <a:gs pos="51000">
                  <a:sysClr val="window" lastClr="FFFFFF">
                    <a:lumMod val="95000"/>
                  </a:sysClr>
                </a:gs>
                <a:gs pos="100000">
                  <a:sysClr val="window" lastClr="FFFFFF">
                    <a:lumMod val="75000"/>
                  </a:sysClr>
                </a:gs>
              </a:gsLst>
              <a:lin ang="18900000" scaled="0"/>
            </a:gradFill>
            <a:ln w="25400" cap="flat" cmpd="sng" algn="ctr">
              <a:noFill/>
              <a:prstDash val="solid"/>
            </a:ln>
            <a:effectLst/>
          </p:spPr>
          <p:txBody>
            <a:bodyPr rtlCol="0" anchor="ctr"/>
            <a:lstStyle/>
            <a:p>
              <a:pPr defTabSz="914400">
                <a:defRPr/>
              </a:pPr>
              <a:endParaRPr lang="zh-CN" altLang="en-US" sz="1200" kern="0">
                <a:solidFill>
                  <a:sysClr val="windowText" lastClr="000000"/>
                </a:solidFill>
                <a:latin typeface="Calibri" panose="020F0502020204030204"/>
                <a:ea typeface="宋体" panose="02010600030101010101" pitchFamily="2" charset="-122"/>
              </a:endParaRPr>
            </a:p>
          </p:txBody>
        </p:sp>
      </p:grpSp>
      <p:grpSp>
        <p:nvGrpSpPr>
          <p:cNvPr id="15" name="组合 14"/>
          <p:cNvGrpSpPr/>
          <p:nvPr/>
        </p:nvGrpSpPr>
        <p:grpSpPr>
          <a:xfrm>
            <a:off x="5435980" y="5063807"/>
            <a:ext cx="890249" cy="748024"/>
            <a:chOff x="304800" y="673100"/>
            <a:chExt cx="4000500" cy="4000500"/>
          </a:xfrm>
          <a:effectLst>
            <a:outerShdw blurRad="444500" dist="254000" dir="8100000" algn="tr" rotWithShape="0">
              <a:prstClr val="black">
                <a:alpha val="50000"/>
              </a:prstClr>
            </a:outerShdw>
          </a:effectLst>
        </p:grpSpPr>
        <p:sp>
          <p:nvSpPr>
            <p:cNvPr id="16" name="同心圆 17"/>
            <p:cNvSpPr/>
            <p:nvPr/>
          </p:nvSpPr>
          <p:spPr>
            <a:xfrm>
              <a:off x="304800" y="673100"/>
              <a:ext cx="4000500" cy="4000500"/>
            </a:xfrm>
            <a:prstGeom prst="hexagon">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noFill/>
              <a:prstDash val="solid"/>
            </a:ln>
            <a:effectLst/>
          </p:spPr>
          <p:txBody>
            <a:bodyPr rtlCol="0" anchor="ctr"/>
            <a:lstStyle/>
            <a:p>
              <a:pPr defTabSz="914400">
                <a:defRPr/>
              </a:pPr>
              <a:endParaRPr lang="zh-CN" altLang="en-US" sz="1200" kern="0">
                <a:solidFill>
                  <a:sysClr val="windowText" lastClr="000000"/>
                </a:solidFill>
                <a:latin typeface="Calibri" panose="020F0502020204030204"/>
                <a:ea typeface="宋体" panose="02010600030101010101" pitchFamily="2" charset="-122"/>
              </a:endParaRPr>
            </a:p>
          </p:txBody>
        </p:sp>
        <p:sp>
          <p:nvSpPr>
            <p:cNvPr id="17" name="椭圆 18"/>
            <p:cNvSpPr/>
            <p:nvPr/>
          </p:nvSpPr>
          <p:spPr>
            <a:xfrm>
              <a:off x="392112" y="760412"/>
              <a:ext cx="3825874" cy="3825874"/>
            </a:xfrm>
            <a:prstGeom prst="hexagon">
              <a:avLst/>
            </a:prstGeom>
            <a:gradFill>
              <a:gsLst>
                <a:gs pos="0">
                  <a:sysClr val="window" lastClr="FFFFFF"/>
                </a:gs>
                <a:gs pos="51000">
                  <a:sysClr val="window" lastClr="FFFFFF">
                    <a:lumMod val="95000"/>
                  </a:sysClr>
                </a:gs>
                <a:gs pos="100000">
                  <a:sysClr val="window" lastClr="FFFFFF">
                    <a:lumMod val="75000"/>
                  </a:sysClr>
                </a:gs>
              </a:gsLst>
              <a:lin ang="18900000" scaled="0"/>
            </a:gradFill>
            <a:ln w="25400" cap="flat" cmpd="sng" algn="ctr">
              <a:noFill/>
              <a:prstDash val="solid"/>
            </a:ln>
            <a:effectLst/>
          </p:spPr>
          <p:txBody>
            <a:bodyPr rtlCol="0" anchor="ctr"/>
            <a:lstStyle/>
            <a:p>
              <a:pPr defTabSz="914400">
                <a:defRPr/>
              </a:pPr>
              <a:endParaRPr lang="zh-CN" altLang="en-US" sz="1200" kern="0">
                <a:solidFill>
                  <a:sysClr val="windowText" lastClr="000000"/>
                </a:solidFill>
                <a:latin typeface="Calibri" panose="020F0502020204030204"/>
                <a:ea typeface="宋体" panose="02010600030101010101" pitchFamily="2" charset="-122"/>
              </a:endParaRPr>
            </a:p>
          </p:txBody>
        </p:sp>
      </p:grpSp>
      <p:grpSp>
        <p:nvGrpSpPr>
          <p:cNvPr id="18" name="组合 17"/>
          <p:cNvGrpSpPr/>
          <p:nvPr/>
        </p:nvGrpSpPr>
        <p:grpSpPr>
          <a:xfrm>
            <a:off x="7757778" y="4841201"/>
            <a:ext cx="685592" cy="576062"/>
            <a:chOff x="304800" y="673100"/>
            <a:chExt cx="4000500" cy="4000500"/>
          </a:xfrm>
          <a:effectLst>
            <a:outerShdw blurRad="444500" dist="254000" dir="8100000" algn="tr" rotWithShape="0">
              <a:prstClr val="black">
                <a:alpha val="50000"/>
              </a:prstClr>
            </a:outerShdw>
          </a:effectLst>
        </p:grpSpPr>
        <p:sp>
          <p:nvSpPr>
            <p:cNvPr id="19" name="同心圆 20"/>
            <p:cNvSpPr/>
            <p:nvPr/>
          </p:nvSpPr>
          <p:spPr>
            <a:xfrm>
              <a:off x="304800" y="673100"/>
              <a:ext cx="4000500" cy="4000500"/>
            </a:xfrm>
            <a:prstGeom prst="hexagon">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noFill/>
              <a:prstDash val="solid"/>
            </a:ln>
            <a:effectLst/>
          </p:spPr>
          <p:txBody>
            <a:bodyPr rtlCol="0" anchor="ctr"/>
            <a:lstStyle/>
            <a:p>
              <a:pPr defTabSz="914400">
                <a:defRPr/>
              </a:pPr>
              <a:endParaRPr lang="zh-CN" altLang="en-US" kern="0">
                <a:solidFill>
                  <a:sysClr val="windowText" lastClr="000000"/>
                </a:solidFill>
                <a:latin typeface="Calibri" panose="020F0502020204030204"/>
                <a:ea typeface="宋体" panose="02010600030101010101" pitchFamily="2" charset="-122"/>
              </a:endParaRPr>
            </a:p>
          </p:txBody>
        </p:sp>
        <p:sp>
          <p:nvSpPr>
            <p:cNvPr id="20" name="椭圆 21"/>
            <p:cNvSpPr/>
            <p:nvPr/>
          </p:nvSpPr>
          <p:spPr>
            <a:xfrm>
              <a:off x="392112" y="760412"/>
              <a:ext cx="3825874" cy="3825874"/>
            </a:xfrm>
            <a:prstGeom prst="hexagon">
              <a:avLst/>
            </a:prstGeom>
            <a:gradFill>
              <a:gsLst>
                <a:gs pos="0">
                  <a:sysClr val="window" lastClr="FFFFFF"/>
                </a:gs>
                <a:gs pos="51000">
                  <a:sysClr val="window" lastClr="FFFFFF">
                    <a:lumMod val="95000"/>
                  </a:sysClr>
                </a:gs>
                <a:gs pos="100000">
                  <a:sysClr val="window" lastClr="FFFFFF">
                    <a:lumMod val="75000"/>
                  </a:sysClr>
                </a:gs>
              </a:gsLst>
              <a:lin ang="18900000" scaled="0"/>
            </a:gradFill>
            <a:ln w="25400" cap="flat" cmpd="sng" algn="ctr">
              <a:noFill/>
              <a:prstDash val="solid"/>
            </a:ln>
            <a:effectLst/>
          </p:spPr>
          <p:txBody>
            <a:bodyPr rtlCol="0" anchor="ctr"/>
            <a:lstStyle/>
            <a:p>
              <a:pPr defTabSz="914400">
                <a:defRPr/>
              </a:pPr>
              <a:endParaRPr lang="zh-CN" altLang="en-US" kern="0">
                <a:solidFill>
                  <a:sysClr val="window" lastClr="FFFFFF"/>
                </a:solidFill>
                <a:latin typeface="Calibri" panose="020F0502020204030204"/>
                <a:ea typeface="宋体" panose="02010600030101010101" pitchFamily="2" charset="-122"/>
              </a:endParaRPr>
            </a:p>
          </p:txBody>
        </p:sp>
      </p:grpSp>
      <p:grpSp>
        <p:nvGrpSpPr>
          <p:cNvPr id="21" name="组合 20"/>
          <p:cNvGrpSpPr/>
          <p:nvPr/>
        </p:nvGrpSpPr>
        <p:grpSpPr>
          <a:xfrm>
            <a:off x="766340" y="5134279"/>
            <a:ext cx="588678" cy="494633"/>
            <a:chOff x="304800" y="673100"/>
            <a:chExt cx="4000500" cy="4000500"/>
          </a:xfrm>
          <a:effectLst>
            <a:outerShdw blurRad="444500" dist="254000" dir="8100000" algn="tr" rotWithShape="0">
              <a:prstClr val="black">
                <a:alpha val="50000"/>
              </a:prstClr>
            </a:outerShdw>
          </a:effectLst>
        </p:grpSpPr>
        <p:sp>
          <p:nvSpPr>
            <p:cNvPr id="22" name="同心圆 23"/>
            <p:cNvSpPr/>
            <p:nvPr/>
          </p:nvSpPr>
          <p:spPr>
            <a:xfrm>
              <a:off x="304800" y="673100"/>
              <a:ext cx="4000500" cy="4000500"/>
            </a:xfrm>
            <a:prstGeom prst="hexagon">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noFill/>
              <a:prstDash val="solid"/>
            </a:ln>
            <a:effectLst/>
          </p:spPr>
          <p:txBody>
            <a:bodyPr rtlCol="0" anchor="ctr"/>
            <a:lstStyle/>
            <a:p>
              <a:pPr defTabSz="914400">
                <a:defRPr/>
              </a:pPr>
              <a:endParaRPr lang="zh-CN" altLang="en-US" sz="1200" kern="0">
                <a:solidFill>
                  <a:sysClr val="windowText" lastClr="000000"/>
                </a:solidFill>
                <a:latin typeface="Calibri" panose="020F0502020204030204"/>
                <a:ea typeface="宋体" panose="02010600030101010101" pitchFamily="2" charset="-122"/>
              </a:endParaRPr>
            </a:p>
          </p:txBody>
        </p:sp>
        <p:sp>
          <p:nvSpPr>
            <p:cNvPr id="23" name="椭圆 24"/>
            <p:cNvSpPr/>
            <p:nvPr/>
          </p:nvSpPr>
          <p:spPr>
            <a:xfrm>
              <a:off x="392112" y="760412"/>
              <a:ext cx="3825874" cy="3825874"/>
            </a:xfrm>
            <a:prstGeom prst="hexagon">
              <a:avLst/>
            </a:prstGeom>
            <a:gradFill>
              <a:gsLst>
                <a:gs pos="0">
                  <a:sysClr val="window" lastClr="FFFFFF"/>
                </a:gs>
                <a:gs pos="51000">
                  <a:sysClr val="window" lastClr="FFFFFF">
                    <a:lumMod val="95000"/>
                  </a:sysClr>
                </a:gs>
                <a:gs pos="100000">
                  <a:sysClr val="window" lastClr="FFFFFF">
                    <a:lumMod val="75000"/>
                  </a:sysClr>
                </a:gs>
              </a:gsLst>
              <a:lin ang="18900000" scaled="0"/>
            </a:gradFill>
            <a:ln w="25400" cap="flat" cmpd="sng" algn="ctr">
              <a:noFill/>
              <a:prstDash val="solid"/>
            </a:ln>
            <a:effectLst/>
          </p:spPr>
          <p:txBody>
            <a:bodyPr rtlCol="0" anchor="ctr"/>
            <a:lstStyle/>
            <a:p>
              <a:pPr defTabSz="914400">
                <a:defRPr/>
              </a:pPr>
              <a:endParaRPr lang="zh-CN" altLang="en-US" sz="1200" kern="0">
                <a:solidFill>
                  <a:sysClr val="windowText" lastClr="000000"/>
                </a:solidFill>
                <a:latin typeface="Calibri" panose="020F0502020204030204"/>
                <a:ea typeface="宋体" panose="02010600030101010101" pitchFamily="2" charset="-122"/>
              </a:endParaRPr>
            </a:p>
          </p:txBody>
        </p:sp>
      </p:grpSp>
      <p:grpSp>
        <p:nvGrpSpPr>
          <p:cNvPr id="24" name="组合 23"/>
          <p:cNvGrpSpPr/>
          <p:nvPr/>
        </p:nvGrpSpPr>
        <p:grpSpPr>
          <a:xfrm>
            <a:off x="3961991" y="4569885"/>
            <a:ext cx="252414" cy="212090"/>
            <a:chOff x="304800" y="673100"/>
            <a:chExt cx="4000500" cy="4000500"/>
          </a:xfrm>
          <a:effectLst>
            <a:outerShdw blurRad="444500" dist="254000" dir="8100000" algn="tr" rotWithShape="0">
              <a:prstClr val="black">
                <a:alpha val="50000"/>
              </a:prstClr>
            </a:outerShdw>
          </a:effectLst>
        </p:grpSpPr>
        <p:sp>
          <p:nvSpPr>
            <p:cNvPr id="25" name="同心圆 26"/>
            <p:cNvSpPr/>
            <p:nvPr/>
          </p:nvSpPr>
          <p:spPr>
            <a:xfrm>
              <a:off x="304800" y="673100"/>
              <a:ext cx="4000500" cy="4000500"/>
            </a:xfrm>
            <a:prstGeom prst="hexagon">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noFill/>
              <a:prstDash val="solid"/>
            </a:ln>
            <a:effectLst/>
          </p:spPr>
          <p:txBody>
            <a:bodyPr rtlCol="0" anchor="ctr"/>
            <a:lstStyle/>
            <a:p>
              <a:pPr defTabSz="914400">
                <a:defRPr/>
              </a:pPr>
              <a:endParaRPr lang="zh-CN" altLang="en-US" sz="1200" kern="0">
                <a:solidFill>
                  <a:sysClr val="windowText" lastClr="000000"/>
                </a:solidFill>
                <a:latin typeface="Calibri" panose="020F0502020204030204"/>
                <a:ea typeface="宋体" panose="02010600030101010101" pitchFamily="2" charset="-122"/>
              </a:endParaRPr>
            </a:p>
          </p:txBody>
        </p:sp>
        <p:sp>
          <p:nvSpPr>
            <p:cNvPr id="26" name="椭圆 27"/>
            <p:cNvSpPr/>
            <p:nvPr/>
          </p:nvSpPr>
          <p:spPr>
            <a:xfrm>
              <a:off x="392112" y="760412"/>
              <a:ext cx="3825874" cy="3825874"/>
            </a:xfrm>
            <a:prstGeom prst="hexagon">
              <a:avLst/>
            </a:prstGeom>
            <a:gradFill>
              <a:gsLst>
                <a:gs pos="0">
                  <a:sysClr val="window" lastClr="FFFFFF"/>
                </a:gs>
                <a:gs pos="51000">
                  <a:sysClr val="window" lastClr="FFFFFF">
                    <a:lumMod val="95000"/>
                  </a:sysClr>
                </a:gs>
                <a:gs pos="100000">
                  <a:sysClr val="window" lastClr="FFFFFF">
                    <a:lumMod val="75000"/>
                  </a:sysClr>
                </a:gs>
              </a:gsLst>
              <a:lin ang="18900000" scaled="0"/>
            </a:gradFill>
            <a:ln w="25400" cap="flat" cmpd="sng" algn="ctr">
              <a:noFill/>
              <a:prstDash val="solid"/>
            </a:ln>
            <a:effectLst/>
          </p:spPr>
          <p:txBody>
            <a:bodyPr rtlCol="0" anchor="ctr"/>
            <a:lstStyle/>
            <a:p>
              <a:pPr defTabSz="914400">
                <a:defRPr/>
              </a:pPr>
              <a:endParaRPr lang="zh-CN" altLang="en-US" sz="1200" kern="0">
                <a:solidFill>
                  <a:sysClr val="windowText" lastClr="000000"/>
                </a:solidFill>
                <a:latin typeface="Calibri" panose="020F0502020204030204"/>
                <a:ea typeface="宋体" panose="02010600030101010101" pitchFamily="2" charset="-122"/>
              </a:endParaRPr>
            </a:p>
          </p:txBody>
        </p:sp>
      </p:grpSp>
      <p:grpSp>
        <p:nvGrpSpPr>
          <p:cNvPr id="27" name="组合 26"/>
          <p:cNvGrpSpPr/>
          <p:nvPr/>
        </p:nvGrpSpPr>
        <p:grpSpPr>
          <a:xfrm>
            <a:off x="3180838" y="4411336"/>
            <a:ext cx="528914" cy="444416"/>
            <a:chOff x="304800" y="673100"/>
            <a:chExt cx="4000500" cy="4000500"/>
          </a:xfrm>
          <a:effectLst>
            <a:outerShdw blurRad="444500" dist="254000" dir="8100000" algn="tr" rotWithShape="0">
              <a:prstClr val="black">
                <a:alpha val="50000"/>
              </a:prstClr>
            </a:outerShdw>
          </a:effectLst>
        </p:grpSpPr>
        <p:sp>
          <p:nvSpPr>
            <p:cNvPr id="28" name="同心圆 29"/>
            <p:cNvSpPr/>
            <p:nvPr/>
          </p:nvSpPr>
          <p:spPr>
            <a:xfrm>
              <a:off x="304800" y="673100"/>
              <a:ext cx="4000500" cy="4000500"/>
            </a:xfrm>
            <a:prstGeom prst="hexagon">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noFill/>
              <a:prstDash val="solid"/>
            </a:ln>
            <a:effectLst/>
          </p:spPr>
          <p:txBody>
            <a:bodyPr rtlCol="0" anchor="ctr"/>
            <a:lstStyle/>
            <a:p>
              <a:pPr defTabSz="914400">
                <a:defRPr/>
              </a:pPr>
              <a:endParaRPr lang="zh-CN" altLang="en-US" sz="1200" kern="0">
                <a:solidFill>
                  <a:sysClr val="windowText" lastClr="000000"/>
                </a:solidFill>
                <a:latin typeface="Calibri" panose="020F0502020204030204"/>
                <a:ea typeface="宋体" panose="02010600030101010101" pitchFamily="2" charset="-122"/>
              </a:endParaRPr>
            </a:p>
          </p:txBody>
        </p:sp>
        <p:sp>
          <p:nvSpPr>
            <p:cNvPr id="29" name="椭圆 30"/>
            <p:cNvSpPr/>
            <p:nvPr/>
          </p:nvSpPr>
          <p:spPr>
            <a:xfrm>
              <a:off x="392112" y="760412"/>
              <a:ext cx="3825874" cy="3825874"/>
            </a:xfrm>
            <a:prstGeom prst="hexagon">
              <a:avLst/>
            </a:prstGeom>
            <a:gradFill>
              <a:gsLst>
                <a:gs pos="0">
                  <a:sysClr val="window" lastClr="FFFFFF"/>
                </a:gs>
                <a:gs pos="51000">
                  <a:sysClr val="window" lastClr="FFFFFF">
                    <a:lumMod val="95000"/>
                  </a:sysClr>
                </a:gs>
                <a:gs pos="100000">
                  <a:sysClr val="window" lastClr="FFFFFF">
                    <a:lumMod val="75000"/>
                  </a:sysClr>
                </a:gs>
              </a:gsLst>
              <a:lin ang="18900000" scaled="0"/>
            </a:gradFill>
            <a:ln w="25400" cap="flat" cmpd="sng" algn="ctr">
              <a:noFill/>
              <a:prstDash val="solid"/>
            </a:ln>
            <a:effectLst/>
          </p:spPr>
          <p:txBody>
            <a:bodyPr rtlCol="0" anchor="ctr"/>
            <a:lstStyle/>
            <a:p>
              <a:pPr defTabSz="914400">
                <a:defRPr/>
              </a:pPr>
              <a:endParaRPr lang="zh-CN" altLang="en-US" sz="1200" kern="0">
                <a:solidFill>
                  <a:sysClr val="windowText" lastClr="000000"/>
                </a:solidFill>
                <a:latin typeface="Calibri" panose="020F0502020204030204"/>
                <a:ea typeface="宋体" panose="02010600030101010101" pitchFamily="2" charset="-122"/>
              </a:endParaRPr>
            </a:p>
          </p:txBody>
        </p:sp>
      </p:grpSp>
      <p:grpSp>
        <p:nvGrpSpPr>
          <p:cNvPr id="30" name="组合 29"/>
          <p:cNvGrpSpPr/>
          <p:nvPr/>
        </p:nvGrpSpPr>
        <p:grpSpPr>
          <a:xfrm>
            <a:off x="8700986" y="4401221"/>
            <a:ext cx="1178923" cy="990581"/>
            <a:chOff x="304800" y="673100"/>
            <a:chExt cx="4000500" cy="4000500"/>
          </a:xfrm>
          <a:effectLst>
            <a:outerShdw blurRad="444500" dist="254000" dir="8100000" algn="tr" rotWithShape="0">
              <a:prstClr val="black">
                <a:alpha val="50000"/>
              </a:prstClr>
            </a:outerShdw>
          </a:effectLst>
        </p:grpSpPr>
        <p:sp>
          <p:nvSpPr>
            <p:cNvPr id="31" name="同心圆 32"/>
            <p:cNvSpPr/>
            <p:nvPr/>
          </p:nvSpPr>
          <p:spPr>
            <a:xfrm>
              <a:off x="304800" y="673100"/>
              <a:ext cx="4000500" cy="4000500"/>
            </a:xfrm>
            <a:prstGeom prst="hexagon">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noFill/>
              <a:prstDash val="solid"/>
            </a:ln>
            <a:effectLst/>
          </p:spPr>
          <p:txBody>
            <a:bodyPr rtlCol="0" anchor="ctr"/>
            <a:lstStyle/>
            <a:p>
              <a:pPr defTabSz="914400">
                <a:defRPr/>
              </a:pPr>
              <a:endParaRPr lang="zh-CN" altLang="en-US" kern="0">
                <a:solidFill>
                  <a:sysClr val="windowText" lastClr="000000"/>
                </a:solidFill>
                <a:latin typeface="Calibri" panose="020F0502020204030204"/>
                <a:ea typeface="宋体" panose="02010600030101010101" pitchFamily="2" charset="-122"/>
              </a:endParaRPr>
            </a:p>
          </p:txBody>
        </p:sp>
        <p:sp>
          <p:nvSpPr>
            <p:cNvPr id="32" name="椭圆 33"/>
            <p:cNvSpPr/>
            <p:nvPr/>
          </p:nvSpPr>
          <p:spPr>
            <a:xfrm>
              <a:off x="392112" y="760412"/>
              <a:ext cx="3825874" cy="3825874"/>
            </a:xfrm>
            <a:prstGeom prst="hexagon">
              <a:avLst/>
            </a:prstGeom>
            <a:gradFill>
              <a:gsLst>
                <a:gs pos="0">
                  <a:sysClr val="window" lastClr="FFFFFF"/>
                </a:gs>
                <a:gs pos="51000">
                  <a:sysClr val="window" lastClr="FFFFFF">
                    <a:lumMod val="95000"/>
                  </a:sysClr>
                </a:gs>
                <a:gs pos="100000">
                  <a:sysClr val="window" lastClr="FFFFFF">
                    <a:lumMod val="75000"/>
                  </a:sysClr>
                </a:gs>
              </a:gsLst>
              <a:lin ang="18900000" scaled="0"/>
            </a:gradFill>
            <a:ln w="25400" cap="flat" cmpd="sng" algn="ctr">
              <a:noFill/>
              <a:prstDash val="solid"/>
            </a:ln>
            <a:effectLst/>
          </p:spPr>
          <p:txBody>
            <a:bodyPr rtlCol="0" anchor="ctr"/>
            <a:lstStyle/>
            <a:p>
              <a:pPr defTabSz="914400">
                <a:defRPr/>
              </a:pPr>
              <a:endParaRPr lang="zh-CN" altLang="en-US" kern="0">
                <a:solidFill>
                  <a:sysClr val="window" lastClr="FFFFFF"/>
                </a:solidFill>
                <a:latin typeface="Calibri" panose="020F0502020204030204"/>
                <a:ea typeface="宋体" panose="02010600030101010101" pitchFamily="2" charset="-122"/>
              </a:endParaRPr>
            </a:p>
          </p:txBody>
        </p:sp>
      </p:grpSp>
      <p:grpSp>
        <p:nvGrpSpPr>
          <p:cNvPr id="33" name="组合 32"/>
          <p:cNvGrpSpPr/>
          <p:nvPr/>
        </p:nvGrpSpPr>
        <p:grpSpPr>
          <a:xfrm>
            <a:off x="4419051" y="4360488"/>
            <a:ext cx="223013" cy="187385"/>
            <a:chOff x="304800" y="673100"/>
            <a:chExt cx="4000500" cy="4000500"/>
          </a:xfrm>
          <a:effectLst>
            <a:outerShdw blurRad="444500" dist="254000" dir="8100000" algn="tr" rotWithShape="0">
              <a:prstClr val="black">
                <a:alpha val="50000"/>
              </a:prstClr>
            </a:outerShdw>
          </a:effectLst>
        </p:grpSpPr>
        <p:sp>
          <p:nvSpPr>
            <p:cNvPr id="34" name="同心圆 35"/>
            <p:cNvSpPr/>
            <p:nvPr/>
          </p:nvSpPr>
          <p:spPr>
            <a:xfrm>
              <a:off x="304800" y="673100"/>
              <a:ext cx="4000500" cy="4000500"/>
            </a:xfrm>
            <a:prstGeom prst="hexagon">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noFill/>
              <a:prstDash val="solid"/>
            </a:ln>
            <a:effectLst/>
          </p:spPr>
          <p:txBody>
            <a:bodyPr rtlCol="0" anchor="ctr"/>
            <a:lstStyle/>
            <a:p>
              <a:pPr defTabSz="914400">
                <a:defRPr/>
              </a:pPr>
              <a:endParaRPr lang="zh-CN" altLang="en-US" sz="1200" kern="0">
                <a:solidFill>
                  <a:sysClr val="windowText" lastClr="000000"/>
                </a:solidFill>
                <a:latin typeface="Calibri" panose="020F0502020204030204"/>
                <a:ea typeface="宋体" panose="02010600030101010101" pitchFamily="2" charset="-122"/>
              </a:endParaRPr>
            </a:p>
          </p:txBody>
        </p:sp>
        <p:sp>
          <p:nvSpPr>
            <p:cNvPr id="35" name="椭圆 36"/>
            <p:cNvSpPr/>
            <p:nvPr/>
          </p:nvSpPr>
          <p:spPr>
            <a:xfrm>
              <a:off x="392112" y="760412"/>
              <a:ext cx="3825874" cy="3825874"/>
            </a:xfrm>
            <a:prstGeom prst="hexagon">
              <a:avLst/>
            </a:prstGeom>
            <a:gradFill>
              <a:gsLst>
                <a:gs pos="0">
                  <a:sysClr val="window" lastClr="FFFFFF"/>
                </a:gs>
                <a:gs pos="51000">
                  <a:sysClr val="window" lastClr="FFFFFF">
                    <a:lumMod val="95000"/>
                  </a:sysClr>
                </a:gs>
                <a:gs pos="100000">
                  <a:sysClr val="window" lastClr="FFFFFF">
                    <a:lumMod val="75000"/>
                  </a:sysClr>
                </a:gs>
              </a:gsLst>
              <a:lin ang="18900000" scaled="0"/>
            </a:gradFill>
            <a:ln w="25400" cap="flat" cmpd="sng" algn="ctr">
              <a:noFill/>
              <a:prstDash val="solid"/>
            </a:ln>
            <a:effectLst/>
          </p:spPr>
          <p:txBody>
            <a:bodyPr rtlCol="0" anchor="ctr"/>
            <a:lstStyle/>
            <a:p>
              <a:pPr defTabSz="914400">
                <a:defRPr/>
              </a:pPr>
              <a:endParaRPr lang="zh-CN" altLang="en-US" sz="1200" kern="0">
                <a:solidFill>
                  <a:sysClr val="windowText" lastClr="000000"/>
                </a:solidFill>
                <a:latin typeface="Calibri" panose="020F0502020204030204"/>
                <a:ea typeface="宋体" panose="02010600030101010101" pitchFamily="2" charset="-122"/>
              </a:endParaRPr>
            </a:p>
          </p:txBody>
        </p:sp>
      </p:grpSp>
      <p:grpSp>
        <p:nvGrpSpPr>
          <p:cNvPr id="36" name="组合 35"/>
          <p:cNvGrpSpPr/>
          <p:nvPr/>
        </p:nvGrpSpPr>
        <p:grpSpPr>
          <a:xfrm>
            <a:off x="1942885" y="4894390"/>
            <a:ext cx="1178923" cy="990581"/>
            <a:chOff x="304800" y="673100"/>
            <a:chExt cx="4000500" cy="4000500"/>
          </a:xfrm>
          <a:effectLst>
            <a:outerShdw blurRad="444500" dist="254000" dir="8100000" algn="tr" rotWithShape="0">
              <a:prstClr val="black">
                <a:alpha val="50000"/>
              </a:prstClr>
            </a:outerShdw>
          </a:effectLst>
        </p:grpSpPr>
        <p:sp>
          <p:nvSpPr>
            <p:cNvPr id="37" name="同心圆 38"/>
            <p:cNvSpPr/>
            <p:nvPr/>
          </p:nvSpPr>
          <p:spPr>
            <a:xfrm>
              <a:off x="304800" y="673100"/>
              <a:ext cx="4000500" cy="4000500"/>
            </a:xfrm>
            <a:prstGeom prst="hexagon">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noFill/>
              <a:prstDash val="solid"/>
            </a:ln>
            <a:effectLst/>
          </p:spPr>
          <p:txBody>
            <a:bodyPr rtlCol="0" anchor="ctr"/>
            <a:lstStyle/>
            <a:p>
              <a:pPr defTabSz="914400">
                <a:defRPr/>
              </a:pPr>
              <a:endParaRPr lang="zh-CN" altLang="en-US" kern="0">
                <a:solidFill>
                  <a:sysClr val="windowText" lastClr="000000"/>
                </a:solidFill>
                <a:latin typeface="Calibri" panose="020F0502020204030204"/>
                <a:ea typeface="宋体" panose="02010600030101010101" pitchFamily="2" charset="-122"/>
              </a:endParaRPr>
            </a:p>
          </p:txBody>
        </p:sp>
        <p:sp>
          <p:nvSpPr>
            <p:cNvPr id="38" name="椭圆 39"/>
            <p:cNvSpPr/>
            <p:nvPr/>
          </p:nvSpPr>
          <p:spPr>
            <a:xfrm>
              <a:off x="392112" y="760412"/>
              <a:ext cx="3825873" cy="3825873"/>
            </a:xfrm>
            <a:prstGeom prst="hexagon">
              <a:avLst/>
            </a:prstGeom>
            <a:gradFill>
              <a:gsLst>
                <a:gs pos="0">
                  <a:sysClr val="window" lastClr="FFFFFF"/>
                </a:gs>
                <a:gs pos="51000">
                  <a:sysClr val="window" lastClr="FFFFFF">
                    <a:lumMod val="95000"/>
                  </a:sysClr>
                </a:gs>
                <a:gs pos="100000">
                  <a:sysClr val="window" lastClr="FFFFFF">
                    <a:lumMod val="75000"/>
                  </a:sysClr>
                </a:gs>
              </a:gsLst>
              <a:lin ang="18900000" scaled="0"/>
            </a:gradFill>
            <a:ln w="25400" cap="flat" cmpd="sng" algn="ctr">
              <a:noFill/>
              <a:prstDash val="solid"/>
            </a:ln>
            <a:effectLst/>
          </p:spPr>
          <p:txBody>
            <a:bodyPr rtlCol="0" anchor="ctr"/>
            <a:lstStyle/>
            <a:p>
              <a:pPr defTabSz="914400">
                <a:defRPr/>
              </a:pPr>
              <a:endParaRPr lang="zh-CN" altLang="en-US" kern="0">
                <a:solidFill>
                  <a:sysClr val="window" lastClr="FFFFFF"/>
                </a:solidFill>
                <a:latin typeface="Calibri" panose="020F0502020204030204"/>
                <a:ea typeface="宋体" panose="02010600030101010101" pitchFamily="2" charset="-122"/>
              </a:endParaRPr>
            </a:p>
          </p:txBody>
        </p:sp>
      </p:grpSp>
      <p:grpSp>
        <p:nvGrpSpPr>
          <p:cNvPr id="39" name="组合 38"/>
          <p:cNvGrpSpPr/>
          <p:nvPr/>
        </p:nvGrpSpPr>
        <p:grpSpPr>
          <a:xfrm>
            <a:off x="1275029" y="4689485"/>
            <a:ext cx="520034" cy="436956"/>
            <a:chOff x="304800" y="673100"/>
            <a:chExt cx="4000500" cy="4000500"/>
          </a:xfrm>
          <a:effectLst>
            <a:outerShdw blurRad="444500" dist="254000" dir="8100000" algn="tr" rotWithShape="0">
              <a:prstClr val="black">
                <a:alpha val="50000"/>
              </a:prstClr>
            </a:outerShdw>
          </a:effectLst>
        </p:grpSpPr>
        <p:sp>
          <p:nvSpPr>
            <p:cNvPr id="40" name="同心圆 41"/>
            <p:cNvSpPr/>
            <p:nvPr/>
          </p:nvSpPr>
          <p:spPr>
            <a:xfrm>
              <a:off x="304800" y="673100"/>
              <a:ext cx="4000500" cy="4000500"/>
            </a:xfrm>
            <a:prstGeom prst="hexagon">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noFill/>
              <a:prstDash val="solid"/>
            </a:ln>
            <a:effectLst/>
          </p:spPr>
          <p:txBody>
            <a:bodyPr rtlCol="0" anchor="ctr"/>
            <a:lstStyle/>
            <a:p>
              <a:pPr defTabSz="914400">
                <a:defRPr/>
              </a:pPr>
              <a:endParaRPr lang="zh-CN" altLang="en-US" sz="1200" kern="0">
                <a:solidFill>
                  <a:sysClr val="windowText" lastClr="000000"/>
                </a:solidFill>
                <a:latin typeface="Calibri" panose="020F0502020204030204"/>
                <a:ea typeface="宋体" panose="02010600030101010101" pitchFamily="2" charset="-122"/>
              </a:endParaRPr>
            </a:p>
          </p:txBody>
        </p:sp>
        <p:sp>
          <p:nvSpPr>
            <p:cNvPr id="41" name="椭圆 42"/>
            <p:cNvSpPr/>
            <p:nvPr/>
          </p:nvSpPr>
          <p:spPr>
            <a:xfrm>
              <a:off x="392112" y="760412"/>
              <a:ext cx="3825874" cy="3825874"/>
            </a:xfrm>
            <a:prstGeom prst="hexagon">
              <a:avLst/>
            </a:prstGeom>
            <a:gradFill>
              <a:gsLst>
                <a:gs pos="0">
                  <a:sysClr val="window" lastClr="FFFFFF"/>
                </a:gs>
                <a:gs pos="51000">
                  <a:sysClr val="window" lastClr="FFFFFF">
                    <a:lumMod val="95000"/>
                  </a:sysClr>
                </a:gs>
                <a:gs pos="100000">
                  <a:sysClr val="window" lastClr="FFFFFF">
                    <a:lumMod val="75000"/>
                  </a:sysClr>
                </a:gs>
              </a:gsLst>
              <a:lin ang="18900000" scaled="0"/>
            </a:gradFill>
            <a:ln w="25400" cap="flat" cmpd="sng" algn="ctr">
              <a:noFill/>
              <a:prstDash val="solid"/>
            </a:ln>
            <a:effectLst/>
          </p:spPr>
          <p:txBody>
            <a:bodyPr rtlCol="0" anchor="ctr"/>
            <a:lstStyle/>
            <a:p>
              <a:pPr defTabSz="914400">
                <a:defRPr/>
              </a:pPr>
              <a:endParaRPr lang="zh-CN" altLang="en-US" sz="1200" kern="0">
                <a:solidFill>
                  <a:sysClr val="windowText" lastClr="000000"/>
                </a:solidFill>
                <a:latin typeface="Calibri" panose="020F0502020204030204"/>
                <a:ea typeface="宋体" panose="02010600030101010101" pitchFamily="2" charset="-122"/>
              </a:endParaRPr>
            </a:p>
          </p:txBody>
        </p:sp>
      </p:grpSp>
      <p:grpSp>
        <p:nvGrpSpPr>
          <p:cNvPr id="42" name="组合 41"/>
          <p:cNvGrpSpPr/>
          <p:nvPr/>
        </p:nvGrpSpPr>
        <p:grpSpPr>
          <a:xfrm>
            <a:off x="291040" y="4972059"/>
            <a:ext cx="316781" cy="266173"/>
            <a:chOff x="304800" y="673100"/>
            <a:chExt cx="4000500" cy="4000500"/>
          </a:xfrm>
          <a:effectLst>
            <a:outerShdw blurRad="444500" dist="254000" dir="8100000" algn="tr" rotWithShape="0">
              <a:prstClr val="black">
                <a:alpha val="50000"/>
              </a:prstClr>
            </a:outerShdw>
          </a:effectLst>
        </p:grpSpPr>
        <p:sp>
          <p:nvSpPr>
            <p:cNvPr id="43" name="同心圆 44"/>
            <p:cNvSpPr/>
            <p:nvPr/>
          </p:nvSpPr>
          <p:spPr>
            <a:xfrm>
              <a:off x="304800" y="673100"/>
              <a:ext cx="4000500" cy="4000500"/>
            </a:xfrm>
            <a:prstGeom prst="hexagon">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noFill/>
              <a:prstDash val="solid"/>
            </a:ln>
            <a:effectLst/>
          </p:spPr>
          <p:txBody>
            <a:bodyPr rtlCol="0" anchor="ctr"/>
            <a:lstStyle/>
            <a:p>
              <a:pPr defTabSz="914400">
                <a:defRPr/>
              </a:pPr>
              <a:endParaRPr lang="zh-CN" altLang="en-US" sz="1200" kern="0">
                <a:solidFill>
                  <a:sysClr val="windowText" lastClr="000000"/>
                </a:solidFill>
                <a:latin typeface="Calibri" panose="020F0502020204030204"/>
                <a:ea typeface="宋体" panose="02010600030101010101" pitchFamily="2" charset="-122"/>
              </a:endParaRPr>
            </a:p>
          </p:txBody>
        </p:sp>
        <p:sp>
          <p:nvSpPr>
            <p:cNvPr id="44" name="椭圆 45"/>
            <p:cNvSpPr/>
            <p:nvPr/>
          </p:nvSpPr>
          <p:spPr>
            <a:xfrm>
              <a:off x="392112" y="760412"/>
              <a:ext cx="3825874" cy="3825874"/>
            </a:xfrm>
            <a:prstGeom prst="hexagon">
              <a:avLst/>
            </a:prstGeom>
            <a:gradFill>
              <a:gsLst>
                <a:gs pos="0">
                  <a:sysClr val="window" lastClr="FFFFFF"/>
                </a:gs>
                <a:gs pos="51000">
                  <a:sysClr val="window" lastClr="FFFFFF">
                    <a:lumMod val="95000"/>
                  </a:sysClr>
                </a:gs>
                <a:gs pos="100000">
                  <a:sysClr val="window" lastClr="FFFFFF">
                    <a:lumMod val="75000"/>
                  </a:sysClr>
                </a:gs>
              </a:gsLst>
              <a:lin ang="18900000" scaled="0"/>
            </a:gradFill>
            <a:ln w="25400" cap="flat" cmpd="sng" algn="ctr">
              <a:noFill/>
              <a:prstDash val="solid"/>
            </a:ln>
            <a:effectLst/>
          </p:spPr>
          <p:txBody>
            <a:bodyPr rtlCol="0" anchor="ctr"/>
            <a:lstStyle/>
            <a:p>
              <a:pPr defTabSz="914400">
                <a:defRPr/>
              </a:pPr>
              <a:endParaRPr lang="zh-CN" altLang="en-US" sz="1200" kern="0">
                <a:solidFill>
                  <a:sysClr val="windowText" lastClr="000000"/>
                </a:solidFill>
                <a:latin typeface="Calibri" panose="020F0502020204030204"/>
                <a:ea typeface="宋体" panose="02010600030101010101" pitchFamily="2" charset="-122"/>
              </a:endParaRPr>
            </a:p>
          </p:txBody>
        </p:sp>
      </p:grpSp>
      <p:grpSp>
        <p:nvGrpSpPr>
          <p:cNvPr id="45" name="组合 44"/>
          <p:cNvGrpSpPr/>
          <p:nvPr/>
        </p:nvGrpSpPr>
        <p:grpSpPr>
          <a:xfrm>
            <a:off x="117128" y="4763425"/>
            <a:ext cx="158390" cy="133087"/>
            <a:chOff x="304800" y="673100"/>
            <a:chExt cx="4000500" cy="4000500"/>
          </a:xfrm>
          <a:effectLst>
            <a:outerShdw blurRad="444500" dist="254000" dir="8100000" algn="tr" rotWithShape="0">
              <a:prstClr val="black">
                <a:alpha val="50000"/>
              </a:prstClr>
            </a:outerShdw>
          </a:effectLst>
        </p:grpSpPr>
        <p:sp>
          <p:nvSpPr>
            <p:cNvPr id="46" name="同心圆 47"/>
            <p:cNvSpPr/>
            <p:nvPr/>
          </p:nvSpPr>
          <p:spPr>
            <a:xfrm>
              <a:off x="304800" y="673100"/>
              <a:ext cx="4000500" cy="4000500"/>
            </a:xfrm>
            <a:prstGeom prst="hexagon">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noFill/>
              <a:prstDash val="solid"/>
            </a:ln>
            <a:effectLst/>
          </p:spPr>
          <p:txBody>
            <a:bodyPr rtlCol="0" anchor="ctr"/>
            <a:lstStyle/>
            <a:p>
              <a:pPr defTabSz="914400">
                <a:defRPr/>
              </a:pPr>
              <a:endParaRPr lang="zh-CN" altLang="en-US" sz="1200" kern="0">
                <a:solidFill>
                  <a:sysClr val="windowText" lastClr="000000"/>
                </a:solidFill>
                <a:latin typeface="Calibri" panose="020F0502020204030204"/>
                <a:ea typeface="宋体" panose="02010600030101010101" pitchFamily="2" charset="-122"/>
              </a:endParaRPr>
            </a:p>
          </p:txBody>
        </p:sp>
        <p:sp>
          <p:nvSpPr>
            <p:cNvPr id="47" name="椭圆 48"/>
            <p:cNvSpPr/>
            <p:nvPr/>
          </p:nvSpPr>
          <p:spPr>
            <a:xfrm>
              <a:off x="392112" y="760412"/>
              <a:ext cx="3825874" cy="3825874"/>
            </a:xfrm>
            <a:prstGeom prst="hexagon">
              <a:avLst/>
            </a:prstGeom>
            <a:gradFill>
              <a:gsLst>
                <a:gs pos="0">
                  <a:sysClr val="window" lastClr="FFFFFF"/>
                </a:gs>
                <a:gs pos="51000">
                  <a:sysClr val="window" lastClr="FFFFFF">
                    <a:lumMod val="95000"/>
                  </a:sysClr>
                </a:gs>
                <a:gs pos="100000">
                  <a:sysClr val="window" lastClr="FFFFFF">
                    <a:lumMod val="75000"/>
                  </a:sysClr>
                </a:gs>
              </a:gsLst>
              <a:lin ang="18900000" scaled="0"/>
            </a:gradFill>
            <a:ln w="25400" cap="flat" cmpd="sng" algn="ctr">
              <a:noFill/>
              <a:prstDash val="solid"/>
            </a:ln>
            <a:effectLst/>
          </p:spPr>
          <p:txBody>
            <a:bodyPr rtlCol="0" anchor="ctr"/>
            <a:lstStyle/>
            <a:p>
              <a:pPr defTabSz="914400">
                <a:defRPr/>
              </a:pPr>
              <a:endParaRPr lang="zh-CN" altLang="en-US" sz="1200" kern="0">
                <a:solidFill>
                  <a:sysClr val="windowText" lastClr="000000"/>
                </a:solidFill>
                <a:latin typeface="Calibri" panose="020F0502020204030204"/>
                <a:ea typeface="宋体" panose="02010600030101010101" pitchFamily="2" charset="-122"/>
              </a:endParaRPr>
            </a:p>
          </p:txBody>
        </p:sp>
      </p:grpSp>
    </p:spTree>
  </p:cSld>
  <p:clrMapOvr>
    <a:masterClrMapping/>
  </p:clrMapOvr>
  <p:transition spd="slow" advTm="0">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20481"/>
                                        </p:tgtEl>
                                        <p:attrNameLst>
                                          <p:attrName>style.visibility</p:attrName>
                                        </p:attrNameLst>
                                      </p:cBhvr>
                                      <p:to>
                                        <p:strVal val="visible"/>
                                      </p:to>
                                    </p:set>
                                    <p:anim calcmode="lin" valueType="num">
                                      <p:cBhvr>
                                        <p:cTn id="7" dur="500" fill="hold"/>
                                        <p:tgtEl>
                                          <p:spTgt spid="20481"/>
                                        </p:tgtEl>
                                        <p:attrNameLst>
                                          <p:attrName>ppt_w</p:attrName>
                                        </p:attrNameLst>
                                      </p:cBhvr>
                                      <p:tavLst>
                                        <p:tav tm="0">
                                          <p:val>
                                            <p:fltVal val="0"/>
                                          </p:val>
                                        </p:tav>
                                        <p:tav tm="100000">
                                          <p:val>
                                            <p:strVal val="#ppt_w"/>
                                          </p:val>
                                        </p:tav>
                                      </p:tavLst>
                                    </p:anim>
                                    <p:anim calcmode="lin" valueType="num">
                                      <p:cBhvr>
                                        <p:cTn id="8" dur="500" fill="hold"/>
                                        <p:tgtEl>
                                          <p:spTgt spid="20481"/>
                                        </p:tgtEl>
                                        <p:attrNameLst>
                                          <p:attrName>ppt_h</p:attrName>
                                        </p:attrNameLst>
                                      </p:cBhvr>
                                      <p:tavLst>
                                        <p:tav tm="0">
                                          <p:val>
                                            <p:strVal val="#ppt_h"/>
                                          </p:val>
                                        </p:tav>
                                        <p:tav tm="100000">
                                          <p:val>
                                            <p:strVal val="#ppt_h"/>
                                          </p:val>
                                        </p:tav>
                                      </p:tavLst>
                                    </p:anim>
                                  </p:childTnLst>
                                </p:cTn>
                              </p:par>
                            </p:childTnLst>
                          </p:cTn>
                        </p:par>
                        <p:par>
                          <p:cTn id="9" fill="hold">
                            <p:stCondLst>
                              <p:cond delay="500"/>
                            </p:stCondLst>
                            <p:childTnLst>
                              <p:par>
                                <p:cTn id="10" presetID="52" presetClass="entr" presetSubtype="0" fill="hold" nodeType="afterEffect">
                                  <p:stCondLst>
                                    <p:cond delay="0"/>
                                  </p:stCondLst>
                                  <p:childTnLst>
                                    <p:set>
                                      <p:cBhvr>
                                        <p:cTn id="11" dur="1" fill="hold">
                                          <p:stCondLst>
                                            <p:cond delay="0"/>
                                          </p:stCondLst>
                                        </p:cTn>
                                        <p:tgtEl>
                                          <p:spTgt spid="12"/>
                                        </p:tgtEl>
                                        <p:attrNameLst>
                                          <p:attrName>style.visibility</p:attrName>
                                        </p:attrNameLst>
                                      </p:cBhvr>
                                      <p:to>
                                        <p:strVal val="visible"/>
                                      </p:to>
                                    </p:set>
                                    <p:animScale>
                                      <p:cBhvr>
                                        <p:cTn id="12" dur="1000" decel="50000" fill="hold">
                                          <p:stCondLst>
                                            <p:cond delay="0"/>
                                          </p:stCondLst>
                                        </p:cTn>
                                        <p:tgtEl>
                                          <p:spTgt spid="12"/>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13" dur="1000" decel="50000" fill="hold">
                                          <p:stCondLst>
                                            <p:cond delay="0"/>
                                          </p:stCondLst>
                                        </p:cTn>
                                        <p:tgtEl>
                                          <p:spTgt spid="12"/>
                                        </p:tgtEl>
                                        <p:attrNameLst>
                                          <p:attrName>ppt_x</p:attrName>
                                          <p:attrName>ppt_y</p:attrName>
                                        </p:attrNameLst>
                                      </p:cBhvr>
                                    </p:animMotion>
                                    <p:animEffect transition="in" filter="fade">
                                      <p:cBhvr>
                                        <p:cTn id="14" dur="1000"/>
                                        <p:tgtEl>
                                          <p:spTgt spid="12"/>
                                        </p:tgtEl>
                                      </p:cBhvr>
                                    </p:animEffect>
                                  </p:childTnLst>
                                </p:cTn>
                              </p:par>
                            </p:childTnLst>
                          </p:cTn>
                        </p:par>
                        <p:par>
                          <p:cTn id="15" fill="hold">
                            <p:stCondLst>
                              <p:cond delay="1500"/>
                            </p:stCondLst>
                            <p:childTnLst>
                              <p:par>
                                <p:cTn id="16" presetID="41" presetClass="entr" presetSubtype="0" fill="hold" grpId="0" nodeType="afterEffect">
                                  <p:stCondLst>
                                    <p:cond delay="0"/>
                                  </p:stCondLst>
                                  <p:iterate type="lt">
                                    <p:tmPct val="10000"/>
                                  </p:iterate>
                                  <p:childTnLst>
                                    <p:set>
                                      <p:cBhvr>
                                        <p:cTn id="17" dur="1" fill="hold">
                                          <p:stCondLst>
                                            <p:cond delay="0"/>
                                          </p:stCondLst>
                                        </p:cTn>
                                        <p:tgtEl>
                                          <p:spTgt spid="20485"/>
                                        </p:tgtEl>
                                        <p:attrNameLst>
                                          <p:attrName>style.visibility</p:attrName>
                                        </p:attrNameLst>
                                      </p:cBhvr>
                                      <p:to>
                                        <p:strVal val="visible"/>
                                      </p:to>
                                    </p:set>
                                    <p:anim calcmode="lin" valueType="num">
                                      <p:cBhvr>
                                        <p:cTn id="18" dur="500" fill="hold"/>
                                        <p:tgtEl>
                                          <p:spTgt spid="20485"/>
                                        </p:tgtEl>
                                        <p:attrNameLst>
                                          <p:attrName>ppt_x</p:attrName>
                                        </p:attrNameLst>
                                      </p:cBhvr>
                                      <p:tavLst>
                                        <p:tav tm="0">
                                          <p:val>
                                            <p:strVal val="#ppt_x"/>
                                          </p:val>
                                        </p:tav>
                                        <p:tav tm="50000">
                                          <p:val>
                                            <p:strVal val="#ppt_x+.1"/>
                                          </p:val>
                                        </p:tav>
                                        <p:tav tm="100000">
                                          <p:val>
                                            <p:strVal val="#ppt_x"/>
                                          </p:val>
                                        </p:tav>
                                      </p:tavLst>
                                    </p:anim>
                                    <p:anim calcmode="lin" valueType="num">
                                      <p:cBhvr>
                                        <p:cTn id="19" dur="500" fill="hold"/>
                                        <p:tgtEl>
                                          <p:spTgt spid="20485"/>
                                        </p:tgtEl>
                                        <p:attrNameLst>
                                          <p:attrName>ppt_y</p:attrName>
                                        </p:attrNameLst>
                                      </p:cBhvr>
                                      <p:tavLst>
                                        <p:tav tm="0">
                                          <p:val>
                                            <p:strVal val="#ppt_y"/>
                                          </p:val>
                                        </p:tav>
                                        <p:tav tm="100000">
                                          <p:val>
                                            <p:strVal val="#ppt_y"/>
                                          </p:val>
                                        </p:tav>
                                      </p:tavLst>
                                    </p:anim>
                                    <p:anim calcmode="lin" valueType="num">
                                      <p:cBhvr>
                                        <p:cTn id="20" dur="500" fill="hold"/>
                                        <p:tgtEl>
                                          <p:spTgt spid="20485"/>
                                        </p:tgtEl>
                                        <p:attrNameLst>
                                          <p:attrName>ppt_h</p:attrName>
                                        </p:attrNameLst>
                                      </p:cBhvr>
                                      <p:tavLst>
                                        <p:tav tm="0">
                                          <p:val>
                                            <p:strVal val="#ppt_h/10"/>
                                          </p:val>
                                        </p:tav>
                                        <p:tav tm="50000">
                                          <p:val>
                                            <p:strVal val="#ppt_h+.01"/>
                                          </p:val>
                                        </p:tav>
                                        <p:tav tm="100000">
                                          <p:val>
                                            <p:strVal val="#ppt_h"/>
                                          </p:val>
                                        </p:tav>
                                      </p:tavLst>
                                    </p:anim>
                                    <p:anim calcmode="lin" valueType="num">
                                      <p:cBhvr>
                                        <p:cTn id="21" dur="500" fill="hold"/>
                                        <p:tgtEl>
                                          <p:spTgt spid="20485"/>
                                        </p:tgtEl>
                                        <p:attrNameLst>
                                          <p:attrName>ppt_w</p:attrName>
                                        </p:attrNameLst>
                                      </p:cBhvr>
                                      <p:tavLst>
                                        <p:tav tm="0">
                                          <p:val>
                                            <p:strVal val="#ppt_w/10"/>
                                          </p:val>
                                        </p:tav>
                                        <p:tav tm="50000">
                                          <p:val>
                                            <p:strVal val="#ppt_w+.01"/>
                                          </p:val>
                                        </p:tav>
                                        <p:tav tm="100000">
                                          <p:val>
                                            <p:strVal val="#ppt_w"/>
                                          </p:val>
                                        </p:tav>
                                      </p:tavLst>
                                    </p:anim>
                                    <p:animEffect transition="in" filter="fade">
                                      <p:cBhvr>
                                        <p:cTn id="22" dur="500" tmFilter="0,0; .5, 1; 1, 1"/>
                                        <p:tgtEl>
                                          <p:spTgt spid="20485"/>
                                        </p:tgtEl>
                                      </p:cBhvr>
                                    </p:animEffect>
                                  </p:childTnLst>
                                </p:cTn>
                              </p:par>
                            </p:childTnLst>
                          </p:cTn>
                        </p:par>
                        <p:par>
                          <p:cTn id="23" fill="hold">
                            <p:stCondLst>
                              <p:cond delay="2299"/>
                            </p:stCondLst>
                            <p:childTnLst>
                              <p:par>
                                <p:cTn id="24" presetID="23" presetClass="entr" presetSubtype="528" fill="hold" nodeType="afterEffect">
                                  <p:stCondLst>
                                    <p:cond delay="0"/>
                                  </p:stCondLst>
                                  <p:childTnLst>
                                    <p:set>
                                      <p:cBhvr>
                                        <p:cTn id="25" dur="1" fill="hold">
                                          <p:stCondLst>
                                            <p:cond delay="0"/>
                                          </p:stCondLst>
                                        </p:cTn>
                                        <p:tgtEl>
                                          <p:spTgt spid="8"/>
                                        </p:tgtEl>
                                        <p:attrNameLst>
                                          <p:attrName>style.visibility</p:attrName>
                                        </p:attrNameLst>
                                      </p:cBhvr>
                                      <p:to>
                                        <p:strVal val="visible"/>
                                      </p:to>
                                    </p:set>
                                    <p:anim calcmode="lin" valueType="num">
                                      <p:cBhvr>
                                        <p:cTn id="26" dur="500" fill="hold"/>
                                        <p:tgtEl>
                                          <p:spTgt spid="8"/>
                                        </p:tgtEl>
                                        <p:attrNameLst>
                                          <p:attrName>ppt_w</p:attrName>
                                        </p:attrNameLst>
                                      </p:cBhvr>
                                      <p:tavLst>
                                        <p:tav tm="0">
                                          <p:val>
                                            <p:fltVal val="0"/>
                                          </p:val>
                                        </p:tav>
                                        <p:tav tm="100000">
                                          <p:val>
                                            <p:strVal val="#ppt_w"/>
                                          </p:val>
                                        </p:tav>
                                      </p:tavLst>
                                    </p:anim>
                                    <p:anim calcmode="lin" valueType="num">
                                      <p:cBhvr>
                                        <p:cTn id="27" dur="500" fill="hold"/>
                                        <p:tgtEl>
                                          <p:spTgt spid="8"/>
                                        </p:tgtEl>
                                        <p:attrNameLst>
                                          <p:attrName>ppt_h</p:attrName>
                                        </p:attrNameLst>
                                      </p:cBhvr>
                                      <p:tavLst>
                                        <p:tav tm="0">
                                          <p:val>
                                            <p:fltVal val="0"/>
                                          </p:val>
                                        </p:tav>
                                        <p:tav tm="100000">
                                          <p:val>
                                            <p:strVal val="#ppt_h"/>
                                          </p:val>
                                        </p:tav>
                                      </p:tavLst>
                                    </p:anim>
                                    <p:anim calcmode="lin" valueType="num">
                                      <p:cBhvr>
                                        <p:cTn id="28" dur="500" fill="hold"/>
                                        <p:tgtEl>
                                          <p:spTgt spid="8"/>
                                        </p:tgtEl>
                                        <p:attrNameLst>
                                          <p:attrName>ppt_x</p:attrName>
                                        </p:attrNameLst>
                                      </p:cBhvr>
                                      <p:tavLst>
                                        <p:tav tm="0">
                                          <p:val>
                                            <p:fltVal val="0.5"/>
                                          </p:val>
                                        </p:tav>
                                        <p:tav tm="100000">
                                          <p:val>
                                            <p:strVal val="#ppt_x"/>
                                          </p:val>
                                        </p:tav>
                                      </p:tavLst>
                                    </p:anim>
                                    <p:anim calcmode="lin" valueType="num">
                                      <p:cBhvr>
                                        <p:cTn id="29" dur="500" fill="hold"/>
                                        <p:tgtEl>
                                          <p:spTgt spid="8"/>
                                        </p:tgtEl>
                                        <p:attrNameLst>
                                          <p:attrName>ppt_y</p:attrName>
                                        </p:attrNameLst>
                                      </p:cBhvr>
                                      <p:tavLst>
                                        <p:tav tm="0">
                                          <p:val>
                                            <p:fltVal val="0.5"/>
                                          </p:val>
                                        </p:tav>
                                        <p:tav tm="100000">
                                          <p:val>
                                            <p:strVal val="#ppt_y"/>
                                          </p:val>
                                        </p:tav>
                                      </p:tavLst>
                                    </p:anim>
                                  </p:childTnLst>
                                </p:cTn>
                              </p:par>
                              <p:par>
                                <p:cTn id="30" presetID="23" presetClass="entr" presetSubtype="528" fill="hold" nodeType="withEffect">
                                  <p:stCondLst>
                                    <p:cond delay="300"/>
                                  </p:stCondLst>
                                  <p:childTnLst>
                                    <p:set>
                                      <p:cBhvr>
                                        <p:cTn id="31" dur="1" fill="hold">
                                          <p:stCondLst>
                                            <p:cond delay="0"/>
                                          </p:stCondLst>
                                        </p:cTn>
                                        <p:tgtEl>
                                          <p:spTgt spid="11"/>
                                        </p:tgtEl>
                                        <p:attrNameLst>
                                          <p:attrName>style.visibility</p:attrName>
                                        </p:attrNameLst>
                                      </p:cBhvr>
                                      <p:to>
                                        <p:strVal val="visible"/>
                                      </p:to>
                                    </p:set>
                                    <p:anim calcmode="lin" valueType="num">
                                      <p:cBhvr>
                                        <p:cTn id="32" dur="500" fill="hold"/>
                                        <p:tgtEl>
                                          <p:spTgt spid="11"/>
                                        </p:tgtEl>
                                        <p:attrNameLst>
                                          <p:attrName>ppt_w</p:attrName>
                                        </p:attrNameLst>
                                      </p:cBhvr>
                                      <p:tavLst>
                                        <p:tav tm="0">
                                          <p:val>
                                            <p:fltVal val="0"/>
                                          </p:val>
                                        </p:tav>
                                        <p:tav tm="100000">
                                          <p:val>
                                            <p:strVal val="#ppt_w"/>
                                          </p:val>
                                        </p:tav>
                                      </p:tavLst>
                                    </p:anim>
                                    <p:anim calcmode="lin" valueType="num">
                                      <p:cBhvr>
                                        <p:cTn id="33" dur="500" fill="hold"/>
                                        <p:tgtEl>
                                          <p:spTgt spid="11"/>
                                        </p:tgtEl>
                                        <p:attrNameLst>
                                          <p:attrName>ppt_h</p:attrName>
                                        </p:attrNameLst>
                                      </p:cBhvr>
                                      <p:tavLst>
                                        <p:tav tm="0">
                                          <p:val>
                                            <p:fltVal val="0"/>
                                          </p:val>
                                        </p:tav>
                                        <p:tav tm="100000">
                                          <p:val>
                                            <p:strVal val="#ppt_h"/>
                                          </p:val>
                                        </p:tav>
                                      </p:tavLst>
                                    </p:anim>
                                    <p:anim calcmode="lin" valueType="num">
                                      <p:cBhvr>
                                        <p:cTn id="34" dur="500" fill="hold"/>
                                        <p:tgtEl>
                                          <p:spTgt spid="11"/>
                                        </p:tgtEl>
                                        <p:attrNameLst>
                                          <p:attrName>ppt_x</p:attrName>
                                        </p:attrNameLst>
                                      </p:cBhvr>
                                      <p:tavLst>
                                        <p:tav tm="0">
                                          <p:val>
                                            <p:fltVal val="0.5"/>
                                          </p:val>
                                        </p:tav>
                                        <p:tav tm="100000">
                                          <p:val>
                                            <p:strVal val="#ppt_x"/>
                                          </p:val>
                                        </p:tav>
                                      </p:tavLst>
                                    </p:anim>
                                    <p:anim calcmode="lin" valueType="num">
                                      <p:cBhvr>
                                        <p:cTn id="35" dur="500" fill="hold"/>
                                        <p:tgtEl>
                                          <p:spTgt spid="11"/>
                                        </p:tgtEl>
                                        <p:attrNameLst>
                                          <p:attrName>ppt_y</p:attrName>
                                        </p:attrNameLst>
                                      </p:cBhvr>
                                      <p:tavLst>
                                        <p:tav tm="0">
                                          <p:val>
                                            <p:fltVal val="0.5"/>
                                          </p:val>
                                        </p:tav>
                                        <p:tav tm="100000">
                                          <p:val>
                                            <p:strVal val="#ppt_y"/>
                                          </p:val>
                                        </p:tav>
                                      </p:tavLst>
                                    </p:anim>
                                  </p:childTnLst>
                                </p:cTn>
                              </p:par>
                              <p:par>
                                <p:cTn id="36" presetID="23" presetClass="entr" presetSubtype="528" fill="hold" nodeType="withEffect">
                                  <p:stCondLst>
                                    <p:cond delay="700"/>
                                  </p:stCondLst>
                                  <p:childTnLst>
                                    <p:set>
                                      <p:cBhvr>
                                        <p:cTn id="37" dur="1" fill="hold">
                                          <p:stCondLst>
                                            <p:cond delay="0"/>
                                          </p:stCondLst>
                                        </p:cTn>
                                        <p:tgtEl>
                                          <p:spTgt spid="15"/>
                                        </p:tgtEl>
                                        <p:attrNameLst>
                                          <p:attrName>style.visibility</p:attrName>
                                        </p:attrNameLst>
                                      </p:cBhvr>
                                      <p:to>
                                        <p:strVal val="visible"/>
                                      </p:to>
                                    </p:set>
                                    <p:anim calcmode="lin" valueType="num">
                                      <p:cBhvr>
                                        <p:cTn id="38" dur="500" fill="hold"/>
                                        <p:tgtEl>
                                          <p:spTgt spid="15"/>
                                        </p:tgtEl>
                                        <p:attrNameLst>
                                          <p:attrName>ppt_w</p:attrName>
                                        </p:attrNameLst>
                                      </p:cBhvr>
                                      <p:tavLst>
                                        <p:tav tm="0">
                                          <p:val>
                                            <p:fltVal val="0"/>
                                          </p:val>
                                        </p:tav>
                                        <p:tav tm="100000">
                                          <p:val>
                                            <p:strVal val="#ppt_w"/>
                                          </p:val>
                                        </p:tav>
                                      </p:tavLst>
                                    </p:anim>
                                    <p:anim calcmode="lin" valueType="num">
                                      <p:cBhvr>
                                        <p:cTn id="39" dur="500" fill="hold"/>
                                        <p:tgtEl>
                                          <p:spTgt spid="15"/>
                                        </p:tgtEl>
                                        <p:attrNameLst>
                                          <p:attrName>ppt_h</p:attrName>
                                        </p:attrNameLst>
                                      </p:cBhvr>
                                      <p:tavLst>
                                        <p:tav tm="0">
                                          <p:val>
                                            <p:fltVal val="0"/>
                                          </p:val>
                                        </p:tav>
                                        <p:tav tm="100000">
                                          <p:val>
                                            <p:strVal val="#ppt_h"/>
                                          </p:val>
                                        </p:tav>
                                      </p:tavLst>
                                    </p:anim>
                                    <p:anim calcmode="lin" valueType="num">
                                      <p:cBhvr>
                                        <p:cTn id="40" dur="500" fill="hold"/>
                                        <p:tgtEl>
                                          <p:spTgt spid="15"/>
                                        </p:tgtEl>
                                        <p:attrNameLst>
                                          <p:attrName>ppt_x</p:attrName>
                                        </p:attrNameLst>
                                      </p:cBhvr>
                                      <p:tavLst>
                                        <p:tav tm="0">
                                          <p:val>
                                            <p:fltVal val="0.5"/>
                                          </p:val>
                                        </p:tav>
                                        <p:tav tm="100000">
                                          <p:val>
                                            <p:strVal val="#ppt_x"/>
                                          </p:val>
                                        </p:tav>
                                      </p:tavLst>
                                    </p:anim>
                                    <p:anim calcmode="lin" valueType="num">
                                      <p:cBhvr>
                                        <p:cTn id="41" dur="500" fill="hold"/>
                                        <p:tgtEl>
                                          <p:spTgt spid="15"/>
                                        </p:tgtEl>
                                        <p:attrNameLst>
                                          <p:attrName>ppt_y</p:attrName>
                                        </p:attrNameLst>
                                      </p:cBhvr>
                                      <p:tavLst>
                                        <p:tav tm="0">
                                          <p:val>
                                            <p:fltVal val="0.5"/>
                                          </p:val>
                                        </p:tav>
                                        <p:tav tm="100000">
                                          <p:val>
                                            <p:strVal val="#ppt_y"/>
                                          </p:val>
                                        </p:tav>
                                      </p:tavLst>
                                    </p:anim>
                                  </p:childTnLst>
                                </p:cTn>
                              </p:par>
                              <p:par>
                                <p:cTn id="42" presetID="23" presetClass="entr" presetSubtype="528" fill="hold" nodeType="withEffect">
                                  <p:stCondLst>
                                    <p:cond delay="300"/>
                                  </p:stCondLst>
                                  <p:childTnLst>
                                    <p:set>
                                      <p:cBhvr>
                                        <p:cTn id="43" dur="1" fill="hold">
                                          <p:stCondLst>
                                            <p:cond delay="0"/>
                                          </p:stCondLst>
                                        </p:cTn>
                                        <p:tgtEl>
                                          <p:spTgt spid="18"/>
                                        </p:tgtEl>
                                        <p:attrNameLst>
                                          <p:attrName>style.visibility</p:attrName>
                                        </p:attrNameLst>
                                      </p:cBhvr>
                                      <p:to>
                                        <p:strVal val="visible"/>
                                      </p:to>
                                    </p:set>
                                    <p:anim calcmode="lin" valueType="num">
                                      <p:cBhvr>
                                        <p:cTn id="44" dur="500" fill="hold"/>
                                        <p:tgtEl>
                                          <p:spTgt spid="18"/>
                                        </p:tgtEl>
                                        <p:attrNameLst>
                                          <p:attrName>ppt_w</p:attrName>
                                        </p:attrNameLst>
                                      </p:cBhvr>
                                      <p:tavLst>
                                        <p:tav tm="0">
                                          <p:val>
                                            <p:fltVal val="0"/>
                                          </p:val>
                                        </p:tav>
                                        <p:tav tm="100000">
                                          <p:val>
                                            <p:strVal val="#ppt_w"/>
                                          </p:val>
                                        </p:tav>
                                      </p:tavLst>
                                    </p:anim>
                                    <p:anim calcmode="lin" valueType="num">
                                      <p:cBhvr>
                                        <p:cTn id="45" dur="500" fill="hold"/>
                                        <p:tgtEl>
                                          <p:spTgt spid="18"/>
                                        </p:tgtEl>
                                        <p:attrNameLst>
                                          <p:attrName>ppt_h</p:attrName>
                                        </p:attrNameLst>
                                      </p:cBhvr>
                                      <p:tavLst>
                                        <p:tav tm="0">
                                          <p:val>
                                            <p:fltVal val="0"/>
                                          </p:val>
                                        </p:tav>
                                        <p:tav tm="100000">
                                          <p:val>
                                            <p:strVal val="#ppt_h"/>
                                          </p:val>
                                        </p:tav>
                                      </p:tavLst>
                                    </p:anim>
                                    <p:anim calcmode="lin" valueType="num">
                                      <p:cBhvr>
                                        <p:cTn id="46" dur="500" fill="hold"/>
                                        <p:tgtEl>
                                          <p:spTgt spid="18"/>
                                        </p:tgtEl>
                                        <p:attrNameLst>
                                          <p:attrName>ppt_x</p:attrName>
                                        </p:attrNameLst>
                                      </p:cBhvr>
                                      <p:tavLst>
                                        <p:tav tm="0">
                                          <p:val>
                                            <p:fltVal val="0.5"/>
                                          </p:val>
                                        </p:tav>
                                        <p:tav tm="100000">
                                          <p:val>
                                            <p:strVal val="#ppt_x"/>
                                          </p:val>
                                        </p:tav>
                                      </p:tavLst>
                                    </p:anim>
                                    <p:anim calcmode="lin" valueType="num">
                                      <p:cBhvr>
                                        <p:cTn id="47" dur="500" fill="hold"/>
                                        <p:tgtEl>
                                          <p:spTgt spid="18"/>
                                        </p:tgtEl>
                                        <p:attrNameLst>
                                          <p:attrName>ppt_y</p:attrName>
                                        </p:attrNameLst>
                                      </p:cBhvr>
                                      <p:tavLst>
                                        <p:tav tm="0">
                                          <p:val>
                                            <p:fltVal val="0.5"/>
                                          </p:val>
                                        </p:tav>
                                        <p:tav tm="100000">
                                          <p:val>
                                            <p:strVal val="#ppt_y"/>
                                          </p:val>
                                        </p:tav>
                                      </p:tavLst>
                                    </p:anim>
                                  </p:childTnLst>
                                </p:cTn>
                              </p:par>
                              <p:par>
                                <p:cTn id="48" presetID="23" presetClass="entr" presetSubtype="528" fill="hold" nodeType="withEffect">
                                  <p:stCondLst>
                                    <p:cond delay="100"/>
                                  </p:stCondLst>
                                  <p:childTnLst>
                                    <p:set>
                                      <p:cBhvr>
                                        <p:cTn id="49" dur="1" fill="hold">
                                          <p:stCondLst>
                                            <p:cond delay="0"/>
                                          </p:stCondLst>
                                        </p:cTn>
                                        <p:tgtEl>
                                          <p:spTgt spid="21"/>
                                        </p:tgtEl>
                                        <p:attrNameLst>
                                          <p:attrName>style.visibility</p:attrName>
                                        </p:attrNameLst>
                                      </p:cBhvr>
                                      <p:to>
                                        <p:strVal val="visible"/>
                                      </p:to>
                                    </p:set>
                                    <p:anim calcmode="lin" valueType="num">
                                      <p:cBhvr>
                                        <p:cTn id="50" dur="500" fill="hold"/>
                                        <p:tgtEl>
                                          <p:spTgt spid="21"/>
                                        </p:tgtEl>
                                        <p:attrNameLst>
                                          <p:attrName>ppt_w</p:attrName>
                                        </p:attrNameLst>
                                      </p:cBhvr>
                                      <p:tavLst>
                                        <p:tav tm="0">
                                          <p:val>
                                            <p:fltVal val="0"/>
                                          </p:val>
                                        </p:tav>
                                        <p:tav tm="100000">
                                          <p:val>
                                            <p:strVal val="#ppt_w"/>
                                          </p:val>
                                        </p:tav>
                                      </p:tavLst>
                                    </p:anim>
                                    <p:anim calcmode="lin" valueType="num">
                                      <p:cBhvr>
                                        <p:cTn id="51" dur="500" fill="hold"/>
                                        <p:tgtEl>
                                          <p:spTgt spid="21"/>
                                        </p:tgtEl>
                                        <p:attrNameLst>
                                          <p:attrName>ppt_h</p:attrName>
                                        </p:attrNameLst>
                                      </p:cBhvr>
                                      <p:tavLst>
                                        <p:tav tm="0">
                                          <p:val>
                                            <p:fltVal val="0"/>
                                          </p:val>
                                        </p:tav>
                                        <p:tav tm="100000">
                                          <p:val>
                                            <p:strVal val="#ppt_h"/>
                                          </p:val>
                                        </p:tav>
                                      </p:tavLst>
                                    </p:anim>
                                    <p:anim calcmode="lin" valueType="num">
                                      <p:cBhvr>
                                        <p:cTn id="52" dur="500" fill="hold"/>
                                        <p:tgtEl>
                                          <p:spTgt spid="21"/>
                                        </p:tgtEl>
                                        <p:attrNameLst>
                                          <p:attrName>ppt_x</p:attrName>
                                        </p:attrNameLst>
                                      </p:cBhvr>
                                      <p:tavLst>
                                        <p:tav tm="0">
                                          <p:val>
                                            <p:fltVal val="0.5"/>
                                          </p:val>
                                        </p:tav>
                                        <p:tav tm="100000">
                                          <p:val>
                                            <p:strVal val="#ppt_x"/>
                                          </p:val>
                                        </p:tav>
                                      </p:tavLst>
                                    </p:anim>
                                    <p:anim calcmode="lin" valueType="num">
                                      <p:cBhvr>
                                        <p:cTn id="53" dur="500" fill="hold"/>
                                        <p:tgtEl>
                                          <p:spTgt spid="21"/>
                                        </p:tgtEl>
                                        <p:attrNameLst>
                                          <p:attrName>ppt_y</p:attrName>
                                        </p:attrNameLst>
                                      </p:cBhvr>
                                      <p:tavLst>
                                        <p:tav tm="0">
                                          <p:val>
                                            <p:fltVal val="0.5"/>
                                          </p:val>
                                        </p:tav>
                                        <p:tav tm="100000">
                                          <p:val>
                                            <p:strVal val="#ppt_y"/>
                                          </p:val>
                                        </p:tav>
                                      </p:tavLst>
                                    </p:anim>
                                  </p:childTnLst>
                                </p:cTn>
                              </p:par>
                              <p:par>
                                <p:cTn id="54" presetID="23" presetClass="entr" presetSubtype="528" fill="hold" nodeType="withEffect">
                                  <p:stCondLst>
                                    <p:cond delay="600"/>
                                  </p:stCondLst>
                                  <p:childTnLst>
                                    <p:set>
                                      <p:cBhvr>
                                        <p:cTn id="55" dur="1" fill="hold">
                                          <p:stCondLst>
                                            <p:cond delay="0"/>
                                          </p:stCondLst>
                                        </p:cTn>
                                        <p:tgtEl>
                                          <p:spTgt spid="24"/>
                                        </p:tgtEl>
                                        <p:attrNameLst>
                                          <p:attrName>style.visibility</p:attrName>
                                        </p:attrNameLst>
                                      </p:cBhvr>
                                      <p:to>
                                        <p:strVal val="visible"/>
                                      </p:to>
                                    </p:set>
                                    <p:anim calcmode="lin" valueType="num">
                                      <p:cBhvr>
                                        <p:cTn id="56" dur="500" fill="hold"/>
                                        <p:tgtEl>
                                          <p:spTgt spid="24"/>
                                        </p:tgtEl>
                                        <p:attrNameLst>
                                          <p:attrName>ppt_w</p:attrName>
                                        </p:attrNameLst>
                                      </p:cBhvr>
                                      <p:tavLst>
                                        <p:tav tm="0">
                                          <p:val>
                                            <p:fltVal val="0"/>
                                          </p:val>
                                        </p:tav>
                                        <p:tav tm="100000">
                                          <p:val>
                                            <p:strVal val="#ppt_w"/>
                                          </p:val>
                                        </p:tav>
                                      </p:tavLst>
                                    </p:anim>
                                    <p:anim calcmode="lin" valueType="num">
                                      <p:cBhvr>
                                        <p:cTn id="57" dur="500" fill="hold"/>
                                        <p:tgtEl>
                                          <p:spTgt spid="24"/>
                                        </p:tgtEl>
                                        <p:attrNameLst>
                                          <p:attrName>ppt_h</p:attrName>
                                        </p:attrNameLst>
                                      </p:cBhvr>
                                      <p:tavLst>
                                        <p:tav tm="0">
                                          <p:val>
                                            <p:fltVal val="0"/>
                                          </p:val>
                                        </p:tav>
                                        <p:tav tm="100000">
                                          <p:val>
                                            <p:strVal val="#ppt_h"/>
                                          </p:val>
                                        </p:tav>
                                      </p:tavLst>
                                    </p:anim>
                                    <p:anim calcmode="lin" valueType="num">
                                      <p:cBhvr>
                                        <p:cTn id="58" dur="500" fill="hold"/>
                                        <p:tgtEl>
                                          <p:spTgt spid="24"/>
                                        </p:tgtEl>
                                        <p:attrNameLst>
                                          <p:attrName>ppt_x</p:attrName>
                                        </p:attrNameLst>
                                      </p:cBhvr>
                                      <p:tavLst>
                                        <p:tav tm="0">
                                          <p:val>
                                            <p:fltVal val="0.5"/>
                                          </p:val>
                                        </p:tav>
                                        <p:tav tm="100000">
                                          <p:val>
                                            <p:strVal val="#ppt_x"/>
                                          </p:val>
                                        </p:tav>
                                      </p:tavLst>
                                    </p:anim>
                                    <p:anim calcmode="lin" valueType="num">
                                      <p:cBhvr>
                                        <p:cTn id="59" dur="500" fill="hold"/>
                                        <p:tgtEl>
                                          <p:spTgt spid="24"/>
                                        </p:tgtEl>
                                        <p:attrNameLst>
                                          <p:attrName>ppt_y</p:attrName>
                                        </p:attrNameLst>
                                      </p:cBhvr>
                                      <p:tavLst>
                                        <p:tav tm="0">
                                          <p:val>
                                            <p:fltVal val="0.5"/>
                                          </p:val>
                                        </p:tav>
                                        <p:tav tm="100000">
                                          <p:val>
                                            <p:strVal val="#ppt_y"/>
                                          </p:val>
                                        </p:tav>
                                      </p:tavLst>
                                    </p:anim>
                                  </p:childTnLst>
                                </p:cTn>
                              </p:par>
                              <p:par>
                                <p:cTn id="60" presetID="23" presetClass="entr" presetSubtype="528" fill="hold" nodeType="withEffect">
                                  <p:stCondLst>
                                    <p:cond delay="300"/>
                                  </p:stCondLst>
                                  <p:childTnLst>
                                    <p:set>
                                      <p:cBhvr>
                                        <p:cTn id="61" dur="1" fill="hold">
                                          <p:stCondLst>
                                            <p:cond delay="0"/>
                                          </p:stCondLst>
                                        </p:cTn>
                                        <p:tgtEl>
                                          <p:spTgt spid="27"/>
                                        </p:tgtEl>
                                        <p:attrNameLst>
                                          <p:attrName>style.visibility</p:attrName>
                                        </p:attrNameLst>
                                      </p:cBhvr>
                                      <p:to>
                                        <p:strVal val="visible"/>
                                      </p:to>
                                    </p:set>
                                    <p:anim calcmode="lin" valueType="num">
                                      <p:cBhvr>
                                        <p:cTn id="62" dur="500" fill="hold"/>
                                        <p:tgtEl>
                                          <p:spTgt spid="27"/>
                                        </p:tgtEl>
                                        <p:attrNameLst>
                                          <p:attrName>ppt_w</p:attrName>
                                        </p:attrNameLst>
                                      </p:cBhvr>
                                      <p:tavLst>
                                        <p:tav tm="0">
                                          <p:val>
                                            <p:fltVal val="0"/>
                                          </p:val>
                                        </p:tav>
                                        <p:tav tm="100000">
                                          <p:val>
                                            <p:strVal val="#ppt_w"/>
                                          </p:val>
                                        </p:tav>
                                      </p:tavLst>
                                    </p:anim>
                                    <p:anim calcmode="lin" valueType="num">
                                      <p:cBhvr>
                                        <p:cTn id="63" dur="500" fill="hold"/>
                                        <p:tgtEl>
                                          <p:spTgt spid="27"/>
                                        </p:tgtEl>
                                        <p:attrNameLst>
                                          <p:attrName>ppt_h</p:attrName>
                                        </p:attrNameLst>
                                      </p:cBhvr>
                                      <p:tavLst>
                                        <p:tav tm="0">
                                          <p:val>
                                            <p:fltVal val="0"/>
                                          </p:val>
                                        </p:tav>
                                        <p:tav tm="100000">
                                          <p:val>
                                            <p:strVal val="#ppt_h"/>
                                          </p:val>
                                        </p:tav>
                                      </p:tavLst>
                                    </p:anim>
                                    <p:anim calcmode="lin" valueType="num">
                                      <p:cBhvr>
                                        <p:cTn id="64" dur="500" fill="hold"/>
                                        <p:tgtEl>
                                          <p:spTgt spid="27"/>
                                        </p:tgtEl>
                                        <p:attrNameLst>
                                          <p:attrName>ppt_x</p:attrName>
                                        </p:attrNameLst>
                                      </p:cBhvr>
                                      <p:tavLst>
                                        <p:tav tm="0">
                                          <p:val>
                                            <p:fltVal val="0.5"/>
                                          </p:val>
                                        </p:tav>
                                        <p:tav tm="100000">
                                          <p:val>
                                            <p:strVal val="#ppt_x"/>
                                          </p:val>
                                        </p:tav>
                                      </p:tavLst>
                                    </p:anim>
                                    <p:anim calcmode="lin" valueType="num">
                                      <p:cBhvr>
                                        <p:cTn id="65" dur="500" fill="hold"/>
                                        <p:tgtEl>
                                          <p:spTgt spid="27"/>
                                        </p:tgtEl>
                                        <p:attrNameLst>
                                          <p:attrName>ppt_y</p:attrName>
                                        </p:attrNameLst>
                                      </p:cBhvr>
                                      <p:tavLst>
                                        <p:tav tm="0">
                                          <p:val>
                                            <p:fltVal val="0.5"/>
                                          </p:val>
                                        </p:tav>
                                        <p:tav tm="100000">
                                          <p:val>
                                            <p:strVal val="#ppt_y"/>
                                          </p:val>
                                        </p:tav>
                                      </p:tavLst>
                                    </p:anim>
                                  </p:childTnLst>
                                </p:cTn>
                              </p:par>
                              <p:par>
                                <p:cTn id="66" presetID="23" presetClass="entr" presetSubtype="528" fill="hold" nodeType="withEffect">
                                  <p:stCondLst>
                                    <p:cond delay="300"/>
                                  </p:stCondLst>
                                  <p:childTnLst>
                                    <p:set>
                                      <p:cBhvr>
                                        <p:cTn id="67" dur="1" fill="hold">
                                          <p:stCondLst>
                                            <p:cond delay="0"/>
                                          </p:stCondLst>
                                        </p:cTn>
                                        <p:tgtEl>
                                          <p:spTgt spid="30"/>
                                        </p:tgtEl>
                                        <p:attrNameLst>
                                          <p:attrName>style.visibility</p:attrName>
                                        </p:attrNameLst>
                                      </p:cBhvr>
                                      <p:to>
                                        <p:strVal val="visible"/>
                                      </p:to>
                                    </p:set>
                                    <p:anim calcmode="lin" valueType="num">
                                      <p:cBhvr>
                                        <p:cTn id="68" dur="500" fill="hold"/>
                                        <p:tgtEl>
                                          <p:spTgt spid="30"/>
                                        </p:tgtEl>
                                        <p:attrNameLst>
                                          <p:attrName>ppt_w</p:attrName>
                                        </p:attrNameLst>
                                      </p:cBhvr>
                                      <p:tavLst>
                                        <p:tav tm="0">
                                          <p:val>
                                            <p:fltVal val="0"/>
                                          </p:val>
                                        </p:tav>
                                        <p:tav tm="100000">
                                          <p:val>
                                            <p:strVal val="#ppt_w"/>
                                          </p:val>
                                        </p:tav>
                                      </p:tavLst>
                                    </p:anim>
                                    <p:anim calcmode="lin" valueType="num">
                                      <p:cBhvr>
                                        <p:cTn id="69" dur="500" fill="hold"/>
                                        <p:tgtEl>
                                          <p:spTgt spid="30"/>
                                        </p:tgtEl>
                                        <p:attrNameLst>
                                          <p:attrName>ppt_h</p:attrName>
                                        </p:attrNameLst>
                                      </p:cBhvr>
                                      <p:tavLst>
                                        <p:tav tm="0">
                                          <p:val>
                                            <p:fltVal val="0"/>
                                          </p:val>
                                        </p:tav>
                                        <p:tav tm="100000">
                                          <p:val>
                                            <p:strVal val="#ppt_h"/>
                                          </p:val>
                                        </p:tav>
                                      </p:tavLst>
                                    </p:anim>
                                    <p:anim calcmode="lin" valueType="num">
                                      <p:cBhvr>
                                        <p:cTn id="70" dur="500" fill="hold"/>
                                        <p:tgtEl>
                                          <p:spTgt spid="30"/>
                                        </p:tgtEl>
                                        <p:attrNameLst>
                                          <p:attrName>ppt_x</p:attrName>
                                        </p:attrNameLst>
                                      </p:cBhvr>
                                      <p:tavLst>
                                        <p:tav tm="0">
                                          <p:val>
                                            <p:fltVal val="0.5"/>
                                          </p:val>
                                        </p:tav>
                                        <p:tav tm="100000">
                                          <p:val>
                                            <p:strVal val="#ppt_x"/>
                                          </p:val>
                                        </p:tav>
                                      </p:tavLst>
                                    </p:anim>
                                    <p:anim calcmode="lin" valueType="num">
                                      <p:cBhvr>
                                        <p:cTn id="71" dur="500" fill="hold"/>
                                        <p:tgtEl>
                                          <p:spTgt spid="30"/>
                                        </p:tgtEl>
                                        <p:attrNameLst>
                                          <p:attrName>ppt_y</p:attrName>
                                        </p:attrNameLst>
                                      </p:cBhvr>
                                      <p:tavLst>
                                        <p:tav tm="0">
                                          <p:val>
                                            <p:fltVal val="0.5"/>
                                          </p:val>
                                        </p:tav>
                                        <p:tav tm="100000">
                                          <p:val>
                                            <p:strVal val="#ppt_y"/>
                                          </p:val>
                                        </p:tav>
                                      </p:tavLst>
                                    </p:anim>
                                  </p:childTnLst>
                                </p:cTn>
                              </p:par>
                              <p:par>
                                <p:cTn id="72" presetID="23" presetClass="entr" presetSubtype="528" fill="hold" nodeType="withEffect">
                                  <p:stCondLst>
                                    <p:cond delay="600"/>
                                  </p:stCondLst>
                                  <p:childTnLst>
                                    <p:set>
                                      <p:cBhvr>
                                        <p:cTn id="73" dur="1" fill="hold">
                                          <p:stCondLst>
                                            <p:cond delay="0"/>
                                          </p:stCondLst>
                                        </p:cTn>
                                        <p:tgtEl>
                                          <p:spTgt spid="33"/>
                                        </p:tgtEl>
                                        <p:attrNameLst>
                                          <p:attrName>style.visibility</p:attrName>
                                        </p:attrNameLst>
                                      </p:cBhvr>
                                      <p:to>
                                        <p:strVal val="visible"/>
                                      </p:to>
                                    </p:set>
                                    <p:anim calcmode="lin" valueType="num">
                                      <p:cBhvr>
                                        <p:cTn id="74" dur="500" fill="hold"/>
                                        <p:tgtEl>
                                          <p:spTgt spid="33"/>
                                        </p:tgtEl>
                                        <p:attrNameLst>
                                          <p:attrName>ppt_w</p:attrName>
                                        </p:attrNameLst>
                                      </p:cBhvr>
                                      <p:tavLst>
                                        <p:tav tm="0">
                                          <p:val>
                                            <p:fltVal val="0"/>
                                          </p:val>
                                        </p:tav>
                                        <p:tav tm="100000">
                                          <p:val>
                                            <p:strVal val="#ppt_w"/>
                                          </p:val>
                                        </p:tav>
                                      </p:tavLst>
                                    </p:anim>
                                    <p:anim calcmode="lin" valueType="num">
                                      <p:cBhvr>
                                        <p:cTn id="75" dur="500" fill="hold"/>
                                        <p:tgtEl>
                                          <p:spTgt spid="33"/>
                                        </p:tgtEl>
                                        <p:attrNameLst>
                                          <p:attrName>ppt_h</p:attrName>
                                        </p:attrNameLst>
                                      </p:cBhvr>
                                      <p:tavLst>
                                        <p:tav tm="0">
                                          <p:val>
                                            <p:fltVal val="0"/>
                                          </p:val>
                                        </p:tav>
                                        <p:tav tm="100000">
                                          <p:val>
                                            <p:strVal val="#ppt_h"/>
                                          </p:val>
                                        </p:tav>
                                      </p:tavLst>
                                    </p:anim>
                                    <p:anim calcmode="lin" valueType="num">
                                      <p:cBhvr>
                                        <p:cTn id="76" dur="500" fill="hold"/>
                                        <p:tgtEl>
                                          <p:spTgt spid="33"/>
                                        </p:tgtEl>
                                        <p:attrNameLst>
                                          <p:attrName>ppt_x</p:attrName>
                                        </p:attrNameLst>
                                      </p:cBhvr>
                                      <p:tavLst>
                                        <p:tav tm="0">
                                          <p:val>
                                            <p:fltVal val="0.5"/>
                                          </p:val>
                                        </p:tav>
                                        <p:tav tm="100000">
                                          <p:val>
                                            <p:strVal val="#ppt_x"/>
                                          </p:val>
                                        </p:tav>
                                      </p:tavLst>
                                    </p:anim>
                                    <p:anim calcmode="lin" valueType="num">
                                      <p:cBhvr>
                                        <p:cTn id="77" dur="500" fill="hold"/>
                                        <p:tgtEl>
                                          <p:spTgt spid="33"/>
                                        </p:tgtEl>
                                        <p:attrNameLst>
                                          <p:attrName>ppt_y</p:attrName>
                                        </p:attrNameLst>
                                      </p:cBhvr>
                                      <p:tavLst>
                                        <p:tav tm="0">
                                          <p:val>
                                            <p:fltVal val="0.5"/>
                                          </p:val>
                                        </p:tav>
                                        <p:tav tm="100000">
                                          <p:val>
                                            <p:strVal val="#ppt_y"/>
                                          </p:val>
                                        </p:tav>
                                      </p:tavLst>
                                    </p:anim>
                                  </p:childTnLst>
                                </p:cTn>
                              </p:par>
                              <p:par>
                                <p:cTn id="78" presetID="23" presetClass="entr" presetSubtype="528" fill="hold" nodeType="withEffect">
                                  <p:stCondLst>
                                    <p:cond delay="600"/>
                                  </p:stCondLst>
                                  <p:childTnLst>
                                    <p:set>
                                      <p:cBhvr>
                                        <p:cTn id="79" dur="1" fill="hold">
                                          <p:stCondLst>
                                            <p:cond delay="0"/>
                                          </p:stCondLst>
                                        </p:cTn>
                                        <p:tgtEl>
                                          <p:spTgt spid="36"/>
                                        </p:tgtEl>
                                        <p:attrNameLst>
                                          <p:attrName>style.visibility</p:attrName>
                                        </p:attrNameLst>
                                      </p:cBhvr>
                                      <p:to>
                                        <p:strVal val="visible"/>
                                      </p:to>
                                    </p:set>
                                    <p:anim calcmode="lin" valueType="num">
                                      <p:cBhvr>
                                        <p:cTn id="80" dur="500" fill="hold"/>
                                        <p:tgtEl>
                                          <p:spTgt spid="36"/>
                                        </p:tgtEl>
                                        <p:attrNameLst>
                                          <p:attrName>ppt_w</p:attrName>
                                        </p:attrNameLst>
                                      </p:cBhvr>
                                      <p:tavLst>
                                        <p:tav tm="0">
                                          <p:val>
                                            <p:fltVal val="0"/>
                                          </p:val>
                                        </p:tav>
                                        <p:tav tm="100000">
                                          <p:val>
                                            <p:strVal val="#ppt_w"/>
                                          </p:val>
                                        </p:tav>
                                      </p:tavLst>
                                    </p:anim>
                                    <p:anim calcmode="lin" valueType="num">
                                      <p:cBhvr>
                                        <p:cTn id="81" dur="500" fill="hold"/>
                                        <p:tgtEl>
                                          <p:spTgt spid="36"/>
                                        </p:tgtEl>
                                        <p:attrNameLst>
                                          <p:attrName>ppt_h</p:attrName>
                                        </p:attrNameLst>
                                      </p:cBhvr>
                                      <p:tavLst>
                                        <p:tav tm="0">
                                          <p:val>
                                            <p:fltVal val="0"/>
                                          </p:val>
                                        </p:tav>
                                        <p:tav tm="100000">
                                          <p:val>
                                            <p:strVal val="#ppt_h"/>
                                          </p:val>
                                        </p:tav>
                                      </p:tavLst>
                                    </p:anim>
                                    <p:anim calcmode="lin" valueType="num">
                                      <p:cBhvr>
                                        <p:cTn id="82" dur="500" fill="hold"/>
                                        <p:tgtEl>
                                          <p:spTgt spid="36"/>
                                        </p:tgtEl>
                                        <p:attrNameLst>
                                          <p:attrName>ppt_x</p:attrName>
                                        </p:attrNameLst>
                                      </p:cBhvr>
                                      <p:tavLst>
                                        <p:tav tm="0">
                                          <p:val>
                                            <p:fltVal val="0.5"/>
                                          </p:val>
                                        </p:tav>
                                        <p:tav tm="100000">
                                          <p:val>
                                            <p:strVal val="#ppt_x"/>
                                          </p:val>
                                        </p:tav>
                                      </p:tavLst>
                                    </p:anim>
                                    <p:anim calcmode="lin" valueType="num">
                                      <p:cBhvr>
                                        <p:cTn id="83" dur="500" fill="hold"/>
                                        <p:tgtEl>
                                          <p:spTgt spid="36"/>
                                        </p:tgtEl>
                                        <p:attrNameLst>
                                          <p:attrName>ppt_y</p:attrName>
                                        </p:attrNameLst>
                                      </p:cBhvr>
                                      <p:tavLst>
                                        <p:tav tm="0">
                                          <p:val>
                                            <p:fltVal val="0.5"/>
                                          </p:val>
                                        </p:tav>
                                        <p:tav tm="100000">
                                          <p:val>
                                            <p:strVal val="#ppt_y"/>
                                          </p:val>
                                        </p:tav>
                                      </p:tavLst>
                                    </p:anim>
                                  </p:childTnLst>
                                </p:cTn>
                              </p:par>
                              <p:par>
                                <p:cTn id="84" presetID="23" presetClass="entr" presetSubtype="528" fill="hold" nodeType="withEffect">
                                  <p:stCondLst>
                                    <p:cond delay="300"/>
                                  </p:stCondLst>
                                  <p:childTnLst>
                                    <p:set>
                                      <p:cBhvr>
                                        <p:cTn id="85" dur="1" fill="hold">
                                          <p:stCondLst>
                                            <p:cond delay="0"/>
                                          </p:stCondLst>
                                        </p:cTn>
                                        <p:tgtEl>
                                          <p:spTgt spid="39"/>
                                        </p:tgtEl>
                                        <p:attrNameLst>
                                          <p:attrName>style.visibility</p:attrName>
                                        </p:attrNameLst>
                                      </p:cBhvr>
                                      <p:to>
                                        <p:strVal val="visible"/>
                                      </p:to>
                                    </p:set>
                                    <p:anim calcmode="lin" valueType="num">
                                      <p:cBhvr>
                                        <p:cTn id="86" dur="500" fill="hold"/>
                                        <p:tgtEl>
                                          <p:spTgt spid="39"/>
                                        </p:tgtEl>
                                        <p:attrNameLst>
                                          <p:attrName>ppt_w</p:attrName>
                                        </p:attrNameLst>
                                      </p:cBhvr>
                                      <p:tavLst>
                                        <p:tav tm="0">
                                          <p:val>
                                            <p:fltVal val="0"/>
                                          </p:val>
                                        </p:tav>
                                        <p:tav tm="100000">
                                          <p:val>
                                            <p:strVal val="#ppt_w"/>
                                          </p:val>
                                        </p:tav>
                                      </p:tavLst>
                                    </p:anim>
                                    <p:anim calcmode="lin" valueType="num">
                                      <p:cBhvr>
                                        <p:cTn id="87" dur="500" fill="hold"/>
                                        <p:tgtEl>
                                          <p:spTgt spid="39"/>
                                        </p:tgtEl>
                                        <p:attrNameLst>
                                          <p:attrName>ppt_h</p:attrName>
                                        </p:attrNameLst>
                                      </p:cBhvr>
                                      <p:tavLst>
                                        <p:tav tm="0">
                                          <p:val>
                                            <p:fltVal val="0"/>
                                          </p:val>
                                        </p:tav>
                                        <p:tav tm="100000">
                                          <p:val>
                                            <p:strVal val="#ppt_h"/>
                                          </p:val>
                                        </p:tav>
                                      </p:tavLst>
                                    </p:anim>
                                    <p:anim calcmode="lin" valueType="num">
                                      <p:cBhvr>
                                        <p:cTn id="88" dur="500" fill="hold"/>
                                        <p:tgtEl>
                                          <p:spTgt spid="39"/>
                                        </p:tgtEl>
                                        <p:attrNameLst>
                                          <p:attrName>ppt_x</p:attrName>
                                        </p:attrNameLst>
                                      </p:cBhvr>
                                      <p:tavLst>
                                        <p:tav tm="0">
                                          <p:val>
                                            <p:fltVal val="0.5"/>
                                          </p:val>
                                        </p:tav>
                                        <p:tav tm="100000">
                                          <p:val>
                                            <p:strVal val="#ppt_x"/>
                                          </p:val>
                                        </p:tav>
                                      </p:tavLst>
                                    </p:anim>
                                    <p:anim calcmode="lin" valueType="num">
                                      <p:cBhvr>
                                        <p:cTn id="89" dur="500" fill="hold"/>
                                        <p:tgtEl>
                                          <p:spTgt spid="39"/>
                                        </p:tgtEl>
                                        <p:attrNameLst>
                                          <p:attrName>ppt_y</p:attrName>
                                        </p:attrNameLst>
                                      </p:cBhvr>
                                      <p:tavLst>
                                        <p:tav tm="0">
                                          <p:val>
                                            <p:fltVal val="0.5"/>
                                          </p:val>
                                        </p:tav>
                                        <p:tav tm="100000">
                                          <p:val>
                                            <p:strVal val="#ppt_y"/>
                                          </p:val>
                                        </p:tav>
                                      </p:tavLst>
                                    </p:anim>
                                  </p:childTnLst>
                                </p:cTn>
                              </p:par>
                              <p:par>
                                <p:cTn id="90" presetID="23" presetClass="entr" presetSubtype="528" fill="hold" nodeType="withEffect">
                                  <p:stCondLst>
                                    <p:cond delay="600"/>
                                  </p:stCondLst>
                                  <p:childTnLst>
                                    <p:set>
                                      <p:cBhvr>
                                        <p:cTn id="91" dur="1" fill="hold">
                                          <p:stCondLst>
                                            <p:cond delay="0"/>
                                          </p:stCondLst>
                                        </p:cTn>
                                        <p:tgtEl>
                                          <p:spTgt spid="42"/>
                                        </p:tgtEl>
                                        <p:attrNameLst>
                                          <p:attrName>style.visibility</p:attrName>
                                        </p:attrNameLst>
                                      </p:cBhvr>
                                      <p:to>
                                        <p:strVal val="visible"/>
                                      </p:to>
                                    </p:set>
                                    <p:anim calcmode="lin" valueType="num">
                                      <p:cBhvr>
                                        <p:cTn id="92" dur="500" fill="hold"/>
                                        <p:tgtEl>
                                          <p:spTgt spid="42"/>
                                        </p:tgtEl>
                                        <p:attrNameLst>
                                          <p:attrName>ppt_w</p:attrName>
                                        </p:attrNameLst>
                                      </p:cBhvr>
                                      <p:tavLst>
                                        <p:tav tm="0">
                                          <p:val>
                                            <p:fltVal val="0"/>
                                          </p:val>
                                        </p:tav>
                                        <p:tav tm="100000">
                                          <p:val>
                                            <p:strVal val="#ppt_w"/>
                                          </p:val>
                                        </p:tav>
                                      </p:tavLst>
                                    </p:anim>
                                    <p:anim calcmode="lin" valueType="num">
                                      <p:cBhvr>
                                        <p:cTn id="93" dur="500" fill="hold"/>
                                        <p:tgtEl>
                                          <p:spTgt spid="42"/>
                                        </p:tgtEl>
                                        <p:attrNameLst>
                                          <p:attrName>ppt_h</p:attrName>
                                        </p:attrNameLst>
                                      </p:cBhvr>
                                      <p:tavLst>
                                        <p:tav tm="0">
                                          <p:val>
                                            <p:fltVal val="0"/>
                                          </p:val>
                                        </p:tav>
                                        <p:tav tm="100000">
                                          <p:val>
                                            <p:strVal val="#ppt_h"/>
                                          </p:val>
                                        </p:tav>
                                      </p:tavLst>
                                    </p:anim>
                                    <p:anim calcmode="lin" valueType="num">
                                      <p:cBhvr>
                                        <p:cTn id="94" dur="500" fill="hold"/>
                                        <p:tgtEl>
                                          <p:spTgt spid="42"/>
                                        </p:tgtEl>
                                        <p:attrNameLst>
                                          <p:attrName>ppt_x</p:attrName>
                                        </p:attrNameLst>
                                      </p:cBhvr>
                                      <p:tavLst>
                                        <p:tav tm="0">
                                          <p:val>
                                            <p:fltVal val="0.5"/>
                                          </p:val>
                                        </p:tav>
                                        <p:tav tm="100000">
                                          <p:val>
                                            <p:strVal val="#ppt_x"/>
                                          </p:val>
                                        </p:tav>
                                      </p:tavLst>
                                    </p:anim>
                                    <p:anim calcmode="lin" valueType="num">
                                      <p:cBhvr>
                                        <p:cTn id="95" dur="500" fill="hold"/>
                                        <p:tgtEl>
                                          <p:spTgt spid="42"/>
                                        </p:tgtEl>
                                        <p:attrNameLst>
                                          <p:attrName>ppt_y</p:attrName>
                                        </p:attrNameLst>
                                      </p:cBhvr>
                                      <p:tavLst>
                                        <p:tav tm="0">
                                          <p:val>
                                            <p:fltVal val="0.5"/>
                                          </p:val>
                                        </p:tav>
                                        <p:tav tm="100000">
                                          <p:val>
                                            <p:strVal val="#ppt_y"/>
                                          </p:val>
                                        </p:tav>
                                      </p:tavLst>
                                    </p:anim>
                                  </p:childTnLst>
                                </p:cTn>
                              </p:par>
                              <p:par>
                                <p:cTn id="96" presetID="23" presetClass="entr" presetSubtype="528" fill="hold" nodeType="withEffect">
                                  <p:stCondLst>
                                    <p:cond delay="600"/>
                                  </p:stCondLst>
                                  <p:childTnLst>
                                    <p:set>
                                      <p:cBhvr>
                                        <p:cTn id="97" dur="1" fill="hold">
                                          <p:stCondLst>
                                            <p:cond delay="0"/>
                                          </p:stCondLst>
                                        </p:cTn>
                                        <p:tgtEl>
                                          <p:spTgt spid="45"/>
                                        </p:tgtEl>
                                        <p:attrNameLst>
                                          <p:attrName>style.visibility</p:attrName>
                                        </p:attrNameLst>
                                      </p:cBhvr>
                                      <p:to>
                                        <p:strVal val="visible"/>
                                      </p:to>
                                    </p:set>
                                    <p:anim calcmode="lin" valueType="num">
                                      <p:cBhvr>
                                        <p:cTn id="98" dur="500" fill="hold"/>
                                        <p:tgtEl>
                                          <p:spTgt spid="45"/>
                                        </p:tgtEl>
                                        <p:attrNameLst>
                                          <p:attrName>ppt_w</p:attrName>
                                        </p:attrNameLst>
                                      </p:cBhvr>
                                      <p:tavLst>
                                        <p:tav tm="0">
                                          <p:val>
                                            <p:fltVal val="0"/>
                                          </p:val>
                                        </p:tav>
                                        <p:tav tm="100000">
                                          <p:val>
                                            <p:strVal val="#ppt_w"/>
                                          </p:val>
                                        </p:tav>
                                      </p:tavLst>
                                    </p:anim>
                                    <p:anim calcmode="lin" valueType="num">
                                      <p:cBhvr>
                                        <p:cTn id="99" dur="500" fill="hold"/>
                                        <p:tgtEl>
                                          <p:spTgt spid="45"/>
                                        </p:tgtEl>
                                        <p:attrNameLst>
                                          <p:attrName>ppt_h</p:attrName>
                                        </p:attrNameLst>
                                      </p:cBhvr>
                                      <p:tavLst>
                                        <p:tav tm="0">
                                          <p:val>
                                            <p:fltVal val="0"/>
                                          </p:val>
                                        </p:tav>
                                        <p:tav tm="100000">
                                          <p:val>
                                            <p:strVal val="#ppt_h"/>
                                          </p:val>
                                        </p:tav>
                                      </p:tavLst>
                                    </p:anim>
                                    <p:anim calcmode="lin" valueType="num">
                                      <p:cBhvr>
                                        <p:cTn id="100" dur="500" fill="hold"/>
                                        <p:tgtEl>
                                          <p:spTgt spid="45"/>
                                        </p:tgtEl>
                                        <p:attrNameLst>
                                          <p:attrName>ppt_x</p:attrName>
                                        </p:attrNameLst>
                                      </p:cBhvr>
                                      <p:tavLst>
                                        <p:tav tm="0">
                                          <p:val>
                                            <p:fltVal val="0.5"/>
                                          </p:val>
                                        </p:tav>
                                        <p:tav tm="100000">
                                          <p:val>
                                            <p:strVal val="#ppt_x"/>
                                          </p:val>
                                        </p:tav>
                                      </p:tavLst>
                                    </p:anim>
                                    <p:anim calcmode="lin" valueType="num">
                                      <p:cBhvr>
                                        <p:cTn id="101" dur="500" fill="hold"/>
                                        <p:tgtEl>
                                          <p:spTgt spid="45"/>
                                        </p:tgtEl>
                                        <p:attrNameLst>
                                          <p:attrName>ppt_y</p:attrName>
                                        </p:attrNameLst>
                                      </p:cBhvr>
                                      <p:tavLst>
                                        <p:tav tm="0">
                                          <p:val>
                                            <p:fltVal val="0.5"/>
                                          </p:val>
                                        </p:tav>
                                        <p:tav tm="100000">
                                          <p:val>
                                            <p:strVal val="#ppt_y"/>
                                          </p:val>
                                        </p:tav>
                                      </p:tavLst>
                                    </p:anim>
                                  </p:childTnLst>
                                </p:cTn>
                              </p:par>
                              <p:par>
                                <p:cTn id="102" presetID="26" presetClass="emph" presetSubtype="0" repeatCount="3000" fill="hold" nodeType="withEffect">
                                  <p:stCondLst>
                                    <p:cond delay="600"/>
                                  </p:stCondLst>
                                  <p:childTnLst>
                                    <p:animEffect transition="out" filter="fade">
                                      <p:cBhvr>
                                        <p:cTn id="103" dur="500" tmFilter="0, 0; .2, .5; .8, .5; 1, 0"/>
                                        <p:tgtEl>
                                          <p:spTgt spid="8"/>
                                        </p:tgtEl>
                                      </p:cBhvr>
                                    </p:animEffect>
                                    <p:animScale>
                                      <p:cBhvr>
                                        <p:cTn id="104" dur="250" autoRev="1" fill="hold"/>
                                        <p:tgtEl>
                                          <p:spTgt spid="8"/>
                                        </p:tgtEl>
                                      </p:cBhvr>
                                      <p:by x="105000" y="105000"/>
                                    </p:animScale>
                                  </p:childTnLst>
                                </p:cTn>
                              </p:par>
                              <p:par>
                                <p:cTn id="105" presetID="26" presetClass="emph" presetSubtype="0" repeatCount="3000" fill="hold" nodeType="withEffect">
                                  <p:stCondLst>
                                    <p:cond delay="710"/>
                                  </p:stCondLst>
                                  <p:childTnLst>
                                    <p:animEffect transition="out" filter="fade">
                                      <p:cBhvr>
                                        <p:cTn id="106" dur="500" tmFilter="0, 0; .2, .5; .8, .5; 1, 0"/>
                                        <p:tgtEl>
                                          <p:spTgt spid="30"/>
                                        </p:tgtEl>
                                      </p:cBhvr>
                                    </p:animEffect>
                                    <p:animScale>
                                      <p:cBhvr>
                                        <p:cTn id="107" dur="250" autoRev="1" fill="hold"/>
                                        <p:tgtEl>
                                          <p:spTgt spid="30"/>
                                        </p:tgtEl>
                                      </p:cBhvr>
                                      <p:by x="105000" y="105000"/>
                                    </p:animScale>
                                  </p:childTnLst>
                                </p:cTn>
                              </p:par>
                              <p:par>
                                <p:cTn id="108" presetID="26" presetClass="emph" presetSubtype="0" repeatCount="3000" fill="hold" nodeType="withEffect">
                                  <p:stCondLst>
                                    <p:cond delay="410"/>
                                  </p:stCondLst>
                                  <p:childTnLst>
                                    <p:animEffect transition="out" filter="fade">
                                      <p:cBhvr>
                                        <p:cTn id="109" dur="500" tmFilter="0, 0; .2, .5; .8, .5; 1, 0"/>
                                        <p:tgtEl>
                                          <p:spTgt spid="36"/>
                                        </p:tgtEl>
                                      </p:cBhvr>
                                    </p:animEffect>
                                    <p:animScale>
                                      <p:cBhvr>
                                        <p:cTn id="110" dur="250" autoRev="1" fill="hold"/>
                                        <p:tgtEl>
                                          <p:spTgt spid="36"/>
                                        </p:tgtEl>
                                      </p:cBhvr>
                                      <p:by x="105000" y="105000"/>
                                    </p:animScale>
                                  </p:childTnLst>
                                </p:cTn>
                              </p:par>
                              <p:par>
                                <p:cTn id="111" presetID="26" presetClass="emph" presetSubtype="0" repeatCount="3000" fill="hold" nodeType="withEffect">
                                  <p:stCondLst>
                                    <p:cond delay="810"/>
                                  </p:stCondLst>
                                  <p:childTnLst>
                                    <p:animEffect transition="out" filter="fade">
                                      <p:cBhvr>
                                        <p:cTn id="112" dur="500" tmFilter="0, 0; .2, .5; .8, .5; 1, 0"/>
                                        <p:tgtEl>
                                          <p:spTgt spid="39"/>
                                        </p:tgtEl>
                                      </p:cBhvr>
                                    </p:animEffect>
                                    <p:animScale>
                                      <p:cBhvr>
                                        <p:cTn id="113" dur="250" autoRev="1" fill="hold"/>
                                        <p:tgtEl>
                                          <p:spTgt spid="39"/>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5"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1" name="直接连接符 70"/>
          <p:cNvCxnSpPr/>
          <p:nvPr/>
        </p:nvCxnSpPr>
        <p:spPr>
          <a:xfrm>
            <a:off x="515257" y="624114"/>
            <a:ext cx="8113486" cy="0"/>
          </a:xfrm>
          <a:prstGeom prst="line">
            <a:avLst/>
          </a:prstGeom>
          <a:ln w="12700">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72" name="椭圆 71"/>
          <p:cNvSpPr/>
          <p:nvPr/>
        </p:nvSpPr>
        <p:spPr>
          <a:xfrm>
            <a:off x="646880" y="242192"/>
            <a:ext cx="274777" cy="274777"/>
          </a:xfrm>
          <a:prstGeom prst="ellipse">
            <a:avLst/>
          </a:prstGeom>
          <a:solidFill>
            <a:srgbClr val="679E2A"/>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pitchFamily="34" charset="-122"/>
            </a:endParaRPr>
          </a:p>
        </p:txBody>
      </p:sp>
      <p:sp>
        <p:nvSpPr>
          <p:cNvPr id="73" name="TextBox 72"/>
          <p:cNvSpPr txBox="1"/>
          <p:nvPr/>
        </p:nvSpPr>
        <p:spPr>
          <a:xfrm>
            <a:off x="908957" y="206330"/>
            <a:ext cx="1364476" cy="400110"/>
          </a:xfrm>
          <a:prstGeom prst="rect">
            <a:avLst/>
          </a:prstGeom>
          <a:noFill/>
        </p:spPr>
        <p:txBody>
          <a:bodyPr wrap="none" rtlCol="0">
            <a:spAutoFit/>
          </a:bodyPr>
          <a:lstStyle/>
          <a:p>
            <a:r>
              <a:rPr lang="zh-CN" altLang="en-US" sz="2000" spc="300" dirty="0">
                <a:solidFill>
                  <a:schemeClr val="tx1">
                    <a:lumMod val="65000"/>
                    <a:lumOff val="35000"/>
                  </a:schemeClr>
                </a:solidFill>
                <a:latin typeface="微软雅黑" panose="020B0503020204020204" pitchFamily="34" charset="-122"/>
                <a:ea typeface="微软雅黑" panose="020B0503020204020204" pitchFamily="34" charset="-122"/>
              </a:rPr>
              <a:t>选题背景</a:t>
            </a:r>
            <a:endParaRPr lang="zh-CN" altLang="en-US" sz="2000" spc="3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74" name="TextBox 73"/>
          <p:cNvSpPr txBox="1"/>
          <p:nvPr/>
        </p:nvSpPr>
        <p:spPr>
          <a:xfrm>
            <a:off x="2390916" y="237108"/>
            <a:ext cx="1890967" cy="338554"/>
          </a:xfrm>
          <a:prstGeom prst="rect">
            <a:avLst/>
          </a:prstGeom>
          <a:noFill/>
        </p:spPr>
        <p:txBody>
          <a:bodyPr wrap="none" rtlCol="0">
            <a:spAutoFit/>
          </a:bodyPr>
          <a:lstStyle/>
          <a:p>
            <a:r>
              <a:rPr lang="en-US" altLang="zh-CN" sz="1600" dirty="0">
                <a:solidFill>
                  <a:schemeClr val="tx1">
                    <a:lumMod val="50000"/>
                    <a:lumOff val="50000"/>
                  </a:schemeClr>
                </a:solidFill>
                <a:latin typeface="微软雅黑" panose="020B0503020204020204" pitchFamily="34" charset="-122"/>
                <a:ea typeface="微软雅黑" panose="020B0503020204020204" pitchFamily="34" charset="-122"/>
              </a:rPr>
              <a:t>RESEARCH IDEAS</a:t>
            </a:r>
            <a:endParaRPr lang="zh-CN" altLang="en-US" sz="1600" dirty="0">
              <a:solidFill>
                <a:schemeClr val="tx1">
                  <a:lumMod val="50000"/>
                  <a:lumOff val="50000"/>
                </a:schemeClr>
              </a:solidFill>
              <a:latin typeface="微软雅黑" panose="020B0503020204020204" pitchFamily="34" charset="-122"/>
              <a:ea typeface="微软雅黑" panose="020B0503020204020204" pitchFamily="34" charset="-122"/>
            </a:endParaRPr>
          </a:p>
        </p:txBody>
      </p:sp>
      <p:cxnSp>
        <p:nvCxnSpPr>
          <p:cNvPr id="75" name="直接连接符 74"/>
          <p:cNvCxnSpPr/>
          <p:nvPr/>
        </p:nvCxnSpPr>
        <p:spPr>
          <a:xfrm>
            <a:off x="2332175" y="302089"/>
            <a:ext cx="0" cy="208592"/>
          </a:xfrm>
          <a:prstGeom prst="line">
            <a:avLst/>
          </a:prstGeom>
          <a:ln w="190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34" name="TextBox 41"/>
          <p:cNvSpPr>
            <a:spLocks noChangeArrowheads="1"/>
          </p:cNvSpPr>
          <p:nvPr/>
        </p:nvSpPr>
        <p:spPr bwMode="auto">
          <a:xfrm>
            <a:off x="1403350" y="1450975"/>
            <a:ext cx="6662420" cy="1830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r>
              <a:rPr lang="zh-CN" altLang="en-US" sz="1400" dirty="0">
                <a:solidFill>
                  <a:schemeClr val="tx1">
                    <a:lumMod val="65000"/>
                    <a:lumOff val="35000"/>
                  </a:schemeClr>
                </a:solidFill>
                <a:latin typeface="微软雅黑" panose="020B0503020204020204" pitchFamily="34" charset="-122"/>
                <a:ea typeface="微软雅黑" panose="020B0503020204020204" pitchFamily="34" charset="-122"/>
                <a:sym typeface="微软雅黑" panose="020B0503020204020204" pitchFamily="34" charset="-122"/>
              </a:rPr>
              <a:t>随着在线服务的迅猛发展，越来越多的网站、应用、企业系统相继上线，人们不得不为每一个服务单独创建账号。</a:t>
            </a:r>
            <a:endParaRPr lang="zh-CN" altLang="en-US" sz="1400" dirty="0">
              <a:solidFill>
                <a:schemeClr val="tx1">
                  <a:lumMod val="65000"/>
                  <a:lumOff val="35000"/>
                </a:schemeClr>
              </a:solidFill>
              <a:latin typeface="微软雅黑" panose="020B0503020204020204" pitchFamily="34" charset="-122"/>
              <a:ea typeface="微软雅黑" panose="020B0503020204020204" pitchFamily="34" charset="-122"/>
              <a:sym typeface="微软雅黑" panose="020B0503020204020204" pitchFamily="34" charset="-122"/>
            </a:endParaRPr>
          </a:p>
          <a:p>
            <a:endParaRPr lang="zh-CN" altLang="en-US" sz="1400" dirty="0">
              <a:solidFill>
                <a:schemeClr val="tx1">
                  <a:lumMod val="65000"/>
                  <a:lumOff val="35000"/>
                </a:schemeClr>
              </a:solidFill>
              <a:latin typeface="微软雅黑" panose="020B0503020204020204" pitchFamily="34" charset="-122"/>
              <a:ea typeface="微软雅黑" panose="020B0503020204020204" pitchFamily="34" charset="-122"/>
              <a:sym typeface="微软雅黑" panose="020B0503020204020204" pitchFamily="34" charset="-122"/>
            </a:endParaRPr>
          </a:p>
          <a:p>
            <a:r>
              <a:rPr lang="zh-CN" altLang="en-US" sz="1400" dirty="0">
                <a:solidFill>
                  <a:schemeClr val="tx1">
                    <a:lumMod val="65000"/>
                    <a:lumOff val="35000"/>
                  </a:schemeClr>
                </a:solidFill>
                <a:latin typeface="微软雅黑" panose="020B0503020204020204" pitchFamily="34" charset="-122"/>
                <a:ea typeface="微软雅黑" panose="020B0503020204020204" pitchFamily="34" charset="-122"/>
                <a:sym typeface="微软雅黑" panose="020B0503020204020204" pitchFamily="34" charset="-122"/>
              </a:rPr>
              <a:t>在这样的背景下，单点登录（</a:t>
            </a:r>
            <a:r>
              <a:rPr lang="en-US" altLang="zh-CN" sz="1400" dirty="0">
                <a:solidFill>
                  <a:schemeClr val="tx1">
                    <a:lumMod val="65000"/>
                    <a:lumOff val="35000"/>
                  </a:schemeClr>
                </a:solidFill>
                <a:latin typeface="微软雅黑" panose="020B0503020204020204" pitchFamily="34" charset="-122"/>
                <a:ea typeface="微软雅黑" panose="020B0503020204020204" pitchFamily="34" charset="-122"/>
                <a:sym typeface="微软雅黑" panose="020B0503020204020204" pitchFamily="34" charset="-122"/>
              </a:rPr>
              <a:t>Single Sign-On</a:t>
            </a:r>
            <a:r>
              <a:rPr lang="zh-CN" altLang="en-US" sz="1400" dirty="0">
                <a:solidFill>
                  <a:schemeClr val="tx1">
                    <a:lumMod val="65000"/>
                    <a:lumOff val="35000"/>
                  </a:schemeClr>
                </a:solidFill>
                <a:latin typeface="微软雅黑" panose="020B0503020204020204" pitchFamily="34" charset="-122"/>
                <a:ea typeface="微软雅黑" panose="020B0503020204020204" pitchFamily="34" charset="-122"/>
                <a:sym typeface="微软雅黑" panose="020B0503020204020204" pitchFamily="34" charset="-122"/>
              </a:rPr>
              <a:t>，</a:t>
            </a:r>
            <a:r>
              <a:rPr lang="en-US" altLang="zh-CN" sz="1400" dirty="0">
                <a:solidFill>
                  <a:schemeClr val="tx1">
                    <a:lumMod val="65000"/>
                    <a:lumOff val="35000"/>
                  </a:schemeClr>
                </a:solidFill>
                <a:latin typeface="微软雅黑" panose="020B0503020204020204" pitchFamily="34" charset="-122"/>
                <a:ea typeface="微软雅黑" panose="020B0503020204020204" pitchFamily="34" charset="-122"/>
                <a:sym typeface="微软雅黑" panose="020B0503020204020204" pitchFamily="34" charset="-122"/>
              </a:rPr>
              <a:t>SSO</a:t>
            </a:r>
            <a:r>
              <a:rPr lang="zh-CN" altLang="en-US" sz="1400" dirty="0">
                <a:solidFill>
                  <a:schemeClr val="tx1">
                    <a:lumMod val="65000"/>
                    <a:lumOff val="35000"/>
                  </a:schemeClr>
                </a:solidFill>
                <a:latin typeface="微软雅黑" panose="020B0503020204020204" pitchFamily="34" charset="-122"/>
                <a:ea typeface="微软雅黑" panose="020B0503020204020204" pitchFamily="34" charset="-122"/>
                <a:sym typeface="微软雅黑" panose="020B0503020204020204" pitchFamily="34" charset="-122"/>
              </a:rPr>
              <a:t>）应运而生。</a:t>
            </a:r>
            <a:r>
              <a:rPr lang="zh-CN" altLang="en-US" sz="1400" dirty="0">
                <a:solidFill>
                  <a:schemeClr val="tx1">
                    <a:lumMod val="65000"/>
                    <a:lumOff val="35000"/>
                  </a:schemeClr>
                </a:solidFill>
                <a:latin typeface="微软雅黑" panose="020B0503020204020204" pitchFamily="34" charset="-122"/>
                <a:ea typeface="微软雅黑" panose="020B0503020204020204" pitchFamily="34" charset="-122"/>
                <a:sym typeface="微软雅黑" panose="020B0503020204020204" pitchFamily="34" charset="-122"/>
              </a:rPr>
              <a:t>它的目标很明确：只登录一次，畅通所有服务。通过建立一个统一的身份认证中心，用户只需输入一次用户名和密码，系统就会在后台完成对多个相关系统的身份传递，从而实现一次登录，多点通行。</a:t>
            </a:r>
            <a:endParaRPr lang="zh-CN" altLang="en-US" sz="1400" dirty="0">
              <a:solidFill>
                <a:schemeClr val="tx1">
                  <a:lumMod val="65000"/>
                  <a:lumOff val="35000"/>
                </a:schemeClr>
              </a:solidFill>
              <a:latin typeface="微软雅黑" panose="020B0503020204020204" pitchFamily="34" charset="-122"/>
              <a:ea typeface="微软雅黑" panose="020B0503020204020204" pitchFamily="34" charset="-122"/>
              <a:sym typeface="微软雅黑" panose="020B0503020204020204" pitchFamily="34" charset="-122"/>
            </a:endParaRPr>
          </a:p>
          <a:p>
            <a:endParaRPr lang="zh-CN" altLang="en-US" sz="1000" dirty="0">
              <a:latin typeface="微软雅黑" panose="020B0503020204020204" pitchFamily="34" charset="-122"/>
              <a:ea typeface="微软雅黑" panose="020B0503020204020204" pitchFamily="34" charset="-122"/>
              <a:sym typeface="微软雅黑" panose="020B0503020204020204" pitchFamily="34" charset="-122"/>
            </a:endParaRPr>
          </a:p>
          <a:p>
            <a:endParaRPr lang="en-US" altLang="zh-CN" sz="1100" b="1" dirty="0">
              <a:solidFill>
                <a:srgbClr val="679E2A"/>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35" name="TextBox 43"/>
          <p:cNvSpPr>
            <a:spLocks noChangeArrowheads="1"/>
          </p:cNvSpPr>
          <p:nvPr/>
        </p:nvSpPr>
        <p:spPr bwMode="auto">
          <a:xfrm>
            <a:off x="3275330" y="777240"/>
            <a:ext cx="2311400" cy="4305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gn="ctr"/>
            <a:r>
              <a:rPr lang="zh-CN" altLang="en-US" sz="2800" b="1" dirty="0">
                <a:solidFill>
                  <a:schemeClr val="tx1">
                    <a:lumMod val="75000"/>
                    <a:lumOff val="25000"/>
                  </a:schemeClr>
                </a:solidFill>
                <a:latin typeface="微软雅黑" panose="020B0503020204020204" pitchFamily="34" charset="-122"/>
                <a:ea typeface="微软雅黑" panose="020B0503020204020204" pitchFamily="34" charset="-122"/>
              </a:rPr>
              <a:t>单点登录系统</a:t>
            </a:r>
            <a:endParaRPr lang="zh-CN" altLang="en-US" sz="28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grpSp>
        <p:nvGrpSpPr>
          <p:cNvPr id="36" name="组合 2"/>
          <p:cNvGrpSpPr/>
          <p:nvPr/>
        </p:nvGrpSpPr>
        <p:grpSpPr bwMode="auto">
          <a:xfrm>
            <a:off x="2051685" y="892810"/>
            <a:ext cx="4745355" cy="142875"/>
            <a:chOff x="0" y="0"/>
            <a:chExt cx="3580582" cy="158874"/>
          </a:xfrm>
        </p:grpSpPr>
        <p:grpSp>
          <p:nvGrpSpPr>
            <p:cNvPr id="37" name="组合 61"/>
            <p:cNvGrpSpPr/>
            <p:nvPr/>
          </p:nvGrpSpPr>
          <p:grpSpPr bwMode="auto">
            <a:xfrm>
              <a:off x="0" y="0"/>
              <a:ext cx="792088" cy="158874"/>
              <a:chOff x="0" y="0"/>
              <a:chExt cx="792088" cy="158874"/>
            </a:xfrm>
          </p:grpSpPr>
          <p:sp>
            <p:nvSpPr>
              <p:cNvPr id="42" name="直接连接符 70"/>
              <p:cNvSpPr>
                <a:spLocks noChangeShapeType="1"/>
              </p:cNvSpPr>
              <p:nvPr/>
            </p:nvSpPr>
            <p:spPr bwMode="auto">
              <a:xfrm flipH="1">
                <a:off x="0" y="79437"/>
                <a:ext cx="792088" cy="1"/>
              </a:xfrm>
              <a:prstGeom prst="line">
                <a:avLst/>
              </a:prstGeom>
              <a:noFill/>
              <a:ln w="6350" cap="flat" cmpd="sng">
                <a:solidFill>
                  <a:schemeClr val="tx2"/>
                </a:solidFill>
                <a:bevel/>
              </a:ln>
              <a:extLst>
                <a:ext uri="{909E8E84-426E-40DD-AFC4-6F175D3DCCD1}">
                  <a14:hiddenFill xmlns:a14="http://schemas.microsoft.com/office/drawing/2010/main">
                    <a:noFill/>
                  </a14:hiddenFill>
                </a:ext>
              </a:extLst>
            </p:spPr>
            <p:txBody>
              <a:bodyPr/>
              <a:lstStyle/>
              <a:p>
                <a:endParaRPr lang="zh-CN" altLang="en-US"/>
              </a:p>
            </p:txBody>
          </p:sp>
          <p:sp>
            <p:nvSpPr>
              <p:cNvPr id="70" name="直接连接符 71"/>
              <p:cNvSpPr>
                <a:spLocks noChangeShapeType="1"/>
              </p:cNvSpPr>
              <p:nvPr/>
            </p:nvSpPr>
            <p:spPr bwMode="auto">
              <a:xfrm flipH="1">
                <a:off x="216024" y="0"/>
                <a:ext cx="576064" cy="1"/>
              </a:xfrm>
              <a:prstGeom prst="line">
                <a:avLst/>
              </a:prstGeom>
              <a:noFill/>
              <a:ln w="6350" cap="flat" cmpd="sng">
                <a:solidFill>
                  <a:schemeClr val="tx2"/>
                </a:solidFill>
                <a:bevel/>
              </a:ln>
              <a:extLst>
                <a:ext uri="{909E8E84-426E-40DD-AFC4-6F175D3DCCD1}">
                  <a14:hiddenFill xmlns:a14="http://schemas.microsoft.com/office/drawing/2010/main">
                    <a:noFill/>
                  </a14:hiddenFill>
                </a:ext>
              </a:extLst>
            </p:spPr>
            <p:txBody>
              <a:bodyPr/>
              <a:lstStyle/>
              <a:p>
                <a:endParaRPr lang="zh-CN" altLang="en-US"/>
              </a:p>
            </p:txBody>
          </p:sp>
          <p:sp>
            <p:nvSpPr>
              <p:cNvPr id="76" name="直接连接符 72"/>
              <p:cNvSpPr>
                <a:spLocks noChangeShapeType="1"/>
              </p:cNvSpPr>
              <p:nvPr/>
            </p:nvSpPr>
            <p:spPr bwMode="auto">
              <a:xfrm flipH="1">
                <a:off x="396044" y="158874"/>
                <a:ext cx="396044" cy="1"/>
              </a:xfrm>
              <a:prstGeom prst="line">
                <a:avLst/>
              </a:prstGeom>
              <a:noFill/>
              <a:ln w="6350" cap="flat" cmpd="sng">
                <a:solidFill>
                  <a:schemeClr val="tx2"/>
                </a:solidFill>
                <a:bevel/>
              </a:ln>
              <a:extLst>
                <a:ext uri="{909E8E84-426E-40DD-AFC4-6F175D3DCCD1}">
                  <a14:hiddenFill xmlns:a14="http://schemas.microsoft.com/office/drawing/2010/main">
                    <a:noFill/>
                  </a14:hiddenFill>
                </a:ext>
              </a:extLst>
            </p:spPr>
            <p:txBody>
              <a:bodyPr/>
              <a:lstStyle/>
              <a:p>
                <a:endParaRPr lang="zh-CN" altLang="en-US"/>
              </a:p>
            </p:txBody>
          </p:sp>
        </p:grpSp>
        <p:grpSp>
          <p:nvGrpSpPr>
            <p:cNvPr id="38" name="组合 62"/>
            <p:cNvGrpSpPr/>
            <p:nvPr/>
          </p:nvGrpSpPr>
          <p:grpSpPr bwMode="auto">
            <a:xfrm rot="10800000">
              <a:off x="2788494" y="0"/>
              <a:ext cx="792088" cy="158874"/>
              <a:chOff x="0" y="0"/>
              <a:chExt cx="792088" cy="158874"/>
            </a:xfrm>
          </p:grpSpPr>
          <p:sp>
            <p:nvSpPr>
              <p:cNvPr id="39" name="直接连接符 67"/>
              <p:cNvSpPr>
                <a:spLocks noChangeShapeType="1"/>
              </p:cNvSpPr>
              <p:nvPr/>
            </p:nvSpPr>
            <p:spPr bwMode="auto">
              <a:xfrm flipH="1">
                <a:off x="0" y="79437"/>
                <a:ext cx="792088" cy="1"/>
              </a:xfrm>
              <a:prstGeom prst="line">
                <a:avLst/>
              </a:prstGeom>
              <a:noFill/>
              <a:ln w="6350" cap="flat" cmpd="sng">
                <a:solidFill>
                  <a:schemeClr val="tx2"/>
                </a:solidFill>
                <a:bevel/>
              </a:ln>
              <a:extLst>
                <a:ext uri="{909E8E84-426E-40DD-AFC4-6F175D3DCCD1}">
                  <a14:hiddenFill xmlns:a14="http://schemas.microsoft.com/office/drawing/2010/main">
                    <a:noFill/>
                  </a14:hiddenFill>
                </a:ext>
              </a:extLst>
            </p:spPr>
            <p:txBody>
              <a:bodyPr/>
              <a:lstStyle/>
              <a:p>
                <a:endParaRPr lang="zh-CN" altLang="en-US"/>
              </a:p>
            </p:txBody>
          </p:sp>
          <p:sp>
            <p:nvSpPr>
              <p:cNvPr id="40" name="直接连接符 68"/>
              <p:cNvSpPr>
                <a:spLocks noChangeShapeType="1"/>
              </p:cNvSpPr>
              <p:nvPr/>
            </p:nvSpPr>
            <p:spPr bwMode="auto">
              <a:xfrm flipH="1">
                <a:off x="216024" y="0"/>
                <a:ext cx="576064" cy="1"/>
              </a:xfrm>
              <a:prstGeom prst="line">
                <a:avLst/>
              </a:prstGeom>
              <a:noFill/>
              <a:ln w="6350" cap="flat" cmpd="sng">
                <a:solidFill>
                  <a:schemeClr val="tx2"/>
                </a:solidFill>
                <a:bevel/>
              </a:ln>
              <a:extLst>
                <a:ext uri="{909E8E84-426E-40DD-AFC4-6F175D3DCCD1}">
                  <a14:hiddenFill xmlns:a14="http://schemas.microsoft.com/office/drawing/2010/main">
                    <a:noFill/>
                  </a14:hiddenFill>
                </a:ext>
              </a:extLst>
            </p:spPr>
            <p:txBody>
              <a:bodyPr/>
              <a:lstStyle/>
              <a:p>
                <a:endParaRPr lang="zh-CN" altLang="en-US"/>
              </a:p>
            </p:txBody>
          </p:sp>
          <p:sp>
            <p:nvSpPr>
              <p:cNvPr id="41" name="直接连接符 69"/>
              <p:cNvSpPr>
                <a:spLocks noChangeShapeType="1"/>
              </p:cNvSpPr>
              <p:nvPr/>
            </p:nvSpPr>
            <p:spPr bwMode="auto">
              <a:xfrm flipH="1">
                <a:off x="396044" y="158874"/>
                <a:ext cx="396044" cy="1"/>
              </a:xfrm>
              <a:prstGeom prst="line">
                <a:avLst/>
              </a:prstGeom>
              <a:noFill/>
              <a:ln w="6350" cap="flat" cmpd="sng">
                <a:solidFill>
                  <a:schemeClr val="tx2"/>
                </a:solidFill>
                <a:bevel/>
              </a:ln>
              <a:extLst>
                <a:ext uri="{909E8E84-426E-40DD-AFC4-6F175D3DCCD1}">
                  <a14:hiddenFill xmlns:a14="http://schemas.microsoft.com/office/drawing/2010/main">
                    <a:noFill/>
                  </a14:hiddenFill>
                </a:ext>
              </a:extLst>
            </p:spPr>
            <p:txBody>
              <a:bodyPr/>
              <a:lstStyle/>
              <a:p>
                <a:endParaRPr lang="zh-CN" altLang="en-US"/>
              </a:p>
            </p:txBody>
          </p:sp>
        </p:grpSp>
      </p:grpSp>
      <p:pic>
        <p:nvPicPr>
          <p:cNvPr id="43" name="图片 42" descr="图片包含 物体&#10;&#10;描述已自动生成"/>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94423" y="655329"/>
            <a:ext cx="388986" cy="1907371"/>
          </a:xfrm>
          <a:prstGeom prst="rect">
            <a:avLst/>
          </a:prstGeom>
        </p:spPr>
      </p:pic>
      <p:pic>
        <p:nvPicPr>
          <p:cNvPr id="5" name="图片 4"/>
          <p:cNvPicPr/>
          <p:nvPr>
            <p:custDataLst>
              <p:tags r:id="rId2"/>
            </p:custDataLst>
          </p:nvPr>
        </p:nvPicPr>
        <p:blipFill>
          <a:blip r:embed="rId3"/>
          <a:stretch>
            <a:fillRect/>
          </a:stretch>
        </p:blipFill>
        <p:spPr>
          <a:xfrm>
            <a:off x="2338070" y="2860040"/>
            <a:ext cx="4657725" cy="2203450"/>
          </a:xfrm>
          <a:prstGeom prst="rect">
            <a:avLst/>
          </a:prstGeom>
        </p:spPr>
      </p:pic>
    </p:spTree>
    <p:custDataLst>
      <p:tags r:id="rId4"/>
    </p:custDataLst>
  </p:cSld>
  <p:clrMapOvr>
    <a:masterClrMapping/>
  </p:clrMapOvr>
  <p:transition spd="slow" advClick="0" advTm="0">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71"/>
                                        </p:tgtEl>
                                        <p:attrNameLst>
                                          <p:attrName>style.visibility</p:attrName>
                                        </p:attrNameLst>
                                      </p:cBhvr>
                                      <p:to>
                                        <p:strVal val="visible"/>
                                      </p:to>
                                    </p:set>
                                    <p:animEffect transition="in" filter="wipe(left)">
                                      <p:cBhvr>
                                        <p:cTn id="7" dur="300"/>
                                        <p:tgtEl>
                                          <p:spTgt spid="71"/>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72"/>
                                        </p:tgtEl>
                                        <p:attrNameLst>
                                          <p:attrName>style.visibility</p:attrName>
                                        </p:attrNameLst>
                                      </p:cBhvr>
                                      <p:to>
                                        <p:strVal val="visible"/>
                                      </p:to>
                                    </p:set>
                                    <p:animEffect transition="in" filter="wipe(down)">
                                      <p:cBhvr>
                                        <p:cTn id="11" dur="300"/>
                                        <p:tgtEl>
                                          <p:spTgt spid="72"/>
                                        </p:tgtEl>
                                      </p:cBhvr>
                                    </p:animEffect>
                                  </p:childTnLst>
                                </p:cTn>
                              </p:par>
                            </p:childTnLst>
                          </p:cTn>
                        </p:par>
                        <p:par>
                          <p:cTn id="12" fill="hold">
                            <p:stCondLst>
                              <p:cond delay="1000"/>
                            </p:stCondLst>
                            <p:childTnLst>
                              <p:par>
                                <p:cTn id="13" presetID="12" presetClass="entr" presetSubtype="8" fill="hold" grpId="0" nodeType="afterEffect">
                                  <p:stCondLst>
                                    <p:cond delay="0"/>
                                  </p:stCondLst>
                                  <p:childTnLst>
                                    <p:set>
                                      <p:cBhvr>
                                        <p:cTn id="14" dur="1" fill="hold">
                                          <p:stCondLst>
                                            <p:cond delay="0"/>
                                          </p:stCondLst>
                                        </p:cTn>
                                        <p:tgtEl>
                                          <p:spTgt spid="73"/>
                                        </p:tgtEl>
                                        <p:attrNameLst>
                                          <p:attrName>style.visibility</p:attrName>
                                        </p:attrNameLst>
                                      </p:cBhvr>
                                      <p:to>
                                        <p:strVal val="visible"/>
                                      </p:to>
                                    </p:set>
                                    <p:anim calcmode="lin" valueType="num">
                                      <p:cBhvr additive="base">
                                        <p:cTn id="15" dur="500"/>
                                        <p:tgtEl>
                                          <p:spTgt spid="73"/>
                                        </p:tgtEl>
                                        <p:attrNameLst>
                                          <p:attrName>ppt_x</p:attrName>
                                        </p:attrNameLst>
                                      </p:cBhvr>
                                      <p:tavLst>
                                        <p:tav tm="0">
                                          <p:val>
                                            <p:strVal val="#ppt_x-#ppt_w*1.125000"/>
                                          </p:val>
                                        </p:tav>
                                        <p:tav tm="100000">
                                          <p:val>
                                            <p:strVal val="#ppt_x"/>
                                          </p:val>
                                        </p:tav>
                                      </p:tavLst>
                                    </p:anim>
                                    <p:animEffect transition="in" filter="wipe(right)">
                                      <p:cBhvr>
                                        <p:cTn id="16" dur="500"/>
                                        <p:tgtEl>
                                          <p:spTgt spid="73"/>
                                        </p:tgtEl>
                                      </p:cBhvr>
                                    </p:animEffect>
                                  </p:childTnLst>
                                </p:cTn>
                              </p:par>
                              <p:par>
                                <p:cTn id="17" presetID="12" presetClass="entr" presetSubtype="8" fill="hold" nodeType="withEffect">
                                  <p:stCondLst>
                                    <p:cond delay="0"/>
                                  </p:stCondLst>
                                  <p:childTnLst>
                                    <p:set>
                                      <p:cBhvr>
                                        <p:cTn id="18" dur="1" fill="hold">
                                          <p:stCondLst>
                                            <p:cond delay="0"/>
                                          </p:stCondLst>
                                        </p:cTn>
                                        <p:tgtEl>
                                          <p:spTgt spid="75"/>
                                        </p:tgtEl>
                                        <p:attrNameLst>
                                          <p:attrName>style.visibility</p:attrName>
                                        </p:attrNameLst>
                                      </p:cBhvr>
                                      <p:to>
                                        <p:strVal val="visible"/>
                                      </p:to>
                                    </p:set>
                                    <p:anim calcmode="lin" valueType="num">
                                      <p:cBhvr additive="base">
                                        <p:cTn id="19" dur="500"/>
                                        <p:tgtEl>
                                          <p:spTgt spid="75"/>
                                        </p:tgtEl>
                                        <p:attrNameLst>
                                          <p:attrName>ppt_x</p:attrName>
                                        </p:attrNameLst>
                                      </p:cBhvr>
                                      <p:tavLst>
                                        <p:tav tm="0">
                                          <p:val>
                                            <p:strVal val="#ppt_x-#ppt_w*1.125000"/>
                                          </p:val>
                                        </p:tav>
                                        <p:tav tm="100000">
                                          <p:val>
                                            <p:strVal val="#ppt_x"/>
                                          </p:val>
                                        </p:tav>
                                      </p:tavLst>
                                    </p:anim>
                                    <p:animEffect transition="in" filter="wipe(right)">
                                      <p:cBhvr>
                                        <p:cTn id="20" dur="500"/>
                                        <p:tgtEl>
                                          <p:spTgt spid="75"/>
                                        </p:tgtEl>
                                      </p:cBhvr>
                                    </p:animEffect>
                                  </p:childTnLst>
                                </p:cTn>
                              </p:par>
                              <p:par>
                                <p:cTn id="21" presetID="12" presetClass="entr" presetSubtype="8" fill="hold" grpId="0" nodeType="withEffect">
                                  <p:stCondLst>
                                    <p:cond delay="0"/>
                                  </p:stCondLst>
                                  <p:childTnLst>
                                    <p:set>
                                      <p:cBhvr>
                                        <p:cTn id="22" dur="1" fill="hold">
                                          <p:stCondLst>
                                            <p:cond delay="0"/>
                                          </p:stCondLst>
                                        </p:cTn>
                                        <p:tgtEl>
                                          <p:spTgt spid="74"/>
                                        </p:tgtEl>
                                        <p:attrNameLst>
                                          <p:attrName>style.visibility</p:attrName>
                                        </p:attrNameLst>
                                      </p:cBhvr>
                                      <p:to>
                                        <p:strVal val="visible"/>
                                      </p:to>
                                    </p:set>
                                    <p:anim calcmode="lin" valueType="num">
                                      <p:cBhvr additive="base">
                                        <p:cTn id="23" dur="500"/>
                                        <p:tgtEl>
                                          <p:spTgt spid="74"/>
                                        </p:tgtEl>
                                        <p:attrNameLst>
                                          <p:attrName>ppt_x</p:attrName>
                                        </p:attrNameLst>
                                      </p:cBhvr>
                                      <p:tavLst>
                                        <p:tav tm="0">
                                          <p:val>
                                            <p:strVal val="#ppt_x-#ppt_w*1.125000"/>
                                          </p:val>
                                        </p:tav>
                                        <p:tav tm="100000">
                                          <p:val>
                                            <p:strVal val="#ppt_x"/>
                                          </p:val>
                                        </p:tav>
                                      </p:tavLst>
                                    </p:anim>
                                    <p:animEffect transition="in" filter="wipe(right)">
                                      <p:cBhvr>
                                        <p:cTn id="24" dur="500"/>
                                        <p:tgtEl>
                                          <p:spTgt spid="74"/>
                                        </p:tgtEl>
                                      </p:cBhvr>
                                    </p:animEffect>
                                  </p:childTnLst>
                                </p:cTn>
                              </p:par>
                            </p:childTnLst>
                          </p:cTn>
                        </p:par>
                        <p:par>
                          <p:cTn id="25" fill="hold">
                            <p:stCondLst>
                              <p:cond delay="1500"/>
                            </p:stCondLst>
                            <p:childTnLst>
                              <p:par>
                                <p:cTn id="26" presetID="23" presetClass="entr" presetSubtype="36" fill="hold" nodeType="afterEffect">
                                  <p:stCondLst>
                                    <p:cond delay="0"/>
                                  </p:stCondLst>
                                  <p:childTnLst>
                                    <p:set>
                                      <p:cBhvr>
                                        <p:cTn id="27" dur="1" fill="hold">
                                          <p:stCondLst>
                                            <p:cond delay="0"/>
                                          </p:stCondLst>
                                        </p:cTn>
                                        <p:tgtEl>
                                          <p:spTgt spid="36"/>
                                        </p:tgtEl>
                                        <p:attrNameLst>
                                          <p:attrName>style.visibility</p:attrName>
                                        </p:attrNameLst>
                                      </p:cBhvr>
                                      <p:to>
                                        <p:strVal val="visible"/>
                                      </p:to>
                                    </p:set>
                                    <p:anim calcmode="lin" valueType="num">
                                      <p:cBhvr>
                                        <p:cTn id="28" dur="500" fill="hold"/>
                                        <p:tgtEl>
                                          <p:spTgt spid="36"/>
                                        </p:tgtEl>
                                        <p:attrNameLst>
                                          <p:attrName>ppt_w</p:attrName>
                                        </p:attrNameLst>
                                      </p:cBhvr>
                                      <p:tavLst>
                                        <p:tav tm="0">
                                          <p:val>
                                            <p:strVal val="(6*min(max(#ppt_w*#ppt_h,.3),1)-7.4)/-.7*#ppt_w"/>
                                          </p:val>
                                        </p:tav>
                                        <p:tav tm="100000">
                                          <p:val>
                                            <p:strVal val="#ppt_w"/>
                                          </p:val>
                                        </p:tav>
                                      </p:tavLst>
                                    </p:anim>
                                    <p:anim calcmode="lin" valueType="num">
                                      <p:cBhvr>
                                        <p:cTn id="29" dur="500" fill="hold"/>
                                        <p:tgtEl>
                                          <p:spTgt spid="36"/>
                                        </p:tgtEl>
                                        <p:attrNameLst>
                                          <p:attrName>ppt_h</p:attrName>
                                        </p:attrNameLst>
                                      </p:cBhvr>
                                      <p:tavLst>
                                        <p:tav tm="0">
                                          <p:val>
                                            <p:strVal val="(6*min(max(#ppt_w*#ppt_h,.3),1)-7.4)/-.7*#ppt_h"/>
                                          </p:val>
                                        </p:tav>
                                        <p:tav tm="100000">
                                          <p:val>
                                            <p:strVal val="#ppt_h"/>
                                          </p:val>
                                        </p:tav>
                                      </p:tavLst>
                                    </p:anim>
                                    <p:anim calcmode="lin" valueType="num">
                                      <p:cBhvr>
                                        <p:cTn id="30" dur="500" fill="hold"/>
                                        <p:tgtEl>
                                          <p:spTgt spid="36"/>
                                        </p:tgtEl>
                                        <p:attrNameLst>
                                          <p:attrName>ppt_x</p:attrName>
                                        </p:attrNameLst>
                                      </p:cBhvr>
                                      <p:tavLst>
                                        <p:tav tm="0">
                                          <p:val>
                                            <p:fltVal val="0.5"/>
                                          </p:val>
                                        </p:tav>
                                        <p:tav tm="100000">
                                          <p:val>
                                            <p:strVal val="#ppt_x"/>
                                          </p:val>
                                        </p:tav>
                                      </p:tavLst>
                                    </p:anim>
                                    <p:anim calcmode="lin" valueType="num">
                                      <p:cBhvr>
                                        <p:cTn id="31" dur="500" fill="hold"/>
                                        <p:tgtEl>
                                          <p:spTgt spid="36"/>
                                        </p:tgtEl>
                                        <p:attrNameLst>
                                          <p:attrName>ppt_y</p:attrName>
                                        </p:attrNameLst>
                                      </p:cBhvr>
                                      <p:tavLst>
                                        <p:tav tm="0">
                                          <p:val>
                                            <p:strVal val="1+(6*min(max(#ppt_w*#ppt_h,.3),1)-7.4)/-.7*#ppt_h/2"/>
                                          </p:val>
                                        </p:tav>
                                        <p:tav tm="100000">
                                          <p:val>
                                            <p:strVal val="#ppt_y"/>
                                          </p:val>
                                        </p:tav>
                                      </p:tavLst>
                                    </p:anim>
                                  </p:childTnLst>
                                </p:cTn>
                              </p:par>
                              <p:par>
                                <p:cTn id="32" presetID="23" presetClass="entr" presetSubtype="36" fill="hold" grpId="0" nodeType="withEffect">
                                  <p:stCondLst>
                                    <p:cond delay="0"/>
                                  </p:stCondLst>
                                  <p:childTnLst>
                                    <p:set>
                                      <p:cBhvr>
                                        <p:cTn id="33" dur="1" fill="hold">
                                          <p:stCondLst>
                                            <p:cond delay="0"/>
                                          </p:stCondLst>
                                        </p:cTn>
                                        <p:tgtEl>
                                          <p:spTgt spid="35"/>
                                        </p:tgtEl>
                                        <p:attrNameLst>
                                          <p:attrName>style.visibility</p:attrName>
                                        </p:attrNameLst>
                                      </p:cBhvr>
                                      <p:to>
                                        <p:strVal val="visible"/>
                                      </p:to>
                                    </p:set>
                                    <p:anim calcmode="lin" valueType="num">
                                      <p:cBhvr>
                                        <p:cTn id="34" dur="500" fill="hold"/>
                                        <p:tgtEl>
                                          <p:spTgt spid="35"/>
                                        </p:tgtEl>
                                        <p:attrNameLst>
                                          <p:attrName>ppt_w</p:attrName>
                                        </p:attrNameLst>
                                      </p:cBhvr>
                                      <p:tavLst>
                                        <p:tav tm="0">
                                          <p:val>
                                            <p:strVal val="(6*min(max(#ppt_w*#ppt_h,.3),1)-7.4)/-.7*#ppt_w"/>
                                          </p:val>
                                        </p:tav>
                                        <p:tav tm="100000">
                                          <p:val>
                                            <p:strVal val="#ppt_w"/>
                                          </p:val>
                                        </p:tav>
                                      </p:tavLst>
                                    </p:anim>
                                    <p:anim calcmode="lin" valueType="num">
                                      <p:cBhvr>
                                        <p:cTn id="35" dur="500" fill="hold"/>
                                        <p:tgtEl>
                                          <p:spTgt spid="35"/>
                                        </p:tgtEl>
                                        <p:attrNameLst>
                                          <p:attrName>ppt_h</p:attrName>
                                        </p:attrNameLst>
                                      </p:cBhvr>
                                      <p:tavLst>
                                        <p:tav tm="0">
                                          <p:val>
                                            <p:strVal val="(6*min(max(#ppt_w*#ppt_h,.3),1)-7.4)/-.7*#ppt_h"/>
                                          </p:val>
                                        </p:tav>
                                        <p:tav tm="100000">
                                          <p:val>
                                            <p:strVal val="#ppt_h"/>
                                          </p:val>
                                        </p:tav>
                                      </p:tavLst>
                                    </p:anim>
                                    <p:anim calcmode="lin" valueType="num">
                                      <p:cBhvr>
                                        <p:cTn id="36" dur="500" fill="hold"/>
                                        <p:tgtEl>
                                          <p:spTgt spid="35"/>
                                        </p:tgtEl>
                                        <p:attrNameLst>
                                          <p:attrName>ppt_x</p:attrName>
                                        </p:attrNameLst>
                                      </p:cBhvr>
                                      <p:tavLst>
                                        <p:tav tm="0">
                                          <p:val>
                                            <p:fltVal val="0.5"/>
                                          </p:val>
                                        </p:tav>
                                        <p:tav tm="100000">
                                          <p:val>
                                            <p:strVal val="#ppt_x"/>
                                          </p:val>
                                        </p:tav>
                                      </p:tavLst>
                                    </p:anim>
                                    <p:anim calcmode="lin" valueType="num">
                                      <p:cBhvr>
                                        <p:cTn id="37" dur="500" fill="hold"/>
                                        <p:tgtEl>
                                          <p:spTgt spid="35"/>
                                        </p:tgtEl>
                                        <p:attrNameLst>
                                          <p:attrName>ppt_y</p:attrName>
                                        </p:attrNameLst>
                                      </p:cBhvr>
                                      <p:tavLst>
                                        <p:tav tm="0">
                                          <p:val>
                                            <p:strVal val="1+(6*min(max(#ppt_w*#ppt_h,.3),1)-7.4)/-.7*#ppt_h/2"/>
                                          </p:val>
                                        </p:tav>
                                        <p:tav tm="100000">
                                          <p:val>
                                            <p:strVal val="#ppt_y"/>
                                          </p:val>
                                        </p:tav>
                                      </p:tavLst>
                                    </p:anim>
                                  </p:childTnLst>
                                </p:cTn>
                              </p:par>
                            </p:childTnLst>
                          </p:cTn>
                        </p:par>
                        <p:par>
                          <p:cTn id="38" fill="hold">
                            <p:stCondLst>
                              <p:cond delay="2000"/>
                            </p:stCondLst>
                            <p:childTnLst>
                              <p:par>
                                <p:cTn id="39" presetID="22" presetClass="entr" presetSubtype="1" fill="hold" grpId="0" nodeType="afterEffect">
                                  <p:stCondLst>
                                    <p:cond delay="0"/>
                                  </p:stCondLst>
                                  <p:childTnLst>
                                    <p:set>
                                      <p:cBhvr>
                                        <p:cTn id="40" dur="1" fill="hold">
                                          <p:stCondLst>
                                            <p:cond delay="0"/>
                                          </p:stCondLst>
                                        </p:cTn>
                                        <p:tgtEl>
                                          <p:spTgt spid="34"/>
                                        </p:tgtEl>
                                        <p:attrNameLst>
                                          <p:attrName>style.visibility</p:attrName>
                                        </p:attrNameLst>
                                      </p:cBhvr>
                                      <p:to>
                                        <p:strVal val="visible"/>
                                      </p:to>
                                    </p:set>
                                    <p:animEffect>
                                      <p:cBhvr>
                                        <p:cTn id="41"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 grpId="0" animBg="1"/>
      <p:bldP spid="73" grpId="0"/>
      <p:bldP spid="74" grpId="0"/>
      <p:bldP spid="34" grpId="0" bldLvl="0" autoUpdateAnimBg="0"/>
      <p:bldP spid="35" grpId="0" bldLvl="0" autoUpdateAnimBg="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1" name="直接连接符 70"/>
          <p:cNvCxnSpPr/>
          <p:nvPr/>
        </p:nvCxnSpPr>
        <p:spPr>
          <a:xfrm>
            <a:off x="515257" y="624114"/>
            <a:ext cx="8113486" cy="0"/>
          </a:xfrm>
          <a:prstGeom prst="line">
            <a:avLst/>
          </a:prstGeom>
          <a:ln w="12700">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72" name="椭圆 71"/>
          <p:cNvSpPr/>
          <p:nvPr/>
        </p:nvSpPr>
        <p:spPr>
          <a:xfrm>
            <a:off x="646880" y="242192"/>
            <a:ext cx="274777" cy="274777"/>
          </a:xfrm>
          <a:prstGeom prst="ellipse">
            <a:avLst/>
          </a:prstGeom>
          <a:solidFill>
            <a:srgbClr val="679E2A"/>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pitchFamily="34" charset="-122"/>
            </a:endParaRPr>
          </a:p>
        </p:txBody>
      </p:sp>
      <p:sp>
        <p:nvSpPr>
          <p:cNvPr id="73" name="TextBox 72"/>
          <p:cNvSpPr txBox="1"/>
          <p:nvPr/>
        </p:nvSpPr>
        <p:spPr>
          <a:xfrm>
            <a:off x="908957" y="206330"/>
            <a:ext cx="1364476" cy="400110"/>
          </a:xfrm>
          <a:prstGeom prst="rect">
            <a:avLst/>
          </a:prstGeom>
          <a:noFill/>
        </p:spPr>
        <p:txBody>
          <a:bodyPr wrap="none" rtlCol="0">
            <a:spAutoFit/>
          </a:bodyPr>
          <a:lstStyle/>
          <a:p>
            <a:r>
              <a:rPr lang="zh-CN" altLang="en-US" sz="2000" spc="300" dirty="0">
                <a:solidFill>
                  <a:schemeClr val="tx1">
                    <a:lumMod val="65000"/>
                    <a:lumOff val="35000"/>
                  </a:schemeClr>
                </a:solidFill>
                <a:latin typeface="微软雅黑" panose="020B0503020204020204" pitchFamily="34" charset="-122"/>
                <a:ea typeface="微软雅黑" panose="020B0503020204020204" pitchFamily="34" charset="-122"/>
              </a:rPr>
              <a:t>选题背景</a:t>
            </a:r>
            <a:endParaRPr lang="zh-CN" altLang="en-US" sz="2000" spc="3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74" name="TextBox 73"/>
          <p:cNvSpPr txBox="1"/>
          <p:nvPr/>
        </p:nvSpPr>
        <p:spPr>
          <a:xfrm>
            <a:off x="2390916" y="237108"/>
            <a:ext cx="1890967" cy="338554"/>
          </a:xfrm>
          <a:prstGeom prst="rect">
            <a:avLst/>
          </a:prstGeom>
          <a:noFill/>
        </p:spPr>
        <p:txBody>
          <a:bodyPr wrap="none" rtlCol="0">
            <a:spAutoFit/>
          </a:bodyPr>
          <a:lstStyle/>
          <a:p>
            <a:r>
              <a:rPr lang="en-US" altLang="zh-CN" sz="1600" dirty="0">
                <a:solidFill>
                  <a:schemeClr val="tx1">
                    <a:lumMod val="50000"/>
                    <a:lumOff val="50000"/>
                  </a:schemeClr>
                </a:solidFill>
                <a:latin typeface="微软雅黑" panose="020B0503020204020204" pitchFamily="34" charset="-122"/>
                <a:ea typeface="微软雅黑" panose="020B0503020204020204" pitchFamily="34" charset="-122"/>
              </a:rPr>
              <a:t>RESEARCH IDEAS</a:t>
            </a:r>
            <a:endParaRPr lang="zh-CN" altLang="en-US" sz="1600" dirty="0">
              <a:solidFill>
                <a:schemeClr val="tx1">
                  <a:lumMod val="50000"/>
                  <a:lumOff val="50000"/>
                </a:schemeClr>
              </a:solidFill>
              <a:latin typeface="微软雅黑" panose="020B0503020204020204" pitchFamily="34" charset="-122"/>
              <a:ea typeface="微软雅黑" panose="020B0503020204020204" pitchFamily="34" charset="-122"/>
            </a:endParaRPr>
          </a:p>
        </p:txBody>
      </p:sp>
      <p:cxnSp>
        <p:nvCxnSpPr>
          <p:cNvPr id="75" name="直接连接符 74"/>
          <p:cNvCxnSpPr/>
          <p:nvPr/>
        </p:nvCxnSpPr>
        <p:spPr>
          <a:xfrm>
            <a:off x="2332175" y="302089"/>
            <a:ext cx="0" cy="208592"/>
          </a:xfrm>
          <a:prstGeom prst="line">
            <a:avLst/>
          </a:prstGeom>
          <a:ln w="190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35" name="TextBox 43"/>
          <p:cNvSpPr>
            <a:spLocks noChangeArrowheads="1"/>
          </p:cNvSpPr>
          <p:nvPr/>
        </p:nvSpPr>
        <p:spPr bwMode="auto">
          <a:xfrm>
            <a:off x="3275330" y="777240"/>
            <a:ext cx="2311400" cy="4305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gn="ctr"/>
            <a:r>
              <a:rPr lang="zh-CN" altLang="en-US" sz="2800" b="1" dirty="0">
                <a:solidFill>
                  <a:schemeClr val="tx1">
                    <a:lumMod val="75000"/>
                    <a:lumOff val="25000"/>
                  </a:schemeClr>
                </a:solidFill>
                <a:latin typeface="微软雅黑" panose="020B0503020204020204" pitchFamily="34" charset="-122"/>
                <a:ea typeface="微软雅黑" panose="020B0503020204020204" pitchFamily="34" charset="-122"/>
              </a:rPr>
              <a:t>单点登录系统</a:t>
            </a:r>
            <a:endParaRPr lang="zh-CN" altLang="en-US" sz="28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grpSp>
        <p:nvGrpSpPr>
          <p:cNvPr id="36" name="组合 2"/>
          <p:cNvGrpSpPr/>
          <p:nvPr/>
        </p:nvGrpSpPr>
        <p:grpSpPr bwMode="auto">
          <a:xfrm>
            <a:off x="2051685" y="892810"/>
            <a:ext cx="4745355" cy="142875"/>
            <a:chOff x="0" y="0"/>
            <a:chExt cx="3580582" cy="158874"/>
          </a:xfrm>
        </p:grpSpPr>
        <p:grpSp>
          <p:nvGrpSpPr>
            <p:cNvPr id="37" name="组合 61"/>
            <p:cNvGrpSpPr/>
            <p:nvPr/>
          </p:nvGrpSpPr>
          <p:grpSpPr bwMode="auto">
            <a:xfrm>
              <a:off x="0" y="0"/>
              <a:ext cx="792088" cy="158874"/>
              <a:chOff x="0" y="0"/>
              <a:chExt cx="792088" cy="158874"/>
            </a:xfrm>
          </p:grpSpPr>
          <p:sp>
            <p:nvSpPr>
              <p:cNvPr id="42" name="直接连接符 70"/>
              <p:cNvSpPr>
                <a:spLocks noChangeShapeType="1"/>
              </p:cNvSpPr>
              <p:nvPr/>
            </p:nvSpPr>
            <p:spPr bwMode="auto">
              <a:xfrm flipH="1">
                <a:off x="0" y="79437"/>
                <a:ext cx="792088" cy="1"/>
              </a:xfrm>
              <a:prstGeom prst="line">
                <a:avLst/>
              </a:prstGeom>
              <a:noFill/>
              <a:ln w="6350" cap="flat" cmpd="sng">
                <a:solidFill>
                  <a:schemeClr val="tx2"/>
                </a:solidFill>
                <a:bevel/>
              </a:ln>
              <a:extLst>
                <a:ext uri="{909E8E84-426E-40DD-AFC4-6F175D3DCCD1}">
                  <a14:hiddenFill xmlns:a14="http://schemas.microsoft.com/office/drawing/2010/main">
                    <a:noFill/>
                  </a14:hiddenFill>
                </a:ext>
              </a:extLst>
            </p:spPr>
            <p:txBody>
              <a:bodyPr/>
              <a:lstStyle/>
              <a:p>
                <a:endParaRPr lang="zh-CN" altLang="en-US"/>
              </a:p>
            </p:txBody>
          </p:sp>
          <p:sp>
            <p:nvSpPr>
              <p:cNvPr id="70" name="直接连接符 71"/>
              <p:cNvSpPr>
                <a:spLocks noChangeShapeType="1"/>
              </p:cNvSpPr>
              <p:nvPr/>
            </p:nvSpPr>
            <p:spPr bwMode="auto">
              <a:xfrm flipH="1">
                <a:off x="216024" y="0"/>
                <a:ext cx="576064" cy="1"/>
              </a:xfrm>
              <a:prstGeom prst="line">
                <a:avLst/>
              </a:prstGeom>
              <a:noFill/>
              <a:ln w="6350" cap="flat" cmpd="sng">
                <a:solidFill>
                  <a:schemeClr val="tx2"/>
                </a:solidFill>
                <a:bevel/>
              </a:ln>
              <a:extLst>
                <a:ext uri="{909E8E84-426E-40DD-AFC4-6F175D3DCCD1}">
                  <a14:hiddenFill xmlns:a14="http://schemas.microsoft.com/office/drawing/2010/main">
                    <a:noFill/>
                  </a14:hiddenFill>
                </a:ext>
              </a:extLst>
            </p:spPr>
            <p:txBody>
              <a:bodyPr/>
              <a:lstStyle/>
              <a:p>
                <a:endParaRPr lang="zh-CN" altLang="en-US"/>
              </a:p>
            </p:txBody>
          </p:sp>
          <p:sp>
            <p:nvSpPr>
              <p:cNvPr id="76" name="直接连接符 72"/>
              <p:cNvSpPr>
                <a:spLocks noChangeShapeType="1"/>
              </p:cNvSpPr>
              <p:nvPr/>
            </p:nvSpPr>
            <p:spPr bwMode="auto">
              <a:xfrm flipH="1">
                <a:off x="396044" y="158874"/>
                <a:ext cx="396044" cy="1"/>
              </a:xfrm>
              <a:prstGeom prst="line">
                <a:avLst/>
              </a:prstGeom>
              <a:noFill/>
              <a:ln w="6350" cap="flat" cmpd="sng">
                <a:solidFill>
                  <a:schemeClr val="tx2"/>
                </a:solidFill>
                <a:bevel/>
              </a:ln>
              <a:extLst>
                <a:ext uri="{909E8E84-426E-40DD-AFC4-6F175D3DCCD1}">
                  <a14:hiddenFill xmlns:a14="http://schemas.microsoft.com/office/drawing/2010/main">
                    <a:noFill/>
                  </a14:hiddenFill>
                </a:ext>
              </a:extLst>
            </p:spPr>
            <p:txBody>
              <a:bodyPr/>
              <a:lstStyle/>
              <a:p>
                <a:endParaRPr lang="zh-CN" altLang="en-US"/>
              </a:p>
            </p:txBody>
          </p:sp>
        </p:grpSp>
        <p:grpSp>
          <p:nvGrpSpPr>
            <p:cNvPr id="38" name="组合 62"/>
            <p:cNvGrpSpPr/>
            <p:nvPr/>
          </p:nvGrpSpPr>
          <p:grpSpPr bwMode="auto">
            <a:xfrm rot="10800000">
              <a:off x="2788494" y="0"/>
              <a:ext cx="792088" cy="158874"/>
              <a:chOff x="0" y="0"/>
              <a:chExt cx="792088" cy="158874"/>
            </a:xfrm>
          </p:grpSpPr>
          <p:sp>
            <p:nvSpPr>
              <p:cNvPr id="39" name="直接连接符 67"/>
              <p:cNvSpPr>
                <a:spLocks noChangeShapeType="1"/>
              </p:cNvSpPr>
              <p:nvPr/>
            </p:nvSpPr>
            <p:spPr bwMode="auto">
              <a:xfrm flipH="1">
                <a:off x="0" y="79437"/>
                <a:ext cx="792088" cy="1"/>
              </a:xfrm>
              <a:prstGeom prst="line">
                <a:avLst/>
              </a:prstGeom>
              <a:noFill/>
              <a:ln w="6350" cap="flat" cmpd="sng">
                <a:solidFill>
                  <a:schemeClr val="tx2"/>
                </a:solidFill>
                <a:bevel/>
              </a:ln>
              <a:extLst>
                <a:ext uri="{909E8E84-426E-40DD-AFC4-6F175D3DCCD1}">
                  <a14:hiddenFill xmlns:a14="http://schemas.microsoft.com/office/drawing/2010/main">
                    <a:noFill/>
                  </a14:hiddenFill>
                </a:ext>
              </a:extLst>
            </p:spPr>
            <p:txBody>
              <a:bodyPr/>
              <a:lstStyle/>
              <a:p>
                <a:endParaRPr lang="zh-CN" altLang="en-US"/>
              </a:p>
            </p:txBody>
          </p:sp>
          <p:sp>
            <p:nvSpPr>
              <p:cNvPr id="40" name="直接连接符 68"/>
              <p:cNvSpPr>
                <a:spLocks noChangeShapeType="1"/>
              </p:cNvSpPr>
              <p:nvPr/>
            </p:nvSpPr>
            <p:spPr bwMode="auto">
              <a:xfrm flipH="1">
                <a:off x="216024" y="0"/>
                <a:ext cx="576064" cy="1"/>
              </a:xfrm>
              <a:prstGeom prst="line">
                <a:avLst/>
              </a:prstGeom>
              <a:noFill/>
              <a:ln w="6350" cap="flat" cmpd="sng">
                <a:solidFill>
                  <a:schemeClr val="tx2"/>
                </a:solidFill>
                <a:bevel/>
              </a:ln>
              <a:extLst>
                <a:ext uri="{909E8E84-426E-40DD-AFC4-6F175D3DCCD1}">
                  <a14:hiddenFill xmlns:a14="http://schemas.microsoft.com/office/drawing/2010/main">
                    <a:noFill/>
                  </a14:hiddenFill>
                </a:ext>
              </a:extLst>
            </p:spPr>
            <p:txBody>
              <a:bodyPr/>
              <a:lstStyle/>
              <a:p>
                <a:endParaRPr lang="zh-CN" altLang="en-US"/>
              </a:p>
            </p:txBody>
          </p:sp>
          <p:sp>
            <p:nvSpPr>
              <p:cNvPr id="41" name="直接连接符 69"/>
              <p:cNvSpPr>
                <a:spLocks noChangeShapeType="1"/>
              </p:cNvSpPr>
              <p:nvPr/>
            </p:nvSpPr>
            <p:spPr bwMode="auto">
              <a:xfrm flipH="1">
                <a:off x="396044" y="158874"/>
                <a:ext cx="396044" cy="1"/>
              </a:xfrm>
              <a:prstGeom prst="line">
                <a:avLst/>
              </a:prstGeom>
              <a:noFill/>
              <a:ln w="6350" cap="flat" cmpd="sng">
                <a:solidFill>
                  <a:schemeClr val="tx2"/>
                </a:solidFill>
                <a:bevel/>
              </a:ln>
              <a:extLst>
                <a:ext uri="{909E8E84-426E-40DD-AFC4-6F175D3DCCD1}">
                  <a14:hiddenFill xmlns:a14="http://schemas.microsoft.com/office/drawing/2010/main">
                    <a:noFill/>
                  </a14:hiddenFill>
                </a:ext>
              </a:extLst>
            </p:spPr>
            <p:txBody>
              <a:bodyPr/>
              <a:lstStyle/>
              <a:p>
                <a:endParaRPr lang="zh-CN" altLang="en-US"/>
              </a:p>
            </p:txBody>
          </p:sp>
        </p:grpSp>
      </p:grpSp>
      <p:pic>
        <p:nvPicPr>
          <p:cNvPr id="43" name="图片 42" descr="图片包含 物体&#10;&#10;描述已自动生成"/>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94423" y="655329"/>
            <a:ext cx="388986" cy="1907371"/>
          </a:xfrm>
          <a:prstGeom prst="rect">
            <a:avLst/>
          </a:prstGeom>
        </p:spPr>
      </p:pic>
      <p:pic>
        <p:nvPicPr>
          <p:cNvPr id="2" name="图片 1"/>
          <p:cNvPicPr/>
          <p:nvPr/>
        </p:nvPicPr>
        <p:blipFill>
          <a:blip r:embed="rId2"/>
          <a:stretch>
            <a:fillRect/>
          </a:stretch>
        </p:blipFill>
        <p:spPr>
          <a:xfrm>
            <a:off x="1187450" y="1563370"/>
            <a:ext cx="6767830" cy="2632075"/>
          </a:xfrm>
          <a:prstGeom prst="rect">
            <a:avLst/>
          </a:prstGeom>
        </p:spPr>
      </p:pic>
      <p:sp>
        <p:nvSpPr>
          <p:cNvPr id="3" name="文本框 2"/>
          <p:cNvSpPr txBox="1"/>
          <p:nvPr/>
        </p:nvSpPr>
        <p:spPr>
          <a:xfrm>
            <a:off x="374015" y="4515485"/>
            <a:ext cx="8395970" cy="368300"/>
          </a:xfrm>
          <a:prstGeom prst="rect">
            <a:avLst/>
          </a:prstGeom>
          <a:noFill/>
        </p:spPr>
        <p:txBody>
          <a:bodyPr wrap="square" rtlCol="0" anchor="t">
            <a:spAutoFit/>
          </a:bodyPr>
          <a:p>
            <a:r>
              <a:rPr lang="zh-CN" altLang="en-US">
                <a:sym typeface="+mn-ea"/>
              </a:rPr>
              <a:t>减少密码管理负担：用户无需记住多个应用的不同凭据，提高安全性和便利性。</a:t>
            </a:r>
            <a:endParaRPr lang="zh-CN" altLang="en-US">
              <a:sym typeface="+mn-ea"/>
            </a:endParaRPr>
          </a:p>
        </p:txBody>
      </p:sp>
    </p:spTree>
    <p:custDataLst>
      <p:tags r:id="rId3"/>
    </p:custDataLst>
  </p:cSld>
  <p:clrMapOvr>
    <a:masterClrMapping/>
  </p:clrMapOvr>
  <p:transition spd="slow" advClick="0" advTm="0">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71"/>
                                        </p:tgtEl>
                                        <p:attrNameLst>
                                          <p:attrName>style.visibility</p:attrName>
                                        </p:attrNameLst>
                                      </p:cBhvr>
                                      <p:to>
                                        <p:strVal val="visible"/>
                                      </p:to>
                                    </p:set>
                                    <p:animEffect transition="in" filter="wipe(left)">
                                      <p:cBhvr>
                                        <p:cTn id="7" dur="300"/>
                                        <p:tgtEl>
                                          <p:spTgt spid="71"/>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72"/>
                                        </p:tgtEl>
                                        <p:attrNameLst>
                                          <p:attrName>style.visibility</p:attrName>
                                        </p:attrNameLst>
                                      </p:cBhvr>
                                      <p:to>
                                        <p:strVal val="visible"/>
                                      </p:to>
                                    </p:set>
                                    <p:animEffect transition="in" filter="wipe(down)">
                                      <p:cBhvr>
                                        <p:cTn id="11" dur="300"/>
                                        <p:tgtEl>
                                          <p:spTgt spid="72"/>
                                        </p:tgtEl>
                                      </p:cBhvr>
                                    </p:animEffect>
                                  </p:childTnLst>
                                </p:cTn>
                              </p:par>
                            </p:childTnLst>
                          </p:cTn>
                        </p:par>
                        <p:par>
                          <p:cTn id="12" fill="hold">
                            <p:stCondLst>
                              <p:cond delay="1000"/>
                            </p:stCondLst>
                            <p:childTnLst>
                              <p:par>
                                <p:cTn id="13" presetID="12" presetClass="entr" presetSubtype="8" fill="hold" grpId="0" nodeType="afterEffect">
                                  <p:stCondLst>
                                    <p:cond delay="0"/>
                                  </p:stCondLst>
                                  <p:childTnLst>
                                    <p:set>
                                      <p:cBhvr>
                                        <p:cTn id="14" dur="1" fill="hold">
                                          <p:stCondLst>
                                            <p:cond delay="0"/>
                                          </p:stCondLst>
                                        </p:cTn>
                                        <p:tgtEl>
                                          <p:spTgt spid="73"/>
                                        </p:tgtEl>
                                        <p:attrNameLst>
                                          <p:attrName>style.visibility</p:attrName>
                                        </p:attrNameLst>
                                      </p:cBhvr>
                                      <p:to>
                                        <p:strVal val="visible"/>
                                      </p:to>
                                    </p:set>
                                    <p:anim calcmode="lin" valueType="num">
                                      <p:cBhvr additive="base">
                                        <p:cTn id="15" dur="500"/>
                                        <p:tgtEl>
                                          <p:spTgt spid="73"/>
                                        </p:tgtEl>
                                        <p:attrNameLst>
                                          <p:attrName>ppt_x</p:attrName>
                                        </p:attrNameLst>
                                      </p:cBhvr>
                                      <p:tavLst>
                                        <p:tav tm="0">
                                          <p:val>
                                            <p:strVal val="#ppt_x-#ppt_w*1.125000"/>
                                          </p:val>
                                        </p:tav>
                                        <p:tav tm="100000">
                                          <p:val>
                                            <p:strVal val="#ppt_x"/>
                                          </p:val>
                                        </p:tav>
                                      </p:tavLst>
                                    </p:anim>
                                    <p:animEffect transition="in" filter="wipe(right)">
                                      <p:cBhvr>
                                        <p:cTn id="16" dur="500"/>
                                        <p:tgtEl>
                                          <p:spTgt spid="73"/>
                                        </p:tgtEl>
                                      </p:cBhvr>
                                    </p:animEffect>
                                  </p:childTnLst>
                                </p:cTn>
                              </p:par>
                              <p:par>
                                <p:cTn id="17" presetID="12" presetClass="entr" presetSubtype="8" fill="hold" nodeType="withEffect">
                                  <p:stCondLst>
                                    <p:cond delay="0"/>
                                  </p:stCondLst>
                                  <p:childTnLst>
                                    <p:set>
                                      <p:cBhvr>
                                        <p:cTn id="18" dur="1" fill="hold">
                                          <p:stCondLst>
                                            <p:cond delay="0"/>
                                          </p:stCondLst>
                                        </p:cTn>
                                        <p:tgtEl>
                                          <p:spTgt spid="75"/>
                                        </p:tgtEl>
                                        <p:attrNameLst>
                                          <p:attrName>style.visibility</p:attrName>
                                        </p:attrNameLst>
                                      </p:cBhvr>
                                      <p:to>
                                        <p:strVal val="visible"/>
                                      </p:to>
                                    </p:set>
                                    <p:anim calcmode="lin" valueType="num">
                                      <p:cBhvr additive="base">
                                        <p:cTn id="19" dur="500"/>
                                        <p:tgtEl>
                                          <p:spTgt spid="75"/>
                                        </p:tgtEl>
                                        <p:attrNameLst>
                                          <p:attrName>ppt_x</p:attrName>
                                        </p:attrNameLst>
                                      </p:cBhvr>
                                      <p:tavLst>
                                        <p:tav tm="0">
                                          <p:val>
                                            <p:strVal val="#ppt_x-#ppt_w*1.125000"/>
                                          </p:val>
                                        </p:tav>
                                        <p:tav tm="100000">
                                          <p:val>
                                            <p:strVal val="#ppt_x"/>
                                          </p:val>
                                        </p:tav>
                                      </p:tavLst>
                                    </p:anim>
                                    <p:animEffect transition="in" filter="wipe(right)">
                                      <p:cBhvr>
                                        <p:cTn id="20" dur="500"/>
                                        <p:tgtEl>
                                          <p:spTgt spid="75"/>
                                        </p:tgtEl>
                                      </p:cBhvr>
                                    </p:animEffect>
                                  </p:childTnLst>
                                </p:cTn>
                              </p:par>
                              <p:par>
                                <p:cTn id="21" presetID="12" presetClass="entr" presetSubtype="8" fill="hold" grpId="0" nodeType="withEffect">
                                  <p:stCondLst>
                                    <p:cond delay="0"/>
                                  </p:stCondLst>
                                  <p:childTnLst>
                                    <p:set>
                                      <p:cBhvr>
                                        <p:cTn id="22" dur="1" fill="hold">
                                          <p:stCondLst>
                                            <p:cond delay="0"/>
                                          </p:stCondLst>
                                        </p:cTn>
                                        <p:tgtEl>
                                          <p:spTgt spid="74"/>
                                        </p:tgtEl>
                                        <p:attrNameLst>
                                          <p:attrName>style.visibility</p:attrName>
                                        </p:attrNameLst>
                                      </p:cBhvr>
                                      <p:to>
                                        <p:strVal val="visible"/>
                                      </p:to>
                                    </p:set>
                                    <p:anim calcmode="lin" valueType="num">
                                      <p:cBhvr additive="base">
                                        <p:cTn id="23" dur="500"/>
                                        <p:tgtEl>
                                          <p:spTgt spid="74"/>
                                        </p:tgtEl>
                                        <p:attrNameLst>
                                          <p:attrName>ppt_x</p:attrName>
                                        </p:attrNameLst>
                                      </p:cBhvr>
                                      <p:tavLst>
                                        <p:tav tm="0">
                                          <p:val>
                                            <p:strVal val="#ppt_x-#ppt_w*1.125000"/>
                                          </p:val>
                                        </p:tav>
                                        <p:tav tm="100000">
                                          <p:val>
                                            <p:strVal val="#ppt_x"/>
                                          </p:val>
                                        </p:tav>
                                      </p:tavLst>
                                    </p:anim>
                                    <p:animEffect transition="in" filter="wipe(right)">
                                      <p:cBhvr>
                                        <p:cTn id="24" dur="500"/>
                                        <p:tgtEl>
                                          <p:spTgt spid="74"/>
                                        </p:tgtEl>
                                      </p:cBhvr>
                                    </p:animEffect>
                                  </p:childTnLst>
                                </p:cTn>
                              </p:par>
                            </p:childTnLst>
                          </p:cTn>
                        </p:par>
                        <p:par>
                          <p:cTn id="25" fill="hold">
                            <p:stCondLst>
                              <p:cond delay="1500"/>
                            </p:stCondLst>
                            <p:childTnLst>
                              <p:par>
                                <p:cTn id="26" presetID="23" presetClass="entr" presetSubtype="36" fill="hold" nodeType="afterEffect">
                                  <p:stCondLst>
                                    <p:cond delay="0"/>
                                  </p:stCondLst>
                                  <p:childTnLst>
                                    <p:set>
                                      <p:cBhvr>
                                        <p:cTn id="27" dur="1" fill="hold">
                                          <p:stCondLst>
                                            <p:cond delay="0"/>
                                          </p:stCondLst>
                                        </p:cTn>
                                        <p:tgtEl>
                                          <p:spTgt spid="36"/>
                                        </p:tgtEl>
                                        <p:attrNameLst>
                                          <p:attrName>style.visibility</p:attrName>
                                        </p:attrNameLst>
                                      </p:cBhvr>
                                      <p:to>
                                        <p:strVal val="visible"/>
                                      </p:to>
                                    </p:set>
                                    <p:anim calcmode="lin" valueType="num">
                                      <p:cBhvr>
                                        <p:cTn id="28" dur="500" fill="hold"/>
                                        <p:tgtEl>
                                          <p:spTgt spid="36"/>
                                        </p:tgtEl>
                                        <p:attrNameLst>
                                          <p:attrName>ppt_w</p:attrName>
                                        </p:attrNameLst>
                                      </p:cBhvr>
                                      <p:tavLst>
                                        <p:tav tm="0">
                                          <p:val>
                                            <p:strVal val="(6*min(max(#ppt_w*#ppt_h,.3),1)-7.4)/-.7*#ppt_w"/>
                                          </p:val>
                                        </p:tav>
                                        <p:tav tm="100000">
                                          <p:val>
                                            <p:strVal val="#ppt_w"/>
                                          </p:val>
                                        </p:tav>
                                      </p:tavLst>
                                    </p:anim>
                                    <p:anim calcmode="lin" valueType="num">
                                      <p:cBhvr>
                                        <p:cTn id="29" dur="500" fill="hold"/>
                                        <p:tgtEl>
                                          <p:spTgt spid="36"/>
                                        </p:tgtEl>
                                        <p:attrNameLst>
                                          <p:attrName>ppt_h</p:attrName>
                                        </p:attrNameLst>
                                      </p:cBhvr>
                                      <p:tavLst>
                                        <p:tav tm="0">
                                          <p:val>
                                            <p:strVal val="(6*min(max(#ppt_w*#ppt_h,.3),1)-7.4)/-.7*#ppt_h"/>
                                          </p:val>
                                        </p:tav>
                                        <p:tav tm="100000">
                                          <p:val>
                                            <p:strVal val="#ppt_h"/>
                                          </p:val>
                                        </p:tav>
                                      </p:tavLst>
                                    </p:anim>
                                    <p:anim calcmode="lin" valueType="num">
                                      <p:cBhvr>
                                        <p:cTn id="30" dur="500" fill="hold"/>
                                        <p:tgtEl>
                                          <p:spTgt spid="36"/>
                                        </p:tgtEl>
                                        <p:attrNameLst>
                                          <p:attrName>ppt_x</p:attrName>
                                        </p:attrNameLst>
                                      </p:cBhvr>
                                      <p:tavLst>
                                        <p:tav tm="0">
                                          <p:val>
                                            <p:fltVal val="0.5"/>
                                          </p:val>
                                        </p:tav>
                                        <p:tav tm="100000">
                                          <p:val>
                                            <p:strVal val="#ppt_x"/>
                                          </p:val>
                                        </p:tav>
                                      </p:tavLst>
                                    </p:anim>
                                    <p:anim calcmode="lin" valueType="num">
                                      <p:cBhvr>
                                        <p:cTn id="31" dur="500" fill="hold"/>
                                        <p:tgtEl>
                                          <p:spTgt spid="36"/>
                                        </p:tgtEl>
                                        <p:attrNameLst>
                                          <p:attrName>ppt_y</p:attrName>
                                        </p:attrNameLst>
                                      </p:cBhvr>
                                      <p:tavLst>
                                        <p:tav tm="0">
                                          <p:val>
                                            <p:strVal val="1+(6*min(max(#ppt_w*#ppt_h,.3),1)-7.4)/-.7*#ppt_h/2"/>
                                          </p:val>
                                        </p:tav>
                                        <p:tav tm="100000">
                                          <p:val>
                                            <p:strVal val="#ppt_y"/>
                                          </p:val>
                                        </p:tav>
                                      </p:tavLst>
                                    </p:anim>
                                  </p:childTnLst>
                                </p:cTn>
                              </p:par>
                              <p:par>
                                <p:cTn id="32" presetID="23" presetClass="entr" presetSubtype="36" fill="hold" grpId="0" nodeType="withEffect">
                                  <p:stCondLst>
                                    <p:cond delay="0"/>
                                  </p:stCondLst>
                                  <p:childTnLst>
                                    <p:set>
                                      <p:cBhvr>
                                        <p:cTn id="33" dur="1" fill="hold">
                                          <p:stCondLst>
                                            <p:cond delay="0"/>
                                          </p:stCondLst>
                                        </p:cTn>
                                        <p:tgtEl>
                                          <p:spTgt spid="35"/>
                                        </p:tgtEl>
                                        <p:attrNameLst>
                                          <p:attrName>style.visibility</p:attrName>
                                        </p:attrNameLst>
                                      </p:cBhvr>
                                      <p:to>
                                        <p:strVal val="visible"/>
                                      </p:to>
                                    </p:set>
                                    <p:anim calcmode="lin" valueType="num">
                                      <p:cBhvr>
                                        <p:cTn id="34" dur="500" fill="hold"/>
                                        <p:tgtEl>
                                          <p:spTgt spid="35"/>
                                        </p:tgtEl>
                                        <p:attrNameLst>
                                          <p:attrName>ppt_w</p:attrName>
                                        </p:attrNameLst>
                                      </p:cBhvr>
                                      <p:tavLst>
                                        <p:tav tm="0">
                                          <p:val>
                                            <p:strVal val="(6*min(max(#ppt_w*#ppt_h,.3),1)-7.4)/-.7*#ppt_w"/>
                                          </p:val>
                                        </p:tav>
                                        <p:tav tm="100000">
                                          <p:val>
                                            <p:strVal val="#ppt_w"/>
                                          </p:val>
                                        </p:tav>
                                      </p:tavLst>
                                    </p:anim>
                                    <p:anim calcmode="lin" valueType="num">
                                      <p:cBhvr>
                                        <p:cTn id="35" dur="500" fill="hold"/>
                                        <p:tgtEl>
                                          <p:spTgt spid="35"/>
                                        </p:tgtEl>
                                        <p:attrNameLst>
                                          <p:attrName>ppt_h</p:attrName>
                                        </p:attrNameLst>
                                      </p:cBhvr>
                                      <p:tavLst>
                                        <p:tav tm="0">
                                          <p:val>
                                            <p:strVal val="(6*min(max(#ppt_w*#ppt_h,.3),1)-7.4)/-.7*#ppt_h"/>
                                          </p:val>
                                        </p:tav>
                                        <p:tav tm="100000">
                                          <p:val>
                                            <p:strVal val="#ppt_h"/>
                                          </p:val>
                                        </p:tav>
                                      </p:tavLst>
                                    </p:anim>
                                    <p:anim calcmode="lin" valueType="num">
                                      <p:cBhvr>
                                        <p:cTn id="36" dur="500" fill="hold"/>
                                        <p:tgtEl>
                                          <p:spTgt spid="35"/>
                                        </p:tgtEl>
                                        <p:attrNameLst>
                                          <p:attrName>ppt_x</p:attrName>
                                        </p:attrNameLst>
                                      </p:cBhvr>
                                      <p:tavLst>
                                        <p:tav tm="0">
                                          <p:val>
                                            <p:fltVal val="0.5"/>
                                          </p:val>
                                        </p:tav>
                                        <p:tav tm="100000">
                                          <p:val>
                                            <p:strVal val="#ppt_x"/>
                                          </p:val>
                                        </p:tav>
                                      </p:tavLst>
                                    </p:anim>
                                    <p:anim calcmode="lin" valueType="num">
                                      <p:cBhvr>
                                        <p:cTn id="37" dur="500" fill="hold"/>
                                        <p:tgtEl>
                                          <p:spTgt spid="35"/>
                                        </p:tgtEl>
                                        <p:attrNameLst>
                                          <p:attrName>ppt_y</p:attrName>
                                        </p:attrNameLst>
                                      </p:cBhvr>
                                      <p:tavLst>
                                        <p:tav tm="0">
                                          <p:val>
                                            <p:strVal val="1+(6*min(max(#ppt_w*#ppt_h,.3),1)-7.4)/-.7*#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 grpId="0" bldLvl="0" animBg="1"/>
      <p:bldP spid="73" grpId="0"/>
      <p:bldP spid="74" grpId="0"/>
      <p:bldP spid="35" grpId="0" bldLvl="0" autoUpdateAnimBg="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4" name="直接连接符 23"/>
          <p:cNvCxnSpPr/>
          <p:nvPr/>
        </p:nvCxnSpPr>
        <p:spPr>
          <a:xfrm>
            <a:off x="515257" y="624114"/>
            <a:ext cx="8113486" cy="0"/>
          </a:xfrm>
          <a:prstGeom prst="line">
            <a:avLst/>
          </a:prstGeom>
          <a:ln w="12700">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25" name="椭圆 24"/>
          <p:cNvSpPr/>
          <p:nvPr/>
        </p:nvSpPr>
        <p:spPr>
          <a:xfrm>
            <a:off x="646880" y="242192"/>
            <a:ext cx="274777" cy="274777"/>
          </a:xfrm>
          <a:prstGeom prst="ellipse">
            <a:avLst/>
          </a:prstGeom>
          <a:solidFill>
            <a:srgbClr val="679E2A"/>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pitchFamily="34" charset="-122"/>
            </a:endParaRPr>
          </a:p>
        </p:txBody>
      </p:sp>
      <p:sp>
        <p:nvSpPr>
          <p:cNvPr id="26" name="TextBox 25"/>
          <p:cNvSpPr txBox="1"/>
          <p:nvPr/>
        </p:nvSpPr>
        <p:spPr>
          <a:xfrm>
            <a:off x="908957" y="206330"/>
            <a:ext cx="1351280" cy="706755"/>
          </a:xfrm>
          <a:prstGeom prst="rect">
            <a:avLst/>
          </a:prstGeom>
          <a:noFill/>
        </p:spPr>
        <p:txBody>
          <a:bodyPr wrap="none" rtlCol="0">
            <a:spAutoFit/>
          </a:bodyPr>
          <a:lstStyle/>
          <a:p>
            <a:pPr algn="l">
              <a:tabLst>
                <a:tab pos="718820" algn="l"/>
              </a:tabLst>
            </a:pPr>
            <a:r>
              <a:rPr lang="zh-CN" altLang="en-US" sz="2000" spc="300" dirty="0">
                <a:solidFill>
                  <a:schemeClr val="tx1">
                    <a:lumMod val="65000"/>
                    <a:lumOff val="35000"/>
                  </a:schemeClr>
                </a:solidFill>
                <a:latin typeface="微软雅黑" panose="020B0503020204020204" pitchFamily="34" charset="-122"/>
                <a:ea typeface="微软雅黑" panose="020B0503020204020204" pitchFamily="34" charset="-122"/>
                <a:sym typeface="+mn-ea"/>
              </a:rPr>
              <a:t>选题背景</a:t>
            </a:r>
            <a:endParaRPr lang="zh-CN" altLang="en-US" sz="2000" spc="300" dirty="0">
              <a:solidFill>
                <a:schemeClr val="tx1">
                  <a:lumMod val="65000"/>
                  <a:lumOff val="35000"/>
                </a:schemeClr>
              </a:solidFill>
              <a:latin typeface="微软雅黑" panose="020B0503020204020204" pitchFamily="34" charset="-122"/>
              <a:ea typeface="微软雅黑" panose="020B0503020204020204" pitchFamily="34" charset="-122"/>
            </a:endParaRPr>
          </a:p>
          <a:p>
            <a:pPr>
              <a:tabLst>
                <a:tab pos="718820" algn="l"/>
              </a:tabLst>
            </a:pPr>
            <a:endParaRPr lang="zh-CN" altLang="en-US" sz="2000" spc="3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27" name="TextBox 26"/>
          <p:cNvSpPr txBox="1"/>
          <p:nvPr/>
        </p:nvSpPr>
        <p:spPr>
          <a:xfrm>
            <a:off x="2450298" y="237108"/>
            <a:ext cx="1870710" cy="337185"/>
          </a:xfrm>
          <a:prstGeom prst="rect">
            <a:avLst/>
          </a:prstGeom>
          <a:noFill/>
        </p:spPr>
        <p:txBody>
          <a:bodyPr wrap="none" rtlCol="0">
            <a:spAutoFit/>
          </a:bodyPr>
          <a:lstStyle/>
          <a:p>
            <a:pPr algn="ctr"/>
            <a:r>
              <a:rPr lang="en-US" altLang="zh-CN" sz="1600" dirty="0">
                <a:solidFill>
                  <a:schemeClr val="tx1">
                    <a:lumMod val="50000"/>
                    <a:lumOff val="50000"/>
                  </a:schemeClr>
                </a:solidFill>
                <a:latin typeface="微软雅黑" panose="020B0503020204020204" pitchFamily="34" charset="-122"/>
                <a:ea typeface="微软雅黑" panose="020B0503020204020204" pitchFamily="34" charset="-122"/>
                <a:sym typeface="+mn-ea"/>
              </a:rPr>
              <a:t>RESEARCH IDEAS</a:t>
            </a:r>
            <a:endParaRPr lang="zh-CN" altLang="en-US" sz="1600" dirty="0">
              <a:solidFill>
                <a:schemeClr val="tx1">
                  <a:lumMod val="50000"/>
                  <a:lumOff val="50000"/>
                </a:schemeClr>
              </a:solidFill>
              <a:latin typeface="微软雅黑" panose="020B0503020204020204" pitchFamily="34" charset="-122"/>
              <a:ea typeface="微软雅黑" panose="020B0503020204020204" pitchFamily="34" charset="-122"/>
            </a:endParaRPr>
          </a:p>
        </p:txBody>
      </p:sp>
      <p:cxnSp>
        <p:nvCxnSpPr>
          <p:cNvPr id="28" name="直接连接符 27"/>
          <p:cNvCxnSpPr/>
          <p:nvPr/>
        </p:nvCxnSpPr>
        <p:spPr>
          <a:xfrm>
            <a:off x="2307128" y="302089"/>
            <a:ext cx="0" cy="208592"/>
          </a:xfrm>
          <a:prstGeom prst="line">
            <a:avLst/>
          </a:prstGeom>
          <a:ln w="190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pic>
        <p:nvPicPr>
          <p:cNvPr id="70" name="图片 69" descr="图片包含 物体&#10;&#10;描述已自动生成"/>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94423" y="655329"/>
            <a:ext cx="388986" cy="1907371"/>
          </a:xfrm>
          <a:prstGeom prst="rect">
            <a:avLst/>
          </a:prstGeom>
        </p:spPr>
      </p:pic>
      <p:grpSp>
        <p:nvGrpSpPr>
          <p:cNvPr id="13" name="组合 12"/>
          <p:cNvGrpSpPr/>
          <p:nvPr/>
        </p:nvGrpSpPr>
        <p:grpSpPr>
          <a:xfrm>
            <a:off x="453872" y="1654029"/>
            <a:ext cx="1600835" cy="872490"/>
            <a:chOff x="1457739" y="2556580"/>
            <a:chExt cx="1600835" cy="872490"/>
          </a:xfrm>
        </p:grpSpPr>
        <p:sp>
          <p:nvSpPr>
            <p:cNvPr id="15" name="矩形 14"/>
            <p:cNvSpPr/>
            <p:nvPr/>
          </p:nvSpPr>
          <p:spPr>
            <a:xfrm>
              <a:off x="1457739" y="2556580"/>
              <a:ext cx="1600835" cy="872490"/>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p>
          </p:txBody>
        </p:sp>
        <p:sp>
          <p:nvSpPr>
            <p:cNvPr id="16" name="文本框 15"/>
            <p:cNvSpPr txBox="1"/>
            <p:nvPr/>
          </p:nvSpPr>
          <p:spPr>
            <a:xfrm>
              <a:off x="1522973" y="2603284"/>
              <a:ext cx="1492896" cy="645160"/>
            </a:xfrm>
            <a:prstGeom prst="rect">
              <a:avLst/>
            </a:prstGeom>
            <a:noFill/>
          </p:spPr>
          <p:txBody>
            <a:bodyPr wrap="square" rtlCol="0">
              <a:spAutoFit/>
            </a:bodyPr>
            <a:p>
              <a:pPr algn="l"/>
              <a:r>
                <a:rPr kumimoji="1" lang="zh-CN" altLang="en-US" sz="1200" dirty="0">
                  <a:latin typeface="仿宋" panose="02010609060101010101" pitchFamily="49" charset="-122"/>
                  <a:ea typeface="仿宋" panose="02010609060101010101" pitchFamily="49" charset="-122"/>
                  <a:cs typeface="Times New Roman" panose="02020603050405020304" charset="0"/>
                </a:rPr>
                <a:t>从</a:t>
              </a:r>
              <a:r>
                <a:rPr kumimoji="1" lang="en-US" altLang="zh-CN" sz="1200" dirty="0">
                  <a:latin typeface="仿宋" panose="02010609060101010101" pitchFamily="49" charset="-122"/>
                  <a:ea typeface="仿宋" panose="02010609060101010101" pitchFamily="49" charset="-122"/>
                  <a:cs typeface="Times New Roman" panose="02020603050405020304" charset="0"/>
                </a:rPr>
                <a:t> IdP </a:t>
              </a:r>
              <a:r>
                <a:rPr kumimoji="1" lang="zh-CN" altLang="en-US" sz="1200" dirty="0">
                  <a:latin typeface="仿宋" panose="02010609060101010101" pitchFamily="49" charset="-122"/>
                  <a:ea typeface="仿宋" panose="02010609060101010101" pitchFamily="49" charset="-122"/>
                  <a:cs typeface="Times New Roman" panose="02020603050405020304" charset="0"/>
                </a:rPr>
                <a:t>获取数字身份，并拥有自己的属性</a:t>
              </a:r>
              <a:endParaRPr kumimoji="1" lang="zh-CN" altLang="en-US" sz="1200" dirty="0">
                <a:latin typeface="仿宋" panose="02010609060101010101" pitchFamily="49" charset="-122"/>
                <a:ea typeface="仿宋" panose="02010609060101010101" pitchFamily="49" charset="-122"/>
                <a:cs typeface="Times New Roman" panose="02020603050405020304" charset="0"/>
              </a:endParaRPr>
            </a:p>
          </p:txBody>
        </p:sp>
      </p:grpSp>
      <p:grpSp>
        <p:nvGrpSpPr>
          <p:cNvPr id="17" name="组合 16"/>
          <p:cNvGrpSpPr/>
          <p:nvPr/>
        </p:nvGrpSpPr>
        <p:grpSpPr>
          <a:xfrm>
            <a:off x="-108585" y="3466465"/>
            <a:ext cx="2014855" cy="1168400"/>
            <a:chOff x="757149" y="2231985"/>
            <a:chExt cx="2193486" cy="1271409"/>
          </a:xfrm>
        </p:grpSpPr>
        <p:sp>
          <p:nvSpPr>
            <p:cNvPr id="18" name="矩形 17"/>
            <p:cNvSpPr/>
            <p:nvPr/>
          </p:nvSpPr>
          <p:spPr>
            <a:xfrm>
              <a:off x="822748" y="2231985"/>
              <a:ext cx="2126890" cy="1271409"/>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p>
          </p:txBody>
        </p:sp>
        <p:sp>
          <p:nvSpPr>
            <p:cNvPr id="20" name="文本框 19"/>
            <p:cNvSpPr txBox="1"/>
            <p:nvPr/>
          </p:nvSpPr>
          <p:spPr>
            <a:xfrm>
              <a:off x="757149" y="2298096"/>
              <a:ext cx="2193486" cy="1104191"/>
            </a:xfrm>
            <a:prstGeom prst="rect">
              <a:avLst/>
            </a:prstGeom>
            <a:noFill/>
          </p:spPr>
          <p:txBody>
            <a:bodyPr wrap="square" rtlCol="0">
              <a:spAutoFit/>
            </a:bodyPr>
            <a:p>
              <a:pPr marL="342900" indent="-342900" algn="l">
                <a:buFont typeface="+mj-ea"/>
                <a:buAutoNum type="circleNumDbPlain"/>
              </a:pPr>
              <a:r>
                <a:rPr kumimoji="1" lang="zh-CN" altLang="en-US" sz="1200" dirty="0">
                  <a:latin typeface="仿宋" panose="02010609060101010101" pitchFamily="49" charset="-122"/>
                  <a:ea typeface="仿宋" panose="02010609060101010101" pitchFamily="49" charset="-122"/>
                  <a:cs typeface="Times New Roman" panose="02020603050405020304" charset="0"/>
                </a:rPr>
                <a:t>管理用户的数字身份</a:t>
              </a:r>
              <a:endParaRPr kumimoji="1" lang="en-US" altLang="zh-CN" sz="1200" dirty="0">
                <a:latin typeface="仿宋" panose="02010609060101010101" pitchFamily="49" charset="-122"/>
                <a:ea typeface="仿宋" panose="02010609060101010101" pitchFamily="49" charset="-122"/>
                <a:cs typeface="Times New Roman" panose="02020603050405020304" charset="0"/>
              </a:endParaRPr>
            </a:p>
            <a:p>
              <a:pPr marL="342900" indent="-342900" algn="l">
                <a:buFont typeface="+mj-ea"/>
                <a:buAutoNum type="circleNumDbPlain"/>
              </a:pPr>
              <a:r>
                <a:rPr kumimoji="1" lang="zh-CN" altLang="en-US" sz="1200" dirty="0">
                  <a:latin typeface="仿宋" panose="02010609060101010101" pitchFamily="49" charset="-122"/>
                  <a:ea typeface="仿宋" panose="02010609060101010101" pitchFamily="49" charset="-122"/>
                  <a:cs typeface="Times New Roman" panose="02020603050405020304" charset="0"/>
                </a:rPr>
                <a:t>对用户进行认证，发放（增加、删除、修改等）凭证</a:t>
              </a:r>
              <a:endParaRPr kumimoji="1" lang="en-US" altLang="zh-CN" sz="1200" dirty="0">
                <a:latin typeface="仿宋" panose="02010609060101010101" pitchFamily="49" charset="-122"/>
                <a:ea typeface="仿宋" panose="02010609060101010101" pitchFamily="49" charset="-122"/>
                <a:cs typeface="Times New Roman" panose="02020603050405020304" charset="0"/>
              </a:endParaRPr>
            </a:p>
            <a:p>
              <a:pPr marL="342900" indent="-342900" algn="l">
                <a:buFont typeface="+mj-ea"/>
                <a:buAutoNum type="circleNumDbPlain"/>
              </a:pPr>
              <a:r>
                <a:rPr kumimoji="1" lang="zh-CN" altLang="en-US" sz="1200" dirty="0">
                  <a:latin typeface="仿宋" panose="02010609060101010101" pitchFamily="49" charset="-122"/>
                  <a:ea typeface="仿宋" panose="02010609060101010101" pitchFamily="49" charset="-122"/>
                  <a:cs typeface="Times New Roman" panose="02020603050405020304" charset="0"/>
                </a:rPr>
                <a:t>向</a:t>
              </a:r>
              <a:r>
                <a:rPr kumimoji="1" lang="en-US" altLang="zh-CN" sz="1200" dirty="0">
                  <a:latin typeface="仿宋" panose="02010609060101010101" pitchFamily="49" charset="-122"/>
                  <a:ea typeface="仿宋" panose="02010609060101010101" pitchFamily="49" charset="-122"/>
                  <a:cs typeface="Times New Roman" panose="02020603050405020304" charset="0"/>
                </a:rPr>
                <a:t> SP </a:t>
              </a:r>
              <a:r>
                <a:rPr kumimoji="1" lang="zh-CN" altLang="en-US" sz="1200" dirty="0">
                  <a:latin typeface="仿宋" panose="02010609060101010101" pitchFamily="49" charset="-122"/>
                  <a:ea typeface="仿宋" panose="02010609060101010101" pitchFamily="49" charset="-122"/>
                  <a:cs typeface="Times New Roman" panose="02020603050405020304" charset="0"/>
                </a:rPr>
                <a:t>担保用户身份</a:t>
              </a:r>
              <a:endParaRPr kumimoji="1" lang="zh-CN" altLang="en-US" sz="1200" dirty="0">
                <a:latin typeface="仿宋" panose="02010609060101010101" pitchFamily="49" charset="-122"/>
                <a:ea typeface="仿宋" panose="02010609060101010101" pitchFamily="49" charset="-122"/>
                <a:cs typeface="Times New Roman" panose="02020603050405020304" charset="0"/>
              </a:endParaRPr>
            </a:p>
          </p:txBody>
        </p:sp>
      </p:grpSp>
      <p:sp>
        <p:nvSpPr>
          <p:cNvPr id="21" name="文本框 20"/>
          <p:cNvSpPr txBox="1"/>
          <p:nvPr/>
        </p:nvSpPr>
        <p:spPr>
          <a:xfrm>
            <a:off x="7019925" y="2643505"/>
            <a:ext cx="2143125" cy="1383665"/>
          </a:xfrm>
          <a:prstGeom prst="rect">
            <a:avLst/>
          </a:prstGeom>
          <a:solidFill>
            <a:schemeClr val="accent3">
              <a:lumMod val="20000"/>
              <a:lumOff val="80000"/>
            </a:schemeClr>
          </a:solidFill>
        </p:spPr>
        <p:txBody>
          <a:bodyPr wrap="square" rtlCol="0">
            <a:spAutoFit/>
          </a:bodyPr>
          <a:p>
            <a:pPr marL="342900" indent="-342900" algn="l">
              <a:buFont typeface="+mj-ea"/>
              <a:buAutoNum type="circleNumDbPlain"/>
            </a:pPr>
            <a:r>
              <a:rPr kumimoji="1" lang="zh-CN" altLang="en-US" sz="1400" dirty="0">
                <a:latin typeface="仿宋" panose="02010609060101010101" pitchFamily="49" charset="-122"/>
                <a:ea typeface="仿宋" panose="02010609060101010101" pitchFamily="49" charset="-122"/>
                <a:cs typeface="Times New Roman" panose="02020603050405020304" charset="0"/>
              </a:rPr>
              <a:t>控制对服务的访问</a:t>
            </a:r>
            <a:endParaRPr kumimoji="1" lang="en-US" altLang="zh-CN" sz="1400" dirty="0">
              <a:latin typeface="仿宋" panose="02010609060101010101" pitchFamily="49" charset="-122"/>
              <a:ea typeface="仿宋" panose="02010609060101010101" pitchFamily="49" charset="-122"/>
              <a:cs typeface="Times New Roman" panose="02020603050405020304" charset="0"/>
            </a:endParaRPr>
          </a:p>
          <a:p>
            <a:pPr marL="342900" indent="-342900" algn="l">
              <a:buFont typeface="+mj-ea"/>
              <a:buAutoNum type="circleNumDbPlain"/>
            </a:pPr>
            <a:r>
              <a:rPr kumimoji="1" lang="zh-CN" altLang="en-US" sz="1400" dirty="0">
                <a:latin typeface="仿宋" panose="02010609060101010101" pitchFamily="49" charset="-122"/>
                <a:ea typeface="仿宋" panose="02010609060101010101" pitchFamily="49" charset="-122"/>
                <a:cs typeface="Times New Roman" panose="02020603050405020304" charset="0"/>
              </a:rPr>
              <a:t>通过</a:t>
            </a:r>
            <a:r>
              <a:rPr kumimoji="1" lang="en-US" altLang="zh-CN" sz="1400" dirty="0">
                <a:latin typeface="仿宋" panose="02010609060101010101" pitchFamily="49" charset="-122"/>
                <a:ea typeface="仿宋" panose="02010609060101010101" pitchFamily="49" charset="-122"/>
                <a:cs typeface="Times New Roman" panose="02020603050405020304" charset="0"/>
              </a:rPr>
              <a:t> IdP </a:t>
            </a:r>
            <a:r>
              <a:rPr kumimoji="1" lang="zh-CN" altLang="en-US" sz="1400" dirty="0">
                <a:latin typeface="仿宋" panose="02010609060101010101" pitchFamily="49" charset="-122"/>
                <a:ea typeface="仿宋" panose="02010609060101010101" pitchFamily="49" charset="-122"/>
                <a:cs typeface="Times New Roman" panose="02020603050405020304" charset="0"/>
              </a:rPr>
              <a:t>提供的结果验证用户身份并提供服务</a:t>
            </a:r>
            <a:endParaRPr kumimoji="1" lang="en-US" altLang="zh-CN" sz="1400" dirty="0">
              <a:latin typeface="仿宋" panose="02010609060101010101" pitchFamily="49" charset="-122"/>
              <a:ea typeface="仿宋" panose="02010609060101010101" pitchFamily="49" charset="-122"/>
              <a:cs typeface="Times New Roman" panose="02020603050405020304" charset="0"/>
            </a:endParaRPr>
          </a:p>
          <a:p>
            <a:pPr marL="342900" indent="-342900" algn="l">
              <a:buFont typeface="+mj-ea"/>
              <a:buAutoNum type="circleNumDbPlain"/>
            </a:pPr>
            <a:r>
              <a:rPr kumimoji="1" lang="zh-CN" altLang="en-US" sz="1400" dirty="0">
                <a:latin typeface="仿宋" panose="02010609060101010101" pitchFamily="49" charset="-122"/>
                <a:ea typeface="仿宋" panose="02010609060101010101" pitchFamily="49" charset="-122"/>
                <a:cs typeface="Times New Roman" panose="02020603050405020304" charset="0"/>
              </a:rPr>
              <a:t>管理用户在本地的属性</a:t>
            </a:r>
            <a:endParaRPr kumimoji="1" lang="en-US" altLang="zh-CN" sz="1400" dirty="0">
              <a:latin typeface="仿宋" panose="02010609060101010101" pitchFamily="49" charset="-122"/>
              <a:ea typeface="仿宋" panose="02010609060101010101" pitchFamily="49" charset="-122"/>
              <a:cs typeface="Times New Roman" panose="02020603050405020304" charset="0"/>
            </a:endParaRPr>
          </a:p>
        </p:txBody>
      </p:sp>
      <p:pic>
        <p:nvPicPr>
          <p:cNvPr id="76" name="图片 75"/>
          <p:cNvPicPr>
            <a:picLocks noChangeAspect="1"/>
          </p:cNvPicPr>
          <p:nvPr/>
        </p:nvPicPr>
        <p:blipFill>
          <a:blip r:embed="rId2"/>
          <a:stretch>
            <a:fillRect/>
          </a:stretch>
        </p:blipFill>
        <p:spPr>
          <a:xfrm>
            <a:off x="1691640" y="1203325"/>
            <a:ext cx="5519420" cy="3457575"/>
          </a:xfrm>
          <a:prstGeom prst="rect">
            <a:avLst/>
          </a:prstGeom>
        </p:spPr>
      </p:pic>
    </p:spTree>
    <p:custDataLst>
      <p:tags r:id="rId3"/>
    </p:custDataLst>
  </p:cSld>
  <p:clrMapOvr>
    <a:masterClrMapping/>
  </p:clrMapOvr>
  <p:transition spd="slow" advClick="0" advTm="0">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wipe(left)">
                                      <p:cBhvr>
                                        <p:cTn id="7" dur="300"/>
                                        <p:tgtEl>
                                          <p:spTgt spid="24"/>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25"/>
                                        </p:tgtEl>
                                        <p:attrNameLst>
                                          <p:attrName>style.visibility</p:attrName>
                                        </p:attrNameLst>
                                      </p:cBhvr>
                                      <p:to>
                                        <p:strVal val="visible"/>
                                      </p:to>
                                    </p:set>
                                    <p:animEffect transition="in" filter="wipe(down)">
                                      <p:cBhvr>
                                        <p:cTn id="11" dur="300"/>
                                        <p:tgtEl>
                                          <p:spTgt spid="25"/>
                                        </p:tgtEl>
                                      </p:cBhvr>
                                    </p:animEffect>
                                  </p:childTnLst>
                                </p:cTn>
                              </p:par>
                            </p:childTnLst>
                          </p:cTn>
                        </p:par>
                        <p:par>
                          <p:cTn id="12" fill="hold">
                            <p:stCondLst>
                              <p:cond delay="1000"/>
                            </p:stCondLst>
                            <p:childTnLst>
                              <p:par>
                                <p:cTn id="13" presetID="12" presetClass="entr" presetSubtype="8" fill="hold" grpId="0" nodeType="afterEffect">
                                  <p:stCondLst>
                                    <p:cond delay="0"/>
                                  </p:stCondLst>
                                  <p:childTnLst>
                                    <p:set>
                                      <p:cBhvr>
                                        <p:cTn id="14" dur="1" fill="hold">
                                          <p:stCondLst>
                                            <p:cond delay="0"/>
                                          </p:stCondLst>
                                        </p:cTn>
                                        <p:tgtEl>
                                          <p:spTgt spid="26"/>
                                        </p:tgtEl>
                                        <p:attrNameLst>
                                          <p:attrName>style.visibility</p:attrName>
                                        </p:attrNameLst>
                                      </p:cBhvr>
                                      <p:to>
                                        <p:strVal val="visible"/>
                                      </p:to>
                                    </p:set>
                                    <p:anim calcmode="lin" valueType="num">
                                      <p:cBhvr additive="base">
                                        <p:cTn id="15" dur="500"/>
                                        <p:tgtEl>
                                          <p:spTgt spid="26"/>
                                        </p:tgtEl>
                                        <p:attrNameLst>
                                          <p:attrName>ppt_x</p:attrName>
                                        </p:attrNameLst>
                                      </p:cBhvr>
                                      <p:tavLst>
                                        <p:tav tm="0">
                                          <p:val>
                                            <p:strVal val="#ppt_x-#ppt_w*1.125000"/>
                                          </p:val>
                                        </p:tav>
                                        <p:tav tm="100000">
                                          <p:val>
                                            <p:strVal val="#ppt_x"/>
                                          </p:val>
                                        </p:tav>
                                      </p:tavLst>
                                    </p:anim>
                                    <p:animEffect transition="in" filter="wipe(right)">
                                      <p:cBhvr>
                                        <p:cTn id="16" dur="500"/>
                                        <p:tgtEl>
                                          <p:spTgt spid="26"/>
                                        </p:tgtEl>
                                      </p:cBhvr>
                                    </p:animEffect>
                                  </p:childTnLst>
                                </p:cTn>
                              </p:par>
                              <p:par>
                                <p:cTn id="17" presetID="12" presetClass="entr" presetSubtype="8" fill="hold" nodeType="withEffect">
                                  <p:stCondLst>
                                    <p:cond delay="0"/>
                                  </p:stCondLst>
                                  <p:childTnLst>
                                    <p:set>
                                      <p:cBhvr>
                                        <p:cTn id="18" dur="1" fill="hold">
                                          <p:stCondLst>
                                            <p:cond delay="0"/>
                                          </p:stCondLst>
                                        </p:cTn>
                                        <p:tgtEl>
                                          <p:spTgt spid="28"/>
                                        </p:tgtEl>
                                        <p:attrNameLst>
                                          <p:attrName>style.visibility</p:attrName>
                                        </p:attrNameLst>
                                      </p:cBhvr>
                                      <p:to>
                                        <p:strVal val="visible"/>
                                      </p:to>
                                    </p:set>
                                    <p:anim calcmode="lin" valueType="num">
                                      <p:cBhvr additive="base">
                                        <p:cTn id="19" dur="500"/>
                                        <p:tgtEl>
                                          <p:spTgt spid="28"/>
                                        </p:tgtEl>
                                        <p:attrNameLst>
                                          <p:attrName>ppt_x</p:attrName>
                                        </p:attrNameLst>
                                      </p:cBhvr>
                                      <p:tavLst>
                                        <p:tav tm="0">
                                          <p:val>
                                            <p:strVal val="#ppt_x-#ppt_w*1.125000"/>
                                          </p:val>
                                        </p:tav>
                                        <p:tav tm="100000">
                                          <p:val>
                                            <p:strVal val="#ppt_x"/>
                                          </p:val>
                                        </p:tav>
                                      </p:tavLst>
                                    </p:anim>
                                    <p:animEffect transition="in" filter="wipe(right)">
                                      <p:cBhvr>
                                        <p:cTn id="20" dur="500"/>
                                        <p:tgtEl>
                                          <p:spTgt spid="28"/>
                                        </p:tgtEl>
                                      </p:cBhvr>
                                    </p:animEffect>
                                  </p:childTnLst>
                                </p:cTn>
                              </p:par>
                              <p:par>
                                <p:cTn id="21" presetID="12" presetClass="entr" presetSubtype="8" fill="hold" grpId="0" nodeType="withEffect">
                                  <p:stCondLst>
                                    <p:cond delay="0"/>
                                  </p:stCondLst>
                                  <p:childTnLst>
                                    <p:set>
                                      <p:cBhvr>
                                        <p:cTn id="22" dur="1" fill="hold">
                                          <p:stCondLst>
                                            <p:cond delay="0"/>
                                          </p:stCondLst>
                                        </p:cTn>
                                        <p:tgtEl>
                                          <p:spTgt spid="27"/>
                                        </p:tgtEl>
                                        <p:attrNameLst>
                                          <p:attrName>style.visibility</p:attrName>
                                        </p:attrNameLst>
                                      </p:cBhvr>
                                      <p:to>
                                        <p:strVal val="visible"/>
                                      </p:to>
                                    </p:set>
                                    <p:anim calcmode="lin" valueType="num">
                                      <p:cBhvr additive="base">
                                        <p:cTn id="23" dur="500"/>
                                        <p:tgtEl>
                                          <p:spTgt spid="27"/>
                                        </p:tgtEl>
                                        <p:attrNameLst>
                                          <p:attrName>ppt_x</p:attrName>
                                        </p:attrNameLst>
                                      </p:cBhvr>
                                      <p:tavLst>
                                        <p:tav tm="0">
                                          <p:val>
                                            <p:strVal val="#ppt_x-#ppt_w*1.125000"/>
                                          </p:val>
                                        </p:tav>
                                        <p:tav tm="100000">
                                          <p:val>
                                            <p:strVal val="#ppt_x"/>
                                          </p:val>
                                        </p:tav>
                                      </p:tavLst>
                                    </p:anim>
                                    <p:animEffect transition="in" filter="wipe(right)">
                                      <p:cBhvr>
                                        <p:cTn id="24"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6" grpId="0"/>
      <p:bldP spid="27"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1" name="直接连接符 70"/>
          <p:cNvCxnSpPr/>
          <p:nvPr/>
        </p:nvCxnSpPr>
        <p:spPr>
          <a:xfrm>
            <a:off x="515257" y="624114"/>
            <a:ext cx="8113486" cy="0"/>
          </a:xfrm>
          <a:prstGeom prst="line">
            <a:avLst/>
          </a:prstGeom>
          <a:ln w="12700">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72" name="椭圆 71"/>
          <p:cNvSpPr/>
          <p:nvPr/>
        </p:nvSpPr>
        <p:spPr>
          <a:xfrm>
            <a:off x="646880" y="242192"/>
            <a:ext cx="274777" cy="274777"/>
          </a:xfrm>
          <a:prstGeom prst="ellipse">
            <a:avLst/>
          </a:prstGeom>
          <a:solidFill>
            <a:srgbClr val="679E2A"/>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pitchFamily="34" charset="-122"/>
            </a:endParaRPr>
          </a:p>
        </p:txBody>
      </p:sp>
      <p:sp>
        <p:nvSpPr>
          <p:cNvPr id="73" name="TextBox 72"/>
          <p:cNvSpPr txBox="1"/>
          <p:nvPr/>
        </p:nvSpPr>
        <p:spPr>
          <a:xfrm>
            <a:off x="908957" y="206330"/>
            <a:ext cx="1364476" cy="400110"/>
          </a:xfrm>
          <a:prstGeom prst="rect">
            <a:avLst/>
          </a:prstGeom>
          <a:noFill/>
        </p:spPr>
        <p:txBody>
          <a:bodyPr wrap="none" rtlCol="0">
            <a:spAutoFit/>
          </a:bodyPr>
          <a:lstStyle/>
          <a:p>
            <a:r>
              <a:rPr lang="zh-CN" altLang="en-US" sz="2000" spc="300" dirty="0">
                <a:solidFill>
                  <a:schemeClr val="tx1">
                    <a:lumMod val="65000"/>
                    <a:lumOff val="35000"/>
                  </a:schemeClr>
                </a:solidFill>
                <a:latin typeface="微软雅黑" panose="020B0503020204020204" pitchFamily="34" charset="-122"/>
                <a:ea typeface="微软雅黑" panose="020B0503020204020204" pitchFamily="34" charset="-122"/>
              </a:rPr>
              <a:t>选题背景</a:t>
            </a:r>
            <a:endParaRPr lang="zh-CN" altLang="en-US" sz="2000" spc="3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74" name="TextBox 73"/>
          <p:cNvSpPr txBox="1"/>
          <p:nvPr/>
        </p:nvSpPr>
        <p:spPr>
          <a:xfrm>
            <a:off x="2390916" y="237108"/>
            <a:ext cx="1890967" cy="338554"/>
          </a:xfrm>
          <a:prstGeom prst="rect">
            <a:avLst/>
          </a:prstGeom>
          <a:noFill/>
        </p:spPr>
        <p:txBody>
          <a:bodyPr wrap="none" rtlCol="0">
            <a:spAutoFit/>
          </a:bodyPr>
          <a:lstStyle/>
          <a:p>
            <a:r>
              <a:rPr lang="en-US" altLang="zh-CN" sz="1600" dirty="0">
                <a:solidFill>
                  <a:schemeClr val="tx1">
                    <a:lumMod val="50000"/>
                    <a:lumOff val="50000"/>
                  </a:schemeClr>
                </a:solidFill>
                <a:latin typeface="微软雅黑" panose="020B0503020204020204" pitchFamily="34" charset="-122"/>
                <a:ea typeface="微软雅黑" panose="020B0503020204020204" pitchFamily="34" charset="-122"/>
              </a:rPr>
              <a:t>RESEARCH IDEAS</a:t>
            </a:r>
            <a:endParaRPr lang="zh-CN" altLang="en-US" sz="1600" dirty="0">
              <a:solidFill>
                <a:schemeClr val="tx1">
                  <a:lumMod val="50000"/>
                  <a:lumOff val="50000"/>
                </a:schemeClr>
              </a:solidFill>
              <a:latin typeface="微软雅黑" panose="020B0503020204020204" pitchFamily="34" charset="-122"/>
              <a:ea typeface="微软雅黑" panose="020B0503020204020204" pitchFamily="34" charset="-122"/>
            </a:endParaRPr>
          </a:p>
        </p:txBody>
      </p:sp>
      <p:cxnSp>
        <p:nvCxnSpPr>
          <p:cNvPr id="75" name="直接连接符 74"/>
          <p:cNvCxnSpPr/>
          <p:nvPr/>
        </p:nvCxnSpPr>
        <p:spPr>
          <a:xfrm>
            <a:off x="2332175" y="302089"/>
            <a:ext cx="0" cy="208592"/>
          </a:xfrm>
          <a:prstGeom prst="line">
            <a:avLst/>
          </a:prstGeom>
          <a:ln w="190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19" name="TextBox 18"/>
          <p:cNvSpPr txBox="1"/>
          <p:nvPr/>
        </p:nvSpPr>
        <p:spPr>
          <a:xfrm>
            <a:off x="2421451" y="2404621"/>
            <a:ext cx="1002118" cy="245745"/>
          </a:xfrm>
          <a:prstGeom prst="rect">
            <a:avLst/>
          </a:prstGeom>
          <a:noFill/>
        </p:spPr>
        <p:txBody>
          <a:bodyPr wrap="square" lIns="0" tIns="0" rIns="0" bIns="0" rtlCol="0" anchor="t">
            <a:spAutoFit/>
          </a:bodyPr>
          <a:lstStyle/>
          <a:p>
            <a:pPr algn="ctr"/>
            <a:r>
              <a:rPr lang="en-US" sz="1600" dirty="0">
                <a:solidFill>
                  <a:srgbClr val="679E2A"/>
                </a:solidFill>
                <a:latin typeface="微软雅黑" panose="020B0503020204020204" pitchFamily="34" charset="-122"/>
                <a:ea typeface="微软雅黑" panose="020B0503020204020204" pitchFamily="34" charset="-122"/>
              </a:rPr>
              <a:t>OAuth 2.0</a:t>
            </a:r>
            <a:endParaRPr lang="en-US" sz="1600" dirty="0">
              <a:solidFill>
                <a:srgbClr val="679E2A"/>
              </a:solidFill>
              <a:latin typeface="微软雅黑" panose="020B0503020204020204" pitchFamily="34" charset="-122"/>
              <a:ea typeface="微软雅黑" panose="020B0503020204020204" pitchFamily="34" charset="-122"/>
            </a:endParaRPr>
          </a:p>
        </p:txBody>
      </p:sp>
      <p:grpSp>
        <p:nvGrpSpPr>
          <p:cNvPr id="20" name="组合 19"/>
          <p:cNvGrpSpPr/>
          <p:nvPr/>
        </p:nvGrpSpPr>
        <p:grpSpPr>
          <a:xfrm>
            <a:off x="2604799" y="1634552"/>
            <a:ext cx="635422" cy="635422"/>
            <a:chOff x="4529353" y="932804"/>
            <a:chExt cx="806358" cy="806358"/>
          </a:xfrm>
        </p:grpSpPr>
        <p:grpSp>
          <p:nvGrpSpPr>
            <p:cNvPr id="21" name="组合 20"/>
            <p:cNvGrpSpPr/>
            <p:nvPr/>
          </p:nvGrpSpPr>
          <p:grpSpPr>
            <a:xfrm>
              <a:off x="4529353" y="932804"/>
              <a:ext cx="806358" cy="806358"/>
              <a:chOff x="3724320" y="1908536"/>
              <a:chExt cx="1329153" cy="1329153"/>
            </a:xfrm>
          </p:grpSpPr>
          <p:sp>
            <p:nvSpPr>
              <p:cNvPr id="23" name="椭圆 22"/>
              <p:cNvSpPr/>
              <p:nvPr/>
            </p:nvSpPr>
            <p:spPr>
              <a:xfrm>
                <a:off x="3724320" y="1908536"/>
                <a:ext cx="1329153" cy="1329153"/>
              </a:xfrm>
              <a:prstGeom prst="ellipse">
                <a:avLst/>
              </a:prstGeom>
              <a:gradFill flip="none" rotWithShape="1">
                <a:gsLst>
                  <a:gs pos="0">
                    <a:schemeClr val="bg1"/>
                  </a:gs>
                  <a:gs pos="100000">
                    <a:srgbClr val="DDDEDD"/>
                  </a:gs>
                </a:gsLst>
                <a:lin ang="9600000" scaled="0"/>
                <a:tileRect/>
              </a:gradFill>
              <a:ln w="28575">
                <a:solidFill>
                  <a:schemeClr val="bg1"/>
                </a:solidFill>
              </a:ln>
              <a:effectLst>
                <a:outerShdw blurRad="279400" dist="2540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4" name="椭圆 23"/>
              <p:cNvSpPr/>
              <p:nvPr/>
            </p:nvSpPr>
            <p:spPr>
              <a:xfrm>
                <a:off x="3839838" y="2024052"/>
                <a:ext cx="1098122" cy="1098122"/>
              </a:xfrm>
              <a:prstGeom prst="ellipse">
                <a:avLst/>
              </a:prstGeom>
              <a:solidFill>
                <a:srgbClr val="679E2A"/>
              </a:solidFill>
              <a:ln>
                <a:noFill/>
              </a:ln>
              <a:effectLst>
                <a:innerShdw blurRad="63500" dist="50800" dir="189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chemeClr val="tx1"/>
                  </a:solidFill>
                </a:endParaRPr>
              </a:p>
            </p:txBody>
          </p:sp>
        </p:grpSp>
        <p:sp>
          <p:nvSpPr>
            <p:cNvPr id="22" name="Freeform 144"/>
            <p:cNvSpPr>
              <a:spLocks noEditPoints="1"/>
            </p:cNvSpPr>
            <p:nvPr/>
          </p:nvSpPr>
          <p:spPr bwMode="auto">
            <a:xfrm>
              <a:off x="4749786" y="1205938"/>
              <a:ext cx="332846" cy="288640"/>
            </a:xfrm>
            <a:custGeom>
              <a:avLst/>
              <a:gdLst/>
              <a:ahLst/>
              <a:cxnLst>
                <a:cxn ang="0">
                  <a:pos x="59" y="26"/>
                </a:cxn>
                <a:cxn ang="0">
                  <a:pos x="57" y="28"/>
                </a:cxn>
                <a:cxn ang="0">
                  <a:pos x="20" y="32"/>
                </a:cxn>
                <a:cxn ang="0">
                  <a:pos x="20" y="35"/>
                </a:cxn>
                <a:cxn ang="0">
                  <a:pos x="19" y="37"/>
                </a:cxn>
                <a:cxn ang="0">
                  <a:pos x="52" y="37"/>
                </a:cxn>
                <a:cxn ang="0">
                  <a:pos x="55" y="39"/>
                </a:cxn>
                <a:cxn ang="0">
                  <a:pos x="52" y="42"/>
                </a:cxn>
                <a:cxn ang="0">
                  <a:pos x="16" y="42"/>
                </a:cxn>
                <a:cxn ang="0">
                  <a:pos x="13" y="39"/>
                </a:cxn>
                <a:cxn ang="0">
                  <a:pos x="16" y="34"/>
                </a:cxn>
                <a:cxn ang="0">
                  <a:pos x="9" y="5"/>
                </a:cxn>
                <a:cxn ang="0">
                  <a:pos x="2" y="5"/>
                </a:cxn>
                <a:cxn ang="0">
                  <a:pos x="0" y="3"/>
                </a:cxn>
                <a:cxn ang="0">
                  <a:pos x="2" y="0"/>
                </a:cxn>
                <a:cxn ang="0">
                  <a:pos x="11" y="0"/>
                </a:cxn>
                <a:cxn ang="0">
                  <a:pos x="14" y="5"/>
                </a:cxn>
                <a:cxn ang="0">
                  <a:pos x="57" y="5"/>
                </a:cxn>
                <a:cxn ang="0">
                  <a:pos x="59" y="7"/>
                </a:cxn>
                <a:cxn ang="0">
                  <a:pos x="59" y="26"/>
                </a:cxn>
                <a:cxn ang="0">
                  <a:pos x="18" y="51"/>
                </a:cxn>
                <a:cxn ang="0">
                  <a:pos x="13" y="46"/>
                </a:cxn>
                <a:cxn ang="0">
                  <a:pos x="18" y="42"/>
                </a:cxn>
                <a:cxn ang="0">
                  <a:pos x="23" y="46"/>
                </a:cxn>
                <a:cxn ang="0">
                  <a:pos x="18" y="51"/>
                </a:cxn>
                <a:cxn ang="0">
                  <a:pos x="50" y="51"/>
                </a:cxn>
                <a:cxn ang="0">
                  <a:pos x="45" y="46"/>
                </a:cxn>
                <a:cxn ang="0">
                  <a:pos x="50" y="42"/>
                </a:cxn>
                <a:cxn ang="0">
                  <a:pos x="55" y="46"/>
                </a:cxn>
                <a:cxn ang="0">
                  <a:pos x="50" y="51"/>
                </a:cxn>
              </a:cxnLst>
              <a:rect l="0" t="0" r="r" b="b"/>
              <a:pathLst>
                <a:path w="59" h="51">
                  <a:moveTo>
                    <a:pt x="59" y="26"/>
                  </a:moveTo>
                  <a:cubicBezTo>
                    <a:pt x="59" y="27"/>
                    <a:pt x="58" y="28"/>
                    <a:pt x="57" y="28"/>
                  </a:cubicBezTo>
                  <a:cubicBezTo>
                    <a:pt x="20" y="32"/>
                    <a:pt x="20" y="32"/>
                    <a:pt x="20" y="32"/>
                  </a:cubicBezTo>
                  <a:cubicBezTo>
                    <a:pt x="20" y="33"/>
                    <a:pt x="20" y="34"/>
                    <a:pt x="20" y="35"/>
                  </a:cubicBezTo>
                  <a:cubicBezTo>
                    <a:pt x="20" y="36"/>
                    <a:pt x="20" y="36"/>
                    <a:pt x="19" y="37"/>
                  </a:cubicBezTo>
                  <a:cubicBezTo>
                    <a:pt x="52" y="37"/>
                    <a:pt x="52" y="37"/>
                    <a:pt x="52" y="37"/>
                  </a:cubicBezTo>
                  <a:cubicBezTo>
                    <a:pt x="54" y="37"/>
                    <a:pt x="55" y="38"/>
                    <a:pt x="55" y="39"/>
                  </a:cubicBezTo>
                  <a:cubicBezTo>
                    <a:pt x="55" y="41"/>
                    <a:pt x="54" y="42"/>
                    <a:pt x="52" y="42"/>
                  </a:cubicBezTo>
                  <a:cubicBezTo>
                    <a:pt x="16" y="42"/>
                    <a:pt x="16" y="42"/>
                    <a:pt x="16" y="42"/>
                  </a:cubicBezTo>
                  <a:cubicBezTo>
                    <a:pt x="15" y="42"/>
                    <a:pt x="13" y="41"/>
                    <a:pt x="13" y="39"/>
                  </a:cubicBezTo>
                  <a:cubicBezTo>
                    <a:pt x="13" y="38"/>
                    <a:pt x="15" y="35"/>
                    <a:pt x="16" y="34"/>
                  </a:cubicBezTo>
                  <a:cubicBezTo>
                    <a:pt x="9" y="5"/>
                    <a:pt x="9" y="5"/>
                    <a:pt x="9" y="5"/>
                  </a:cubicBezTo>
                  <a:cubicBezTo>
                    <a:pt x="2" y="5"/>
                    <a:pt x="2" y="5"/>
                    <a:pt x="2" y="5"/>
                  </a:cubicBezTo>
                  <a:cubicBezTo>
                    <a:pt x="1" y="5"/>
                    <a:pt x="0" y="4"/>
                    <a:pt x="0" y="3"/>
                  </a:cubicBezTo>
                  <a:cubicBezTo>
                    <a:pt x="0" y="2"/>
                    <a:pt x="1" y="0"/>
                    <a:pt x="2" y="0"/>
                  </a:cubicBezTo>
                  <a:cubicBezTo>
                    <a:pt x="11" y="0"/>
                    <a:pt x="11" y="0"/>
                    <a:pt x="11" y="0"/>
                  </a:cubicBezTo>
                  <a:cubicBezTo>
                    <a:pt x="14" y="0"/>
                    <a:pt x="14" y="3"/>
                    <a:pt x="14" y="5"/>
                  </a:cubicBezTo>
                  <a:cubicBezTo>
                    <a:pt x="57" y="5"/>
                    <a:pt x="57" y="5"/>
                    <a:pt x="57" y="5"/>
                  </a:cubicBezTo>
                  <a:cubicBezTo>
                    <a:pt x="58" y="5"/>
                    <a:pt x="59" y="6"/>
                    <a:pt x="59" y="7"/>
                  </a:cubicBezTo>
                  <a:lnTo>
                    <a:pt x="59" y="26"/>
                  </a:lnTo>
                  <a:close/>
                  <a:moveTo>
                    <a:pt x="18" y="51"/>
                  </a:moveTo>
                  <a:cubicBezTo>
                    <a:pt x="16" y="51"/>
                    <a:pt x="13" y="49"/>
                    <a:pt x="13" y="46"/>
                  </a:cubicBezTo>
                  <a:cubicBezTo>
                    <a:pt x="13" y="44"/>
                    <a:pt x="16" y="42"/>
                    <a:pt x="18" y="42"/>
                  </a:cubicBezTo>
                  <a:cubicBezTo>
                    <a:pt x="21" y="42"/>
                    <a:pt x="23" y="44"/>
                    <a:pt x="23" y="46"/>
                  </a:cubicBezTo>
                  <a:cubicBezTo>
                    <a:pt x="23" y="49"/>
                    <a:pt x="21" y="51"/>
                    <a:pt x="18" y="51"/>
                  </a:cubicBezTo>
                  <a:close/>
                  <a:moveTo>
                    <a:pt x="50" y="51"/>
                  </a:moveTo>
                  <a:cubicBezTo>
                    <a:pt x="47" y="51"/>
                    <a:pt x="45" y="49"/>
                    <a:pt x="45" y="46"/>
                  </a:cubicBezTo>
                  <a:cubicBezTo>
                    <a:pt x="45" y="44"/>
                    <a:pt x="47" y="42"/>
                    <a:pt x="50" y="42"/>
                  </a:cubicBezTo>
                  <a:cubicBezTo>
                    <a:pt x="53" y="42"/>
                    <a:pt x="55" y="44"/>
                    <a:pt x="55" y="46"/>
                  </a:cubicBezTo>
                  <a:cubicBezTo>
                    <a:pt x="55" y="49"/>
                    <a:pt x="53" y="51"/>
                    <a:pt x="50" y="51"/>
                  </a:cubicBezTo>
                  <a:close/>
                </a:path>
              </a:pathLst>
            </a:custGeom>
            <a:solidFill>
              <a:schemeClr val="bg1"/>
            </a:solidFill>
            <a:ln w="9525">
              <a:noFill/>
              <a:round/>
            </a:ln>
          </p:spPr>
          <p:txBody>
            <a:bodyPr vert="horz" wrap="square" lIns="91440" tIns="45720" rIns="91440" bIns="45720" numCol="1" anchor="t" anchorCtr="0" compatLnSpc="1"/>
            <a:lstStyle/>
            <a:p>
              <a:endParaRPr lang="en-US">
                <a:latin typeface="+mj-ea"/>
                <a:ea typeface="+mj-ea"/>
              </a:endParaRPr>
            </a:p>
          </p:txBody>
        </p:sp>
      </p:grpSp>
      <p:grpSp>
        <p:nvGrpSpPr>
          <p:cNvPr id="25" name="组合 24"/>
          <p:cNvGrpSpPr/>
          <p:nvPr/>
        </p:nvGrpSpPr>
        <p:grpSpPr>
          <a:xfrm>
            <a:off x="5938846" y="3293051"/>
            <a:ext cx="635422" cy="635422"/>
            <a:chOff x="8057061" y="3375186"/>
            <a:chExt cx="635422" cy="635422"/>
          </a:xfrm>
        </p:grpSpPr>
        <p:grpSp>
          <p:nvGrpSpPr>
            <p:cNvPr id="26" name="组合 25"/>
            <p:cNvGrpSpPr/>
            <p:nvPr/>
          </p:nvGrpSpPr>
          <p:grpSpPr>
            <a:xfrm>
              <a:off x="8057061" y="3375186"/>
              <a:ext cx="635422" cy="635422"/>
              <a:chOff x="3724322" y="1908536"/>
              <a:chExt cx="1329153" cy="1329153"/>
            </a:xfrm>
          </p:grpSpPr>
          <p:sp>
            <p:nvSpPr>
              <p:cNvPr id="28" name="椭圆 27"/>
              <p:cNvSpPr/>
              <p:nvPr/>
            </p:nvSpPr>
            <p:spPr>
              <a:xfrm>
                <a:off x="3724322" y="1908536"/>
                <a:ext cx="1329153" cy="1329153"/>
              </a:xfrm>
              <a:prstGeom prst="ellipse">
                <a:avLst/>
              </a:prstGeom>
              <a:gradFill flip="none" rotWithShape="1">
                <a:gsLst>
                  <a:gs pos="0">
                    <a:schemeClr val="bg1"/>
                  </a:gs>
                  <a:gs pos="100000">
                    <a:srgbClr val="DDDEDD"/>
                  </a:gs>
                </a:gsLst>
                <a:lin ang="9600000" scaled="0"/>
                <a:tileRect/>
              </a:gradFill>
              <a:ln w="28575">
                <a:solidFill>
                  <a:schemeClr val="bg1"/>
                </a:solidFill>
              </a:ln>
              <a:effectLst>
                <a:outerShdw blurRad="279400" dist="2540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9" name="椭圆 28"/>
              <p:cNvSpPr/>
              <p:nvPr/>
            </p:nvSpPr>
            <p:spPr>
              <a:xfrm>
                <a:off x="3839838" y="2024052"/>
                <a:ext cx="1098122" cy="1098122"/>
              </a:xfrm>
              <a:prstGeom prst="ellipse">
                <a:avLst/>
              </a:prstGeom>
              <a:solidFill>
                <a:srgbClr val="679E2A"/>
              </a:solidFill>
              <a:ln>
                <a:noFill/>
              </a:ln>
              <a:effectLst>
                <a:innerShdw blurRad="63500" dist="50800" dir="189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chemeClr val="tx1"/>
                  </a:solidFill>
                </a:endParaRPr>
              </a:p>
            </p:txBody>
          </p:sp>
        </p:grpSp>
        <p:sp>
          <p:nvSpPr>
            <p:cNvPr id="27" name="Freeform 20"/>
            <p:cNvSpPr/>
            <p:nvPr/>
          </p:nvSpPr>
          <p:spPr bwMode="auto">
            <a:xfrm>
              <a:off x="8245635" y="3596276"/>
              <a:ext cx="246092" cy="246089"/>
            </a:xfrm>
            <a:custGeom>
              <a:avLst/>
              <a:gdLst/>
              <a:ahLst/>
              <a:cxnLst>
                <a:cxn ang="0">
                  <a:pos x="33" y="27"/>
                </a:cxn>
                <a:cxn ang="0">
                  <a:pos x="46" y="40"/>
                </a:cxn>
                <a:cxn ang="0">
                  <a:pos x="51" y="35"/>
                </a:cxn>
                <a:cxn ang="0">
                  <a:pos x="53" y="34"/>
                </a:cxn>
                <a:cxn ang="0">
                  <a:pos x="55" y="36"/>
                </a:cxn>
                <a:cxn ang="0">
                  <a:pos x="55" y="52"/>
                </a:cxn>
                <a:cxn ang="0">
                  <a:pos x="52" y="55"/>
                </a:cxn>
                <a:cxn ang="0">
                  <a:pos x="36" y="55"/>
                </a:cxn>
                <a:cxn ang="0">
                  <a:pos x="34" y="53"/>
                </a:cxn>
                <a:cxn ang="0">
                  <a:pos x="35" y="51"/>
                </a:cxn>
                <a:cxn ang="0">
                  <a:pos x="40" y="46"/>
                </a:cxn>
                <a:cxn ang="0">
                  <a:pos x="27" y="33"/>
                </a:cxn>
                <a:cxn ang="0">
                  <a:pos x="15" y="46"/>
                </a:cxn>
                <a:cxn ang="0">
                  <a:pos x="20" y="51"/>
                </a:cxn>
                <a:cxn ang="0">
                  <a:pos x="20" y="53"/>
                </a:cxn>
                <a:cxn ang="0">
                  <a:pos x="18" y="55"/>
                </a:cxn>
                <a:cxn ang="0">
                  <a:pos x="2" y="55"/>
                </a:cxn>
                <a:cxn ang="0">
                  <a:pos x="0" y="52"/>
                </a:cxn>
                <a:cxn ang="0">
                  <a:pos x="0" y="36"/>
                </a:cxn>
                <a:cxn ang="0">
                  <a:pos x="1" y="34"/>
                </a:cxn>
                <a:cxn ang="0">
                  <a:pos x="4" y="35"/>
                </a:cxn>
                <a:cxn ang="0">
                  <a:pos x="9" y="40"/>
                </a:cxn>
                <a:cxn ang="0">
                  <a:pos x="21" y="27"/>
                </a:cxn>
                <a:cxn ang="0">
                  <a:pos x="9" y="14"/>
                </a:cxn>
                <a:cxn ang="0">
                  <a:pos x="4" y="20"/>
                </a:cxn>
                <a:cxn ang="0">
                  <a:pos x="2" y="20"/>
                </a:cxn>
                <a:cxn ang="0">
                  <a:pos x="1" y="20"/>
                </a:cxn>
                <a:cxn ang="0">
                  <a:pos x="0" y="18"/>
                </a:cxn>
                <a:cxn ang="0">
                  <a:pos x="0" y="2"/>
                </a:cxn>
                <a:cxn ang="0">
                  <a:pos x="2" y="0"/>
                </a:cxn>
                <a:cxn ang="0">
                  <a:pos x="18" y="0"/>
                </a:cxn>
                <a:cxn ang="0">
                  <a:pos x="20" y="1"/>
                </a:cxn>
                <a:cxn ang="0">
                  <a:pos x="20" y="4"/>
                </a:cxn>
                <a:cxn ang="0">
                  <a:pos x="15" y="9"/>
                </a:cxn>
                <a:cxn ang="0">
                  <a:pos x="27" y="21"/>
                </a:cxn>
                <a:cxn ang="0">
                  <a:pos x="40" y="9"/>
                </a:cxn>
                <a:cxn ang="0">
                  <a:pos x="35" y="4"/>
                </a:cxn>
                <a:cxn ang="0">
                  <a:pos x="34" y="1"/>
                </a:cxn>
                <a:cxn ang="0">
                  <a:pos x="36" y="0"/>
                </a:cxn>
                <a:cxn ang="0">
                  <a:pos x="52" y="0"/>
                </a:cxn>
                <a:cxn ang="0">
                  <a:pos x="55" y="2"/>
                </a:cxn>
                <a:cxn ang="0">
                  <a:pos x="55" y="18"/>
                </a:cxn>
                <a:cxn ang="0">
                  <a:pos x="53" y="20"/>
                </a:cxn>
                <a:cxn ang="0">
                  <a:pos x="52" y="20"/>
                </a:cxn>
                <a:cxn ang="0">
                  <a:pos x="51" y="20"/>
                </a:cxn>
                <a:cxn ang="0">
                  <a:pos x="46" y="14"/>
                </a:cxn>
                <a:cxn ang="0">
                  <a:pos x="33" y="27"/>
                </a:cxn>
              </a:cxnLst>
              <a:rect l="0" t="0" r="r" b="b"/>
              <a:pathLst>
                <a:path w="55" h="55">
                  <a:moveTo>
                    <a:pt x="33" y="27"/>
                  </a:moveTo>
                  <a:cubicBezTo>
                    <a:pt x="46" y="40"/>
                    <a:pt x="46" y="40"/>
                    <a:pt x="46" y="40"/>
                  </a:cubicBezTo>
                  <a:cubicBezTo>
                    <a:pt x="51" y="35"/>
                    <a:pt x="51" y="35"/>
                    <a:pt x="51" y="35"/>
                  </a:cubicBezTo>
                  <a:cubicBezTo>
                    <a:pt x="51" y="34"/>
                    <a:pt x="52" y="34"/>
                    <a:pt x="53" y="34"/>
                  </a:cubicBezTo>
                  <a:cubicBezTo>
                    <a:pt x="54" y="35"/>
                    <a:pt x="55" y="35"/>
                    <a:pt x="55" y="36"/>
                  </a:cubicBezTo>
                  <a:cubicBezTo>
                    <a:pt x="55" y="52"/>
                    <a:pt x="55" y="52"/>
                    <a:pt x="55" y="52"/>
                  </a:cubicBezTo>
                  <a:cubicBezTo>
                    <a:pt x="55" y="54"/>
                    <a:pt x="54" y="55"/>
                    <a:pt x="52" y="55"/>
                  </a:cubicBezTo>
                  <a:cubicBezTo>
                    <a:pt x="36" y="55"/>
                    <a:pt x="36" y="55"/>
                    <a:pt x="36" y="55"/>
                  </a:cubicBezTo>
                  <a:cubicBezTo>
                    <a:pt x="35" y="55"/>
                    <a:pt x="35" y="54"/>
                    <a:pt x="34" y="53"/>
                  </a:cubicBezTo>
                  <a:cubicBezTo>
                    <a:pt x="34" y="52"/>
                    <a:pt x="34" y="51"/>
                    <a:pt x="35" y="51"/>
                  </a:cubicBezTo>
                  <a:cubicBezTo>
                    <a:pt x="40" y="46"/>
                    <a:pt x="40" y="46"/>
                    <a:pt x="40" y="46"/>
                  </a:cubicBezTo>
                  <a:cubicBezTo>
                    <a:pt x="27" y="33"/>
                    <a:pt x="27" y="33"/>
                    <a:pt x="27" y="33"/>
                  </a:cubicBezTo>
                  <a:cubicBezTo>
                    <a:pt x="15" y="46"/>
                    <a:pt x="15" y="46"/>
                    <a:pt x="15" y="46"/>
                  </a:cubicBezTo>
                  <a:cubicBezTo>
                    <a:pt x="20" y="51"/>
                    <a:pt x="20" y="51"/>
                    <a:pt x="20" y="51"/>
                  </a:cubicBezTo>
                  <a:cubicBezTo>
                    <a:pt x="20" y="51"/>
                    <a:pt x="21" y="52"/>
                    <a:pt x="20" y="53"/>
                  </a:cubicBezTo>
                  <a:cubicBezTo>
                    <a:pt x="20" y="54"/>
                    <a:pt x="19" y="55"/>
                    <a:pt x="18" y="55"/>
                  </a:cubicBezTo>
                  <a:cubicBezTo>
                    <a:pt x="2" y="55"/>
                    <a:pt x="2" y="55"/>
                    <a:pt x="2" y="55"/>
                  </a:cubicBezTo>
                  <a:cubicBezTo>
                    <a:pt x="1" y="55"/>
                    <a:pt x="0" y="54"/>
                    <a:pt x="0" y="52"/>
                  </a:cubicBezTo>
                  <a:cubicBezTo>
                    <a:pt x="0" y="36"/>
                    <a:pt x="0" y="36"/>
                    <a:pt x="0" y="36"/>
                  </a:cubicBezTo>
                  <a:cubicBezTo>
                    <a:pt x="0" y="35"/>
                    <a:pt x="0" y="35"/>
                    <a:pt x="1" y="34"/>
                  </a:cubicBezTo>
                  <a:cubicBezTo>
                    <a:pt x="2" y="34"/>
                    <a:pt x="3" y="34"/>
                    <a:pt x="4" y="35"/>
                  </a:cubicBezTo>
                  <a:cubicBezTo>
                    <a:pt x="9" y="40"/>
                    <a:pt x="9" y="40"/>
                    <a:pt x="9" y="40"/>
                  </a:cubicBezTo>
                  <a:cubicBezTo>
                    <a:pt x="21" y="27"/>
                    <a:pt x="21" y="27"/>
                    <a:pt x="21" y="27"/>
                  </a:cubicBezTo>
                  <a:cubicBezTo>
                    <a:pt x="9" y="14"/>
                    <a:pt x="9" y="14"/>
                    <a:pt x="9" y="14"/>
                  </a:cubicBezTo>
                  <a:cubicBezTo>
                    <a:pt x="4" y="20"/>
                    <a:pt x="4" y="20"/>
                    <a:pt x="4" y="20"/>
                  </a:cubicBezTo>
                  <a:cubicBezTo>
                    <a:pt x="3" y="20"/>
                    <a:pt x="3" y="20"/>
                    <a:pt x="2" y="20"/>
                  </a:cubicBezTo>
                  <a:cubicBezTo>
                    <a:pt x="2" y="20"/>
                    <a:pt x="1" y="20"/>
                    <a:pt x="1" y="20"/>
                  </a:cubicBezTo>
                  <a:cubicBezTo>
                    <a:pt x="0" y="20"/>
                    <a:pt x="0" y="19"/>
                    <a:pt x="0" y="18"/>
                  </a:cubicBezTo>
                  <a:cubicBezTo>
                    <a:pt x="0" y="2"/>
                    <a:pt x="0" y="2"/>
                    <a:pt x="0" y="2"/>
                  </a:cubicBezTo>
                  <a:cubicBezTo>
                    <a:pt x="0" y="1"/>
                    <a:pt x="1" y="0"/>
                    <a:pt x="2" y="0"/>
                  </a:cubicBezTo>
                  <a:cubicBezTo>
                    <a:pt x="18" y="0"/>
                    <a:pt x="18" y="0"/>
                    <a:pt x="18" y="0"/>
                  </a:cubicBezTo>
                  <a:cubicBezTo>
                    <a:pt x="19" y="0"/>
                    <a:pt x="20" y="0"/>
                    <a:pt x="20" y="1"/>
                  </a:cubicBezTo>
                  <a:cubicBezTo>
                    <a:pt x="21" y="2"/>
                    <a:pt x="20" y="3"/>
                    <a:pt x="20" y="4"/>
                  </a:cubicBezTo>
                  <a:cubicBezTo>
                    <a:pt x="15" y="9"/>
                    <a:pt x="15" y="9"/>
                    <a:pt x="15" y="9"/>
                  </a:cubicBezTo>
                  <a:cubicBezTo>
                    <a:pt x="27" y="21"/>
                    <a:pt x="27" y="21"/>
                    <a:pt x="27" y="21"/>
                  </a:cubicBezTo>
                  <a:cubicBezTo>
                    <a:pt x="40" y="9"/>
                    <a:pt x="40" y="9"/>
                    <a:pt x="40" y="9"/>
                  </a:cubicBezTo>
                  <a:cubicBezTo>
                    <a:pt x="35" y="4"/>
                    <a:pt x="35" y="4"/>
                    <a:pt x="35" y="4"/>
                  </a:cubicBezTo>
                  <a:cubicBezTo>
                    <a:pt x="34" y="3"/>
                    <a:pt x="34" y="2"/>
                    <a:pt x="34" y="1"/>
                  </a:cubicBezTo>
                  <a:cubicBezTo>
                    <a:pt x="35" y="0"/>
                    <a:pt x="35" y="0"/>
                    <a:pt x="36" y="0"/>
                  </a:cubicBezTo>
                  <a:cubicBezTo>
                    <a:pt x="52" y="0"/>
                    <a:pt x="52" y="0"/>
                    <a:pt x="52" y="0"/>
                  </a:cubicBezTo>
                  <a:cubicBezTo>
                    <a:pt x="54" y="0"/>
                    <a:pt x="55" y="1"/>
                    <a:pt x="55" y="2"/>
                  </a:cubicBezTo>
                  <a:cubicBezTo>
                    <a:pt x="55" y="18"/>
                    <a:pt x="55" y="18"/>
                    <a:pt x="55" y="18"/>
                  </a:cubicBezTo>
                  <a:cubicBezTo>
                    <a:pt x="55" y="19"/>
                    <a:pt x="54" y="20"/>
                    <a:pt x="53" y="20"/>
                  </a:cubicBezTo>
                  <a:cubicBezTo>
                    <a:pt x="53" y="20"/>
                    <a:pt x="53" y="20"/>
                    <a:pt x="52" y="20"/>
                  </a:cubicBezTo>
                  <a:cubicBezTo>
                    <a:pt x="52" y="20"/>
                    <a:pt x="51" y="20"/>
                    <a:pt x="51" y="20"/>
                  </a:cubicBezTo>
                  <a:cubicBezTo>
                    <a:pt x="46" y="14"/>
                    <a:pt x="46" y="14"/>
                    <a:pt x="46" y="14"/>
                  </a:cubicBezTo>
                  <a:lnTo>
                    <a:pt x="33" y="27"/>
                  </a:lnTo>
                  <a:close/>
                </a:path>
              </a:pathLst>
            </a:custGeom>
            <a:solidFill>
              <a:schemeClr val="bg1"/>
            </a:solidFill>
            <a:ln w="9525">
              <a:noFill/>
              <a:round/>
            </a:ln>
          </p:spPr>
          <p:txBody>
            <a:bodyPr vert="horz" wrap="square" lIns="91440" tIns="45720" rIns="91440" bIns="45720" numCol="1" anchor="t" anchorCtr="0" compatLnSpc="1"/>
            <a:lstStyle/>
            <a:p>
              <a:endParaRPr lang="en-US">
                <a:latin typeface="+mj-ea"/>
                <a:ea typeface="+mj-ea"/>
              </a:endParaRPr>
            </a:p>
          </p:txBody>
        </p:sp>
      </p:grpSp>
      <p:grpSp>
        <p:nvGrpSpPr>
          <p:cNvPr id="30" name="组合 29"/>
          <p:cNvGrpSpPr/>
          <p:nvPr/>
        </p:nvGrpSpPr>
        <p:grpSpPr>
          <a:xfrm>
            <a:off x="1674251" y="2698216"/>
            <a:ext cx="2492820" cy="179992"/>
            <a:chOff x="3351763" y="2844572"/>
            <a:chExt cx="2492820" cy="179992"/>
          </a:xfrm>
          <a:solidFill>
            <a:srgbClr val="679E2A"/>
          </a:solidFill>
        </p:grpSpPr>
        <p:cxnSp>
          <p:nvCxnSpPr>
            <p:cNvPr id="31" name="Straight Connector 141"/>
            <p:cNvCxnSpPr/>
            <p:nvPr/>
          </p:nvCxnSpPr>
          <p:spPr>
            <a:xfrm flipH="1">
              <a:off x="3351763" y="2937696"/>
              <a:ext cx="2492820" cy="0"/>
            </a:xfrm>
            <a:prstGeom prst="line">
              <a:avLst/>
            </a:prstGeom>
            <a:grpFill/>
            <a:ln w="19050">
              <a:solidFill>
                <a:srgbClr val="679E2A"/>
              </a:solidFill>
              <a:headEnd type="oval"/>
              <a:tailEnd type="oval"/>
            </a:ln>
          </p:spPr>
          <p:style>
            <a:lnRef idx="1">
              <a:schemeClr val="accent1"/>
            </a:lnRef>
            <a:fillRef idx="0">
              <a:schemeClr val="accent1"/>
            </a:fillRef>
            <a:effectRef idx="0">
              <a:schemeClr val="accent1"/>
            </a:effectRef>
            <a:fontRef idx="minor">
              <a:schemeClr val="tx1"/>
            </a:fontRef>
          </p:style>
        </p:cxnSp>
        <p:sp>
          <p:nvSpPr>
            <p:cNvPr id="32" name="椭圆 31"/>
            <p:cNvSpPr/>
            <p:nvPr/>
          </p:nvSpPr>
          <p:spPr>
            <a:xfrm>
              <a:off x="4503648" y="2844572"/>
              <a:ext cx="179992" cy="179992"/>
            </a:xfrm>
            <a:prstGeom prst="ellipse">
              <a:avLst/>
            </a:prstGeom>
            <a:grpFill/>
            <a:ln w="28575">
              <a:noFill/>
            </a:ln>
            <a:effectLst>
              <a:outerShdw blurRad="279400" dist="2540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3" name="组合 32"/>
          <p:cNvGrpSpPr/>
          <p:nvPr/>
        </p:nvGrpSpPr>
        <p:grpSpPr>
          <a:xfrm>
            <a:off x="4986620" y="2698216"/>
            <a:ext cx="2492820" cy="179992"/>
            <a:chOff x="5934360" y="2844572"/>
            <a:chExt cx="2492820" cy="179992"/>
          </a:xfrm>
          <a:solidFill>
            <a:srgbClr val="679E2A"/>
          </a:solidFill>
        </p:grpSpPr>
        <p:cxnSp>
          <p:nvCxnSpPr>
            <p:cNvPr id="43" name="Straight Connector 149"/>
            <p:cNvCxnSpPr/>
            <p:nvPr/>
          </p:nvCxnSpPr>
          <p:spPr>
            <a:xfrm flipH="1">
              <a:off x="5934360" y="2937696"/>
              <a:ext cx="2492820" cy="0"/>
            </a:xfrm>
            <a:prstGeom prst="line">
              <a:avLst/>
            </a:prstGeom>
            <a:grpFill/>
            <a:ln w="19050">
              <a:solidFill>
                <a:srgbClr val="679E2A"/>
              </a:solidFill>
              <a:headEnd type="oval"/>
              <a:tailEnd type="oval"/>
            </a:ln>
          </p:spPr>
          <p:style>
            <a:lnRef idx="1">
              <a:schemeClr val="accent1"/>
            </a:lnRef>
            <a:fillRef idx="0">
              <a:schemeClr val="accent1"/>
            </a:fillRef>
            <a:effectRef idx="0">
              <a:schemeClr val="accent1"/>
            </a:effectRef>
            <a:fontRef idx="minor">
              <a:schemeClr val="tx1"/>
            </a:fontRef>
          </p:style>
        </p:cxnSp>
        <p:sp>
          <p:nvSpPr>
            <p:cNvPr id="44" name="椭圆 43"/>
            <p:cNvSpPr/>
            <p:nvPr/>
          </p:nvSpPr>
          <p:spPr>
            <a:xfrm>
              <a:off x="7065216" y="2844572"/>
              <a:ext cx="179992" cy="179992"/>
            </a:xfrm>
            <a:prstGeom prst="ellipse">
              <a:avLst/>
            </a:prstGeom>
            <a:grpFill/>
            <a:ln w="28575">
              <a:noFill/>
            </a:ln>
            <a:effectLst>
              <a:outerShdw blurRad="279400" dist="2540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5" name="组合 44"/>
          <p:cNvGrpSpPr/>
          <p:nvPr/>
        </p:nvGrpSpPr>
        <p:grpSpPr>
          <a:xfrm>
            <a:off x="4932040" y="1059529"/>
            <a:ext cx="2592288" cy="1625166"/>
            <a:chOff x="5925475" y="1205885"/>
            <a:chExt cx="2592288" cy="1625166"/>
          </a:xfrm>
        </p:grpSpPr>
        <p:sp>
          <p:nvSpPr>
            <p:cNvPr id="46" name="Down Arrow Callout 152"/>
            <p:cNvSpPr/>
            <p:nvPr/>
          </p:nvSpPr>
          <p:spPr>
            <a:xfrm>
              <a:off x="5925475" y="1205938"/>
              <a:ext cx="2582597" cy="1625113"/>
            </a:xfrm>
            <a:prstGeom prst="downArrowCallout">
              <a:avLst>
                <a:gd name="adj1" fmla="val 25776"/>
                <a:gd name="adj2" fmla="val 9254"/>
                <a:gd name="adj3" fmla="val 9254"/>
                <a:gd name="adj4" fmla="val 90746"/>
              </a:avLst>
            </a:prstGeom>
            <a:gradFill flip="none" rotWithShape="1">
              <a:gsLst>
                <a:gs pos="100000">
                  <a:srgbClr val="FCFCFC"/>
                </a:gs>
                <a:gs pos="0">
                  <a:srgbClr val="CCCCCC"/>
                </a:gs>
              </a:gsLst>
              <a:lin ang="7200000" scaled="0"/>
              <a:tileRect/>
            </a:gradFill>
            <a:ln w="12700">
              <a:gradFill>
                <a:gsLst>
                  <a:gs pos="89000">
                    <a:schemeClr val="bg1">
                      <a:lumMod val="85000"/>
                    </a:schemeClr>
                  </a:gs>
                  <a:gs pos="0">
                    <a:schemeClr val="bg1"/>
                  </a:gs>
                </a:gsLst>
                <a:lin ang="7200000" scaled="0"/>
              </a:gradFill>
            </a:ln>
            <a:effectLst>
              <a:outerShdw blurRad="254000" dist="127000" dir="8160000" algn="tr" rotWithShape="0">
                <a:prstClr val="black">
                  <a:alpha val="3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j-ea"/>
                <a:ea typeface="+mj-ea"/>
              </a:endParaRPr>
            </a:p>
          </p:txBody>
        </p:sp>
        <p:sp>
          <p:nvSpPr>
            <p:cNvPr id="47" name="TextBox 46"/>
            <p:cNvSpPr txBox="1"/>
            <p:nvPr/>
          </p:nvSpPr>
          <p:spPr>
            <a:xfrm>
              <a:off x="5997483" y="1436905"/>
              <a:ext cx="2520280" cy="1244600"/>
            </a:xfrm>
            <a:prstGeom prst="rect">
              <a:avLst/>
            </a:prstGeom>
            <a:noFill/>
          </p:spPr>
          <p:txBody>
            <a:bodyPr wrap="square" lIns="0" tIns="0" rtlCol="0" anchor="t">
              <a:spAutoFit/>
            </a:bodyPr>
            <a:lstStyle/>
            <a:p>
              <a:pPr>
                <a:lnSpc>
                  <a:spcPct val="130000"/>
                </a:lnSpc>
              </a:pPr>
              <a:r>
                <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rPr>
                <a:t>是建立在</a:t>
              </a:r>
              <a:r>
                <a:rPr lang="en-US" altLang="zh-CN" sz="1200" dirty="0">
                  <a:solidFill>
                    <a:schemeClr val="tx1">
                      <a:lumMod val="65000"/>
                      <a:lumOff val="35000"/>
                    </a:schemeClr>
                  </a:solidFill>
                  <a:latin typeface="微软雅黑" panose="020B0503020204020204" pitchFamily="34" charset="-122"/>
                  <a:ea typeface="微软雅黑" panose="020B0503020204020204" pitchFamily="34" charset="-122"/>
                </a:rPr>
                <a:t>OAuth 2.0</a:t>
              </a:r>
              <a:r>
                <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rPr>
                <a:t>协议之上的简单身份层，它允许客户端基于授权服务器或身份提供商（</a:t>
              </a:r>
              <a:r>
                <a:rPr lang="en-US" altLang="zh-CN" sz="1200" dirty="0">
                  <a:solidFill>
                    <a:schemeClr val="tx1">
                      <a:lumMod val="65000"/>
                      <a:lumOff val="35000"/>
                    </a:schemeClr>
                  </a:solidFill>
                  <a:latin typeface="微软雅黑" panose="020B0503020204020204" pitchFamily="34" charset="-122"/>
                  <a:ea typeface="微软雅黑" panose="020B0503020204020204" pitchFamily="34" charset="-122"/>
                </a:rPr>
                <a:t>IdP</a:t>
              </a:r>
              <a:r>
                <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rPr>
                <a:t>）进行的身份验证来验证最终用户的身份，并获得用户的相关信息。</a:t>
              </a:r>
              <a:endPar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48" name="TextBox 47"/>
            <p:cNvSpPr txBox="1"/>
            <p:nvPr/>
          </p:nvSpPr>
          <p:spPr>
            <a:xfrm>
              <a:off x="6861207" y="1205885"/>
              <a:ext cx="812800" cy="245745"/>
            </a:xfrm>
            <a:prstGeom prst="rect">
              <a:avLst/>
            </a:prstGeom>
            <a:noFill/>
          </p:spPr>
          <p:txBody>
            <a:bodyPr wrap="none" lIns="0" tIns="0" rIns="0" bIns="0" rtlCol="0" anchor="t">
              <a:spAutoFit/>
            </a:bodyPr>
            <a:lstStyle/>
            <a:p>
              <a:pPr algn="ctr"/>
              <a:r>
                <a:rPr lang="zh-CN" altLang="en-US" sz="1600" dirty="0">
                  <a:solidFill>
                    <a:srgbClr val="679E2A"/>
                  </a:solidFill>
                  <a:latin typeface="微软雅黑" panose="020B0503020204020204" pitchFamily="34" charset="-122"/>
                  <a:ea typeface="微软雅黑" panose="020B0503020204020204" pitchFamily="34" charset="-122"/>
                </a:rPr>
                <a:t>认证框架</a:t>
              </a:r>
              <a:endParaRPr lang="en-US" altLang="zh-CN" sz="1600" dirty="0">
                <a:solidFill>
                  <a:srgbClr val="679E2A"/>
                </a:solidFill>
                <a:latin typeface="微软雅黑" panose="020B0503020204020204" pitchFamily="34" charset="-122"/>
                <a:ea typeface="微软雅黑" panose="020B0503020204020204" pitchFamily="34" charset="-122"/>
              </a:endParaRPr>
            </a:p>
          </p:txBody>
        </p:sp>
      </p:grpSp>
      <p:grpSp>
        <p:nvGrpSpPr>
          <p:cNvPr id="49" name="组合 48"/>
          <p:cNvGrpSpPr/>
          <p:nvPr/>
        </p:nvGrpSpPr>
        <p:grpSpPr>
          <a:xfrm>
            <a:off x="1629363" y="2925866"/>
            <a:ext cx="2582597" cy="1625113"/>
            <a:chOff x="3306875" y="3072222"/>
            <a:chExt cx="2582597" cy="1625113"/>
          </a:xfrm>
        </p:grpSpPr>
        <p:sp>
          <p:nvSpPr>
            <p:cNvPr id="50" name="Down Arrow Callout 144"/>
            <p:cNvSpPr/>
            <p:nvPr/>
          </p:nvSpPr>
          <p:spPr>
            <a:xfrm flipV="1">
              <a:off x="3306875" y="3072222"/>
              <a:ext cx="2582597" cy="1625113"/>
            </a:xfrm>
            <a:prstGeom prst="downArrowCallout">
              <a:avLst>
                <a:gd name="adj1" fmla="val 25776"/>
                <a:gd name="adj2" fmla="val 9254"/>
                <a:gd name="adj3" fmla="val 9254"/>
                <a:gd name="adj4" fmla="val 90746"/>
              </a:avLst>
            </a:prstGeom>
            <a:gradFill flip="none" rotWithShape="1">
              <a:gsLst>
                <a:gs pos="100000">
                  <a:srgbClr val="FCFCFC"/>
                </a:gs>
                <a:gs pos="0">
                  <a:srgbClr val="CCCCCC"/>
                </a:gs>
              </a:gsLst>
              <a:lin ang="7200000" scaled="0"/>
              <a:tileRect/>
            </a:gradFill>
            <a:ln w="12700">
              <a:gradFill>
                <a:gsLst>
                  <a:gs pos="89000">
                    <a:schemeClr val="bg1">
                      <a:lumMod val="85000"/>
                    </a:schemeClr>
                  </a:gs>
                  <a:gs pos="0">
                    <a:schemeClr val="bg1"/>
                  </a:gs>
                </a:gsLst>
                <a:lin ang="7200000" scaled="0"/>
              </a:gradFill>
            </a:ln>
            <a:effectLst>
              <a:outerShdw blurRad="254000" dist="127000" dir="8160000" algn="tr" rotWithShape="0">
                <a:prstClr val="black">
                  <a:alpha val="3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j-ea"/>
                <a:ea typeface="+mj-ea"/>
              </a:endParaRPr>
            </a:p>
          </p:txBody>
        </p:sp>
        <p:sp>
          <p:nvSpPr>
            <p:cNvPr id="51" name="TextBox 50"/>
            <p:cNvSpPr txBox="1"/>
            <p:nvPr/>
          </p:nvSpPr>
          <p:spPr>
            <a:xfrm>
              <a:off x="3369278" y="3651923"/>
              <a:ext cx="2448272" cy="1004570"/>
            </a:xfrm>
            <a:prstGeom prst="rect">
              <a:avLst/>
            </a:prstGeom>
            <a:noFill/>
          </p:spPr>
          <p:txBody>
            <a:bodyPr wrap="square" lIns="0" tIns="0" rtlCol="0" anchor="t">
              <a:spAutoFit/>
            </a:bodyPr>
            <a:lstStyle/>
            <a:p>
              <a:pPr>
                <a:lnSpc>
                  <a:spcPct val="130000"/>
                </a:lnSpc>
              </a:pPr>
              <a:r>
                <a:rPr lang="en-US" altLang="zh-CN" sz="1200" dirty="0">
                  <a:solidFill>
                    <a:schemeClr val="tx1">
                      <a:lumMod val="65000"/>
                      <a:lumOff val="35000"/>
                    </a:schemeClr>
                  </a:solidFill>
                  <a:latin typeface="微软雅黑" panose="020B0503020204020204" pitchFamily="34" charset="-122"/>
                  <a:ea typeface="微软雅黑" panose="020B0503020204020204" pitchFamily="34" charset="-122"/>
                </a:rPr>
                <a:t>OAuth 2.0</a:t>
              </a:r>
              <a:r>
                <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rPr>
                <a:t>是一种授权框架，允许第三方应用在用户授权下访问其存储在服务提供者上的资源，而无需共享用户凭证。</a:t>
              </a:r>
              <a:endPar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52" name="TextBox 51"/>
            <p:cNvSpPr txBox="1"/>
            <p:nvPr/>
          </p:nvSpPr>
          <p:spPr>
            <a:xfrm>
              <a:off x="4193999" y="3366431"/>
              <a:ext cx="812800" cy="245745"/>
            </a:xfrm>
            <a:prstGeom prst="rect">
              <a:avLst/>
            </a:prstGeom>
            <a:noFill/>
          </p:spPr>
          <p:txBody>
            <a:bodyPr wrap="none" lIns="0" tIns="0" rIns="0" bIns="0" rtlCol="0" anchor="t">
              <a:spAutoFit/>
            </a:bodyPr>
            <a:lstStyle/>
            <a:p>
              <a:pPr algn="ctr"/>
              <a:r>
                <a:rPr lang="zh-CN" altLang="en-US" sz="1600" dirty="0">
                  <a:solidFill>
                    <a:srgbClr val="679E2A"/>
                  </a:solidFill>
                  <a:latin typeface="微软雅黑" panose="020B0503020204020204" pitchFamily="34" charset="-122"/>
                  <a:ea typeface="微软雅黑" panose="020B0503020204020204" pitchFamily="34" charset="-122"/>
                </a:rPr>
                <a:t>授权框架</a:t>
              </a:r>
              <a:endParaRPr lang="zh-CN" altLang="en-US" sz="1600" dirty="0">
                <a:solidFill>
                  <a:srgbClr val="679E2A"/>
                </a:solidFill>
                <a:latin typeface="微软雅黑" panose="020B0503020204020204" pitchFamily="34" charset="-122"/>
                <a:ea typeface="微软雅黑" panose="020B0503020204020204" pitchFamily="34" charset="-122"/>
              </a:endParaRPr>
            </a:p>
          </p:txBody>
        </p:sp>
      </p:grpSp>
      <p:sp>
        <p:nvSpPr>
          <p:cNvPr id="53" name="TextBox 52"/>
          <p:cNvSpPr txBox="1"/>
          <p:nvPr/>
        </p:nvSpPr>
        <p:spPr>
          <a:xfrm>
            <a:off x="5072380" y="3003550"/>
            <a:ext cx="2270125" cy="245745"/>
          </a:xfrm>
          <a:prstGeom prst="rect">
            <a:avLst/>
          </a:prstGeom>
          <a:noFill/>
        </p:spPr>
        <p:txBody>
          <a:bodyPr wrap="square" lIns="0" tIns="0" rIns="0" bIns="0" rtlCol="0" anchor="t">
            <a:spAutoFit/>
          </a:bodyPr>
          <a:lstStyle/>
          <a:p>
            <a:pPr algn="ctr"/>
            <a:r>
              <a:rPr lang="en-US" sz="1600" dirty="0">
                <a:solidFill>
                  <a:srgbClr val="679E2A"/>
                </a:solidFill>
                <a:latin typeface="微软雅黑" panose="020B0503020204020204" pitchFamily="34" charset="-122"/>
                <a:ea typeface="微软雅黑" panose="020B0503020204020204" pitchFamily="34" charset="-122"/>
                <a:sym typeface="+mn-ea"/>
              </a:rPr>
              <a:t>OpenID Connect 1.0</a:t>
            </a:r>
            <a:endParaRPr lang="en-US" sz="1600" dirty="0">
              <a:solidFill>
                <a:srgbClr val="679E2A"/>
              </a:solidFill>
              <a:ea typeface="微软雅黑" panose="020B0503020204020204" pitchFamily="34" charset="-122"/>
            </a:endParaRPr>
          </a:p>
        </p:txBody>
      </p:sp>
      <p:pic>
        <p:nvPicPr>
          <p:cNvPr id="34" name="图片 33" descr="图片包含 物体&#10;&#10;描述已自动生成"/>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94423" y="655329"/>
            <a:ext cx="388986" cy="1907371"/>
          </a:xfrm>
          <a:prstGeom prst="rect">
            <a:avLst/>
          </a:prstGeom>
        </p:spPr>
      </p:pic>
    </p:spTree>
    <p:custDataLst>
      <p:tags r:id="rId2"/>
    </p:custDataLst>
  </p:cSld>
  <p:clrMapOvr>
    <a:masterClrMapping/>
  </p:clrMapOvr>
  <p:transition spd="slow" advClick="0" advTm="0">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71"/>
                                        </p:tgtEl>
                                        <p:attrNameLst>
                                          <p:attrName>style.visibility</p:attrName>
                                        </p:attrNameLst>
                                      </p:cBhvr>
                                      <p:to>
                                        <p:strVal val="visible"/>
                                      </p:to>
                                    </p:set>
                                    <p:animEffect transition="in" filter="wipe(left)">
                                      <p:cBhvr>
                                        <p:cTn id="7" dur="300"/>
                                        <p:tgtEl>
                                          <p:spTgt spid="71"/>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72"/>
                                        </p:tgtEl>
                                        <p:attrNameLst>
                                          <p:attrName>style.visibility</p:attrName>
                                        </p:attrNameLst>
                                      </p:cBhvr>
                                      <p:to>
                                        <p:strVal val="visible"/>
                                      </p:to>
                                    </p:set>
                                    <p:animEffect transition="in" filter="wipe(down)">
                                      <p:cBhvr>
                                        <p:cTn id="11" dur="300"/>
                                        <p:tgtEl>
                                          <p:spTgt spid="72"/>
                                        </p:tgtEl>
                                      </p:cBhvr>
                                    </p:animEffect>
                                  </p:childTnLst>
                                </p:cTn>
                              </p:par>
                            </p:childTnLst>
                          </p:cTn>
                        </p:par>
                        <p:par>
                          <p:cTn id="12" fill="hold">
                            <p:stCondLst>
                              <p:cond delay="1000"/>
                            </p:stCondLst>
                            <p:childTnLst>
                              <p:par>
                                <p:cTn id="13" presetID="12" presetClass="entr" presetSubtype="8" fill="hold" grpId="0" nodeType="afterEffect">
                                  <p:stCondLst>
                                    <p:cond delay="0"/>
                                  </p:stCondLst>
                                  <p:childTnLst>
                                    <p:set>
                                      <p:cBhvr>
                                        <p:cTn id="14" dur="1" fill="hold">
                                          <p:stCondLst>
                                            <p:cond delay="0"/>
                                          </p:stCondLst>
                                        </p:cTn>
                                        <p:tgtEl>
                                          <p:spTgt spid="73"/>
                                        </p:tgtEl>
                                        <p:attrNameLst>
                                          <p:attrName>style.visibility</p:attrName>
                                        </p:attrNameLst>
                                      </p:cBhvr>
                                      <p:to>
                                        <p:strVal val="visible"/>
                                      </p:to>
                                    </p:set>
                                    <p:anim calcmode="lin" valueType="num">
                                      <p:cBhvr additive="base">
                                        <p:cTn id="15" dur="500"/>
                                        <p:tgtEl>
                                          <p:spTgt spid="73"/>
                                        </p:tgtEl>
                                        <p:attrNameLst>
                                          <p:attrName>ppt_x</p:attrName>
                                        </p:attrNameLst>
                                      </p:cBhvr>
                                      <p:tavLst>
                                        <p:tav tm="0">
                                          <p:val>
                                            <p:strVal val="#ppt_x-#ppt_w*1.125000"/>
                                          </p:val>
                                        </p:tav>
                                        <p:tav tm="100000">
                                          <p:val>
                                            <p:strVal val="#ppt_x"/>
                                          </p:val>
                                        </p:tav>
                                      </p:tavLst>
                                    </p:anim>
                                    <p:animEffect transition="in" filter="wipe(right)">
                                      <p:cBhvr>
                                        <p:cTn id="16" dur="500"/>
                                        <p:tgtEl>
                                          <p:spTgt spid="73"/>
                                        </p:tgtEl>
                                      </p:cBhvr>
                                    </p:animEffect>
                                  </p:childTnLst>
                                </p:cTn>
                              </p:par>
                              <p:par>
                                <p:cTn id="17" presetID="12" presetClass="entr" presetSubtype="8" fill="hold" nodeType="withEffect">
                                  <p:stCondLst>
                                    <p:cond delay="0"/>
                                  </p:stCondLst>
                                  <p:childTnLst>
                                    <p:set>
                                      <p:cBhvr>
                                        <p:cTn id="18" dur="1" fill="hold">
                                          <p:stCondLst>
                                            <p:cond delay="0"/>
                                          </p:stCondLst>
                                        </p:cTn>
                                        <p:tgtEl>
                                          <p:spTgt spid="75"/>
                                        </p:tgtEl>
                                        <p:attrNameLst>
                                          <p:attrName>style.visibility</p:attrName>
                                        </p:attrNameLst>
                                      </p:cBhvr>
                                      <p:to>
                                        <p:strVal val="visible"/>
                                      </p:to>
                                    </p:set>
                                    <p:anim calcmode="lin" valueType="num">
                                      <p:cBhvr additive="base">
                                        <p:cTn id="19" dur="500"/>
                                        <p:tgtEl>
                                          <p:spTgt spid="75"/>
                                        </p:tgtEl>
                                        <p:attrNameLst>
                                          <p:attrName>ppt_x</p:attrName>
                                        </p:attrNameLst>
                                      </p:cBhvr>
                                      <p:tavLst>
                                        <p:tav tm="0">
                                          <p:val>
                                            <p:strVal val="#ppt_x-#ppt_w*1.125000"/>
                                          </p:val>
                                        </p:tav>
                                        <p:tav tm="100000">
                                          <p:val>
                                            <p:strVal val="#ppt_x"/>
                                          </p:val>
                                        </p:tav>
                                      </p:tavLst>
                                    </p:anim>
                                    <p:animEffect transition="in" filter="wipe(right)">
                                      <p:cBhvr>
                                        <p:cTn id="20" dur="500"/>
                                        <p:tgtEl>
                                          <p:spTgt spid="75"/>
                                        </p:tgtEl>
                                      </p:cBhvr>
                                    </p:animEffect>
                                  </p:childTnLst>
                                </p:cTn>
                              </p:par>
                              <p:par>
                                <p:cTn id="21" presetID="12" presetClass="entr" presetSubtype="8" fill="hold" grpId="0" nodeType="withEffect">
                                  <p:stCondLst>
                                    <p:cond delay="0"/>
                                  </p:stCondLst>
                                  <p:childTnLst>
                                    <p:set>
                                      <p:cBhvr>
                                        <p:cTn id="22" dur="1" fill="hold">
                                          <p:stCondLst>
                                            <p:cond delay="0"/>
                                          </p:stCondLst>
                                        </p:cTn>
                                        <p:tgtEl>
                                          <p:spTgt spid="74"/>
                                        </p:tgtEl>
                                        <p:attrNameLst>
                                          <p:attrName>style.visibility</p:attrName>
                                        </p:attrNameLst>
                                      </p:cBhvr>
                                      <p:to>
                                        <p:strVal val="visible"/>
                                      </p:to>
                                    </p:set>
                                    <p:anim calcmode="lin" valueType="num">
                                      <p:cBhvr additive="base">
                                        <p:cTn id="23" dur="500"/>
                                        <p:tgtEl>
                                          <p:spTgt spid="74"/>
                                        </p:tgtEl>
                                        <p:attrNameLst>
                                          <p:attrName>ppt_x</p:attrName>
                                        </p:attrNameLst>
                                      </p:cBhvr>
                                      <p:tavLst>
                                        <p:tav tm="0">
                                          <p:val>
                                            <p:strVal val="#ppt_x-#ppt_w*1.125000"/>
                                          </p:val>
                                        </p:tav>
                                        <p:tav tm="100000">
                                          <p:val>
                                            <p:strVal val="#ppt_x"/>
                                          </p:val>
                                        </p:tav>
                                      </p:tavLst>
                                    </p:anim>
                                    <p:animEffect transition="in" filter="wipe(right)">
                                      <p:cBhvr>
                                        <p:cTn id="24" dur="500"/>
                                        <p:tgtEl>
                                          <p:spTgt spid="74"/>
                                        </p:tgtEl>
                                      </p:cBhvr>
                                    </p:animEffect>
                                  </p:childTnLst>
                                </p:cTn>
                              </p:par>
                            </p:childTnLst>
                          </p:cTn>
                        </p:par>
                        <p:par>
                          <p:cTn id="25" fill="hold">
                            <p:stCondLst>
                              <p:cond delay="1500"/>
                            </p:stCondLst>
                            <p:childTnLst>
                              <p:par>
                                <p:cTn id="26" presetID="2" presetClass="entr" presetSubtype="8" fill="hold" nodeType="afterEffect">
                                  <p:stCondLst>
                                    <p:cond delay="0"/>
                                  </p:stCondLst>
                                  <p:childTnLst>
                                    <p:set>
                                      <p:cBhvr>
                                        <p:cTn id="27" dur="1" fill="hold">
                                          <p:stCondLst>
                                            <p:cond delay="0"/>
                                          </p:stCondLst>
                                        </p:cTn>
                                        <p:tgtEl>
                                          <p:spTgt spid="30"/>
                                        </p:tgtEl>
                                        <p:attrNameLst>
                                          <p:attrName>style.visibility</p:attrName>
                                        </p:attrNameLst>
                                      </p:cBhvr>
                                      <p:to>
                                        <p:strVal val="visible"/>
                                      </p:to>
                                    </p:set>
                                    <p:anim calcmode="lin" valueType="num">
                                      <p:cBhvr additive="base">
                                        <p:cTn id="28" dur="350" fill="hold"/>
                                        <p:tgtEl>
                                          <p:spTgt spid="30"/>
                                        </p:tgtEl>
                                        <p:attrNameLst>
                                          <p:attrName>ppt_x</p:attrName>
                                        </p:attrNameLst>
                                      </p:cBhvr>
                                      <p:tavLst>
                                        <p:tav tm="0">
                                          <p:val>
                                            <p:strVal val="0-#ppt_w/2"/>
                                          </p:val>
                                        </p:tav>
                                        <p:tav tm="100000">
                                          <p:val>
                                            <p:strVal val="#ppt_x"/>
                                          </p:val>
                                        </p:tav>
                                      </p:tavLst>
                                    </p:anim>
                                    <p:anim calcmode="lin" valueType="num">
                                      <p:cBhvr additive="base">
                                        <p:cTn id="29" dur="350" fill="hold"/>
                                        <p:tgtEl>
                                          <p:spTgt spid="30"/>
                                        </p:tgtEl>
                                        <p:attrNameLst>
                                          <p:attrName>ppt_y</p:attrName>
                                        </p:attrNameLst>
                                      </p:cBhvr>
                                      <p:tavLst>
                                        <p:tav tm="0">
                                          <p:val>
                                            <p:strVal val="#ppt_y"/>
                                          </p:val>
                                        </p:tav>
                                        <p:tav tm="100000">
                                          <p:val>
                                            <p:strVal val="#ppt_y"/>
                                          </p:val>
                                        </p:tav>
                                      </p:tavLst>
                                    </p:anim>
                                  </p:childTnLst>
                                </p:cTn>
                              </p:par>
                            </p:childTnLst>
                          </p:cTn>
                        </p:par>
                        <p:par>
                          <p:cTn id="30" fill="hold">
                            <p:stCondLst>
                              <p:cond delay="2000"/>
                            </p:stCondLst>
                            <p:childTnLst>
                              <p:par>
                                <p:cTn id="31" presetID="2" presetClass="entr" presetSubtype="8" fill="hold" nodeType="afterEffect">
                                  <p:stCondLst>
                                    <p:cond delay="0"/>
                                  </p:stCondLst>
                                  <p:childTnLst>
                                    <p:set>
                                      <p:cBhvr>
                                        <p:cTn id="32" dur="1" fill="hold">
                                          <p:stCondLst>
                                            <p:cond delay="0"/>
                                          </p:stCondLst>
                                        </p:cTn>
                                        <p:tgtEl>
                                          <p:spTgt spid="33"/>
                                        </p:tgtEl>
                                        <p:attrNameLst>
                                          <p:attrName>style.visibility</p:attrName>
                                        </p:attrNameLst>
                                      </p:cBhvr>
                                      <p:to>
                                        <p:strVal val="visible"/>
                                      </p:to>
                                    </p:set>
                                    <p:anim calcmode="lin" valueType="num">
                                      <p:cBhvr additive="base">
                                        <p:cTn id="33" dur="350" fill="hold"/>
                                        <p:tgtEl>
                                          <p:spTgt spid="33"/>
                                        </p:tgtEl>
                                        <p:attrNameLst>
                                          <p:attrName>ppt_x</p:attrName>
                                        </p:attrNameLst>
                                      </p:cBhvr>
                                      <p:tavLst>
                                        <p:tav tm="0">
                                          <p:val>
                                            <p:strVal val="0-#ppt_w/2"/>
                                          </p:val>
                                        </p:tav>
                                        <p:tav tm="100000">
                                          <p:val>
                                            <p:strVal val="#ppt_x"/>
                                          </p:val>
                                        </p:tav>
                                      </p:tavLst>
                                    </p:anim>
                                    <p:anim calcmode="lin" valueType="num">
                                      <p:cBhvr additive="base">
                                        <p:cTn id="34" dur="350" fill="hold"/>
                                        <p:tgtEl>
                                          <p:spTgt spid="33"/>
                                        </p:tgtEl>
                                        <p:attrNameLst>
                                          <p:attrName>ppt_y</p:attrName>
                                        </p:attrNameLst>
                                      </p:cBhvr>
                                      <p:tavLst>
                                        <p:tav tm="0">
                                          <p:val>
                                            <p:strVal val="#ppt_y"/>
                                          </p:val>
                                        </p:tav>
                                        <p:tav tm="100000">
                                          <p:val>
                                            <p:strVal val="#ppt_y"/>
                                          </p:val>
                                        </p:tav>
                                      </p:tavLst>
                                    </p:anim>
                                  </p:childTnLst>
                                </p:cTn>
                              </p:par>
                            </p:childTnLst>
                          </p:cTn>
                        </p:par>
                        <p:par>
                          <p:cTn id="35" fill="hold">
                            <p:stCondLst>
                              <p:cond delay="2500"/>
                            </p:stCondLst>
                            <p:childTnLst>
                              <p:par>
                                <p:cTn id="36" presetID="42" presetClass="entr" presetSubtype="0" fill="hold" grpId="0" nodeType="afterEffect">
                                  <p:stCondLst>
                                    <p:cond delay="0"/>
                                  </p:stCondLst>
                                  <p:childTnLst>
                                    <p:set>
                                      <p:cBhvr>
                                        <p:cTn id="37" dur="1" fill="hold">
                                          <p:stCondLst>
                                            <p:cond delay="0"/>
                                          </p:stCondLst>
                                        </p:cTn>
                                        <p:tgtEl>
                                          <p:spTgt spid="19"/>
                                        </p:tgtEl>
                                        <p:attrNameLst>
                                          <p:attrName>style.visibility</p:attrName>
                                        </p:attrNameLst>
                                      </p:cBhvr>
                                      <p:to>
                                        <p:strVal val="visible"/>
                                      </p:to>
                                    </p:set>
                                    <p:animEffect transition="in" filter="fade">
                                      <p:cBhvr>
                                        <p:cTn id="38" dur="350"/>
                                        <p:tgtEl>
                                          <p:spTgt spid="19"/>
                                        </p:tgtEl>
                                      </p:cBhvr>
                                    </p:animEffect>
                                    <p:anim calcmode="lin" valueType="num">
                                      <p:cBhvr>
                                        <p:cTn id="39" dur="350" fill="hold"/>
                                        <p:tgtEl>
                                          <p:spTgt spid="19"/>
                                        </p:tgtEl>
                                        <p:attrNameLst>
                                          <p:attrName>ppt_x</p:attrName>
                                        </p:attrNameLst>
                                      </p:cBhvr>
                                      <p:tavLst>
                                        <p:tav tm="0">
                                          <p:val>
                                            <p:strVal val="#ppt_x"/>
                                          </p:val>
                                        </p:tav>
                                        <p:tav tm="100000">
                                          <p:val>
                                            <p:strVal val="#ppt_x"/>
                                          </p:val>
                                        </p:tav>
                                      </p:tavLst>
                                    </p:anim>
                                    <p:anim calcmode="lin" valueType="num">
                                      <p:cBhvr>
                                        <p:cTn id="40" dur="350" fill="hold"/>
                                        <p:tgtEl>
                                          <p:spTgt spid="19"/>
                                        </p:tgtEl>
                                        <p:attrNameLst>
                                          <p:attrName>ppt_y</p:attrName>
                                        </p:attrNameLst>
                                      </p:cBhvr>
                                      <p:tavLst>
                                        <p:tav tm="0">
                                          <p:val>
                                            <p:strVal val="#ppt_y+.1"/>
                                          </p:val>
                                        </p:tav>
                                        <p:tav tm="100000">
                                          <p:val>
                                            <p:strVal val="#ppt_y"/>
                                          </p:val>
                                        </p:tav>
                                      </p:tavLst>
                                    </p:anim>
                                  </p:childTnLst>
                                </p:cTn>
                              </p:par>
                            </p:childTnLst>
                          </p:cTn>
                        </p:par>
                        <p:par>
                          <p:cTn id="41" fill="hold">
                            <p:stCondLst>
                              <p:cond delay="3000"/>
                            </p:stCondLst>
                            <p:childTnLst>
                              <p:par>
                                <p:cTn id="42" presetID="42"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350"/>
                                        <p:tgtEl>
                                          <p:spTgt spid="20"/>
                                        </p:tgtEl>
                                      </p:cBhvr>
                                    </p:animEffect>
                                    <p:anim calcmode="lin" valueType="num">
                                      <p:cBhvr>
                                        <p:cTn id="45" dur="350" fill="hold"/>
                                        <p:tgtEl>
                                          <p:spTgt spid="20"/>
                                        </p:tgtEl>
                                        <p:attrNameLst>
                                          <p:attrName>ppt_x</p:attrName>
                                        </p:attrNameLst>
                                      </p:cBhvr>
                                      <p:tavLst>
                                        <p:tav tm="0">
                                          <p:val>
                                            <p:strVal val="#ppt_x"/>
                                          </p:val>
                                        </p:tav>
                                        <p:tav tm="100000">
                                          <p:val>
                                            <p:strVal val="#ppt_x"/>
                                          </p:val>
                                        </p:tav>
                                      </p:tavLst>
                                    </p:anim>
                                    <p:anim calcmode="lin" valueType="num">
                                      <p:cBhvr>
                                        <p:cTn id="46" dur="350" fill="hold"/>
                                        <p:tgtEl>
                                          <p:spTgt spid="20"/>
                                        </p:tgtEl>
                                        <p:attrNameLst>
                                          <p:attrName>ppt_y</p:attrName>
                                        </p:attrNameLst>
                                      </p:cBhvr>
                                      <p:tavLst>
                                        <p:tav tm="0">
                                          <p:val>
                                            <p:strVal val="#ppt_y+.1"/>
                                          </p:val>
                                        </p:tav>
                                        <p:tav tm="100000">
                                          <p:val>
                                            <p:strVal val="#ppt_y"/>
                                          </p:val>
                                        </p:tav>
                                      </p:tavLst>
                                    </p:anim>
                                  </p:childTnLst>
                                </p:cTn>
                              </p:par>
                            </p:childTnLst>
                          </p:cTn>
                        </p:par>
                        <p:par>
                          <p:cTn id="47" fill="hold">
                            <p:stCondLst>
                              <p:cond delay="3500"/>
                            </p:stCondLst>
                            <p:childTnLst>
                              <p:par>
                                <p:cTn id="48" presetID="47" presetClass="entr" presetSubtype="0" fill="hold" nodeType="afterEffect">
                                  <p:stCondLst>
                                    <p:cond delay="0"/>
                                  </p:stCondLst>
                                  <p:childTnLst>
                                    <p:set>
                                      <p:cBhvr>
                                        <p:cTn id="49" dur="1" fill="hold">
                                          <p:stCondLst>
                                            <p:cond delay="0"/>
                                          </p:stCondLst>
                                        </p:cTn>
                                        <p:tgtEl>
                                          <p:spTgt spid="49"/>
                                        </p:tgtEl>
                                        <p:attrNameLst>
                                          <p:attrName>style.visibility</p:attrName>
                                        </p:attrNameLst>
                                      </p:cBhvr>
                                      <p:to>
                                        <p:strVal val="visible"/>
                                      </p:to>
                                    </p:set>
                                    <p:animEffect transition="in" filter="fade">
                                      <p:cBhvr>
                                        <p:cTn id="50" dur="350"/>
                                        <p:tgtEl>
                                          <p:spTgt spid="49"/>
                                        </p:tgtEl>
                                      </p:cBhvr>
                                    </p:animEffect>
                                    <p:anim calcmode="lin" valueType="num">
                                      <p:cBhvr>
                                        <p:cTn id="51" dur="350" fill="hold"/>
                                        <p:tgtEl>
                                          <p:spTgt spid="49"/>
                                        </p:tgtEl>
                                        <p:attrNameLst>
                                          <p:attrName>ppt_x</p:attrName>
                                        </p:attrNameLst>
                                      </p:cBhvr>
                                      <p:tavLst>
                                        <p:tav tm="0">
                                          <p:val>
                                            <p:strVal val="#ppt_x"/>
                                          </p:val>
                                        </p:tav>
                                        <p:tav tm="100000">
                                          <p:val>
                                            <p:strVal val="#ppt_x"/>
                                          </p:val>
                                        </p:tav>
                                      </p:tavLst>
                                    </p:anim>
                                    <p:anim calcmode="lin" valueType="num">
                                      <p:cBhvr>
                                        <p:cTn id="52" dur="350" fill="hold"/>
                                        <p:tgtEl>
                                          <p:spTgt spid="49"/>
                                        </p:tgtEl>
                                        <p:attrNameLst>
                                          <p:attrName>ppt_y</p:attrName>
                                        </p:attrNameLst>
                                      </p:cBhvr>
                                      <p:tavLst>
                                        <p:tav tm="0">
                                          <p:val>
                                            <p:strVal val="#ppt_y-.1"/>
                                          </p:val>
                                        </p:tav>
                                        <p:tav tm="100000">
                                          <p:val>
                                            <p:strVal val="#ppt_y"/>
                                          </p:val>
                                        </p:tav>
                                      </p:tavLst>
                                    </p:anim>
                                  </p:childTnLst>
                                </p:cTn>
                              </p:par>
                            </p:childTnLst>
                          </p:cTn>
                        </p:par>
                        <p:par>
                          <p:cTn id="53" fill="hold">
                            <p:stCondLst>
                              <p:cond delay="4000"/>
                            </p:stCondLst>
                            <p:childTnLst>
                              <p:par>
                                <p:cTn id="54" presetID="47" presetClass="entr" presetSubtype="0" fill="hold" grpId="0" nodeType="afterEffect">
                                  <p:stCondLst>
                                    <p:cond delay="0"/>
                                  </p:stCondLst>
                                  <p:childTnLst>
                                    <p:set>
                                      <p:cBhvr>
                                        <p:cTn id="55" dur="1" fill="hold">
                                          <p:stCondLst>
                                            <p:cond delay="0"/>
                                          </p:stCondLst>
                                        </p:cTn>
                                        <p:tgtEl>
                                          <p:spTgt spid="53"/>
                                        </p:tgtEl>
                                        <p:attrNameLst>
                                          <p:attrName>style.visibility</p:attrName>
                                        </p:attrNameLst>
                                      </p:cBhvr>
                                      <p:to>
                                        <p:strVal val="visible"/>
                                      </p:to>
                                    </p:set>
                                    <p:animEffect transition="in" filter="fade">
                                      <p:cBhvr>
                                        <p:cTn id="56" dur="350"/>
                                        <p:tgtEl>
                                          <p:spTgt spid="53"/>
                                        </p:tgtEl>
                                      </p:cBhvr>
                                    </p:animEffect>
                                    <p:anim calcmode="lin" valueType="num">
                                      <p:cBhvr>
                                        <p:cTn id="57" dur="350" fill="hold"/>
                                        <p:tgtEl>
                                          <p:spTgt spid="53"/>
                                        </p:tgtEl>
                                        <p:attrNameLst>
                                          <p:attrName>ppt_x</p:attrName>
                                        </p:attrNameLst>
                                      </p:cBhvr>
                                      <p:tavLst>
                                        <p:tav tm="0">
                                          <p:val>
                                            <p:strVal val="#ppt_x"/>
                                          </p:val>
                                        </p:tav>
                                        <p:tav tm="100000">
                                          <p:val>
                                            <p:strVal val="#ppt_x"/>
                                          </p:val>
                                        </p:tav>
                                      </p:tavLst>
                                    </p:anim>
                                    <p:anim calcmode="lin" valueType="num">
                                      <p:cBhvr>
                                        <p:cTn id="58" dur="350" fill="hold"/>
                                        <p:tgtEl>
                                          <p:spTgt spid="53"/>
                                        </p:tgtEl>
                                        <p:attrNameLst>
                                          <p:attrName>ppt_y</p:attrName>
                                        </p:attrNameLst>
                                      </p:cBhvr>
                                      <p:tavLst>
                                        <p:tav tm="0">
                                          <p:val>
                                            <p:strVal val="#ppt_y-.1"/>
                                          </p:val>
                                        </p:tav>
                                        <p:tav tm="100000">
                                          <p:val>
                                            <p:strVal val="#ppt_y"/>
                                          </p:val>
                                        </p:tav>
                                      </p:tavLst>
                                    </p:anim>
                                  </p:childTnLst>
                                </p:cTn>
                              </p:par>
                            </p:childTnLst>
                          </p:cTn>
                        </p:par>
                        <p:par>
                          <p:cTn id="59" fill="hold">
                            <p:stCondLst>
                              <p:cond delay="4500"/>
                            </p:stCondLst>
                            <p:childTnLst>
                              <p:par>
                                <p:cTn id="60" presetID="47" presetClass="entr" presetSubtype="0" fill="hold" nodeType="afterEffect">
                                  <p:stCondLst>
                                    <p:cond delay="0"/>
                                  </p:stCondLst>
                                  <p:childTnLst>
                                    <p:set>
                                      <p:cBhvr>
                                        <p:cTn id="61" dur="1" fill="hold">
                                          <p:stCondLst>
                                            <p:cond delay="0"/>
                                          </p:stCondLst>
                                        </p:cTn>
                                        <p:tgtEl>
                                          <p:spTgt spid="25"/>
                                        </p:tgtEl>
                                        <p:attrNameLst>
                                          <p:attrName>style.visibility</p:attrName>
                                        </p:attrNameLst>
                                      </p:cBhvr>
                                      <p:to>
                                        <p:strVal val="visible"/>
                                      </p:to>
                                    </p:set>
                                    <p:animEffect transition="in" filter="fade">
                                      <p:cBhvr>
                                        <p:cTn id="62" dur="350"/>
                                        <p:tgtEl>
                                          <p:spTgt spid="25"/>
                                        </p:tgtEl>
                                      </p:cBhvr>
                                    </p:animEffect>
                                    <p:anim calcmode="lin" valueType="num">
                                      <p:cBhvr>
                                        <p:cTn id="63" dur="350" fill="hold"/>
                                        <p:tgtEl>
                                          <p:spTgt spid="25"/>
                                        </p:tgtEl>
                                        <p:attrNameLst>
                                          <p:attrName>ppt_x</p:attrName>
                                        </p:attrNameLst>
                                      </p:cBhvr>
                                      <p:tavLst>
                                        <p:tav tm="0">
                                          <p:val>
                                            <p:strVal val="#ppt_x"/>
                                          </p:val>
                                        </p:tav>
                                        <p:tav tm="100000">
                                          <p:val>
                                            <p:strVal val="#ppt_x"/>
                                          </p:val>
                                        </p:tav>
                                      </p:tavLst>
                                    </p:anim>
                                    <p:anim calcmode="lin" valueType="num">
                                      <p:cBhvr>
                                        <p:cTn id="64" dur="350" fill="hold"/>
                                        <p:tgtEl>
                                          <p:spTgt spid="25"/>
                                        </p:tgtEl>
                                        <p:attrNameLst>
                                          <p:attrName>ppt_y</p:attrName>
                                        </p:attrNameLst>
                                      </p:cBhvr>
                                      <p:tavLst>
                                        <p:tav tm="0">
                                          <p:val>
                                            <p:strVal val="#ppt_y-.1"/>
                                          </p:val>
                                        </p:tav>
                                        <p:tav tm="100000">
                                          <p:val>
                                            <p:strVal val="#ppt_y"/>
                                          </p:val>
                                        </p:tav>
                                      </p:tavLst>
                                    </p:anim>
                                  </p:childTnLst>
                                </p:cTn>
                              </p:par>
                            </p:childTnLst>
                          </p:cTn>
                        </p:par>
                        <p:par>
                          <p:cTn id="65" fill="hold">
                            <p:stCondLst>
                              <p:cond delay="5000"/>
                            </p:stCondLst>
                            <p:childTnLst>
                              <p:par>
                                <p:cTn id="66" presetID="42" presetClass="entr" presetSubtype="0" fill="hold" nodeType="afterEffect">
                                  <p:stCondLst>
                                    <p:cond delay="0"/>
                                  </p:stCondLst>
                                  <p:childTnLst>
                                    <p:set>
                                      <p:cBhvr>
                                        <p:cTn id="67" dur="1" fill="hold">
                                          <p:stCondLst>
                                            <p:cond delay="0"/>
                                          </p:stCondLst>
                                        </p:cTn>
                                        <p:tgtEl>
                                          <p:spTgt spid="45"/>
                                        </p:tgtEl>
                                        <p:attrNameLst>
                                          <p:attrName>style.visibility</p:attrName>
                                        </p:attrNameLst>
                                      </p:cBhvr>
                                      <p:to>
                                        <p:strVal val="visible"/>
                                      </p:to>
                                    </p:set>
                                    <p:animEffect transition="in" filter="fade">
                                      <p:cBhvr>
                                        <p:cTn id="68" dur="350"/>
                                        <p:tgtEl>
                                          <p:spTgt spid="45"/>
                                        </p:tgtEl>
                                      </p:cBhvr>
                                    </p:animEffect>
                                    <p:anim calcmode="lin" valueType="num">
                                      <p:cBhvr>
                                        <p:cTn id="69" dur="350" fill="hold"/>
                                        <p:tgtEl>
                                          <p:spTgt spid="45"/>
                                        </p:tgtEl>
                                        <p:attrNameLst>
                                          <p:attrName>ppt_x</p:attrName>
                                        </p:attrNameLst>
                                      </p:cBhvr>
                                      <p:tavLst>
                                        <p:tav tm="0">
                                          <p:val>
                                            <p:strVal val="#ppt_x"/>
                                          </p:val>
                                        </p:tav>
                                        <p:tav tm="100000">
                                          <p:val>
                                            <p:strVal val="#ppt_x"/>
                                          </p:val>
                                        </p:tav>
                                      </p:tavLst>
                                    </p:anim>
                                    <p:anim calcmode="lin" valueType="num">
                                      <p:cBhvr>
                                        <p:cTn id="70" dur="350" fill="hold"/>
                                        <p:tgtEl>
                                          <p:spTgt spid="4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 grpId="0" animBg="1"/>
      <p:bldP spid="73" grpId="0"/>
      <p:bldP spid="74" grpId="0"/>
      <p:bldP spid="19" grpId="0"/>
      <p:bldP spid="53"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7" name="直接连接符 26"/>
          <p:cNvCxnSpPr/>
          <p:nvPr/>
        </p:nvCxnSpPr>
        <p:spPr>
          <a:xfrm>
            <a:off x="515257" y="624114"/>
            <a:ext cx="8113486" cy="0"/>
          </a:xfrm>
          <a:prstGeom prst="line">
            <a:avLst/>
          </a:prstGeom>
          <a:ln w="12700">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28" name="椭圆 27"/>
          <p:cNvSpPr/>
          <p:nvPr/>
        </p:nvSpPr>
        <p:spPr>
          <a:xfrm>
            <a:off x="646880" y="242192"/>
            <a:ext cx="274777" cy="274777"/>
          </a:xfrm>
          <a:prstGeom prst="ellipse">
            <a:avLst/>
          </a:prstGeom>
          <a:solidFill>
            <a:srgbClr val="679E2A"/>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pitchFamily="34" charset="-122"/>
            </a:endParaRPr>
          </a:p>
        </p:txBody>
      </p:sp>
      <p:sp>
        <p:nvSpPr>
          <p:cNvPr id="29" name="TextBox 28"/>
          <p:cNvSpPr txBox="1"/>
          <p:nvPr/>
        </p:nvSpPr>
        <p:spPr>
          <a:xfrm>
            <a:off x="908957" y="206330"/>
            <a:ext cx="1364476" cy="400110"/>
          </a:xfrm>
          <a:prstGeom prst="rect">
            <a:avLst/>
          </a:prstGeom>
          <a:noFill/>
        </p:spPr>
        <p:txBody>
          <a:bodyPr wrap="none" rtlCol="0">
            <a:spAutoFit/>
          </a:bodyPr>
          <a:lstStyle/>
          <a:p>
            <a:r>
              <a:rPr lang="zh-CN" altLang="en-US" sz="2000" spc="300" dirty="0">
                <a:solidFill>
                  <a:schemeClr val="tx1">
                    <a:lumMod val="65000"/>
                    <a:lumOff val="35000"/>
                  </a:schemeClr>
                </a:solidFill>
                <a:latin typeface="微软雅黑" panose="020B0503020204020204" pitchFamily="34" charset="-122"/>
                <a:ea typeface="微软雅黑" panose="020B0503020204020204" pitchFamily="34" charset="-122"/>
              </a:rPr>
              <a:t>研究意义</a:t>
            </a:r>
            <a:endParaRPr lang="zh-CN" altLang="en-US" sz="2000" spc="3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30" name="TextBox 29"/>
          <p:cNvSpPr txBox="1"/>
          <p:nvPr/>
        </p:nvSpPr>
        <p:spPr>
          <a:xfrm>
            <a:off x="2260814" y="237108"/>
            <a:ext cx="2061783" cy="338554"/>
          </a:xfrm>
          <a:prstGeom prst="rect">
            <a:avLst/>
          </a:prstGeom>
          <a:noFill/>
        </p:spPr>
        <p:txBody>
          <a:bodyPr wrap="none" rtlCol="0">
            <a:spAutoFit/>
          </a:bodyPr>
          <a:lstStyle/>
          <a:p>
            <a:pPr algn="ctr"/>
            <a:r>
              <a:rPr lang="en-US" altLang="zh-CN" sz="1600" dirty="0">
                <a:solidFill>
                  <a:schemeClr val="tx1">
                    <a:lumMod val="50000"/>
                    <a:lumOff val="50000"/>
                  </a:schemeClr>
                </a:solidFill>
                <a:latin typeface="微软雅黑" panose="020B0503020204020204" pitchFamily="34" charset="-122"/>
                <a:ea typeface="微软雅黑" panose="020B0503020204020204" pitchFamily="34" charset="-122"/>
              </a:rPr>
              <a:t>THE SIGNIFICANCE</a:t>
            </a:r>
            <a:endParaRPr lang="zh-CN" altLang="en-US" sz="1600" dirty="0">
              <a:solidFill>
                <a:schemeClr val="tx1">
                  <a:lumMod val="50000"/>
                  <a:lumOff val="50000"/>
                </a:schemeClr>
              </a:solidFill>
              <a:latin typeface="微软雅黑" panose="020B0503020204020204" pitchFamily="34" charset="-122"/>
              <a:ea typeface="微软雅黑" panose="020B0503020204020204" pitchFamily="34" charset="-122"/>
            </a:endParaRPr>
          </a:p>
        </p:txBody>
      </p:sp>
      <p:cxnSp>
        <p:nvCxnSpPr>
          <p:cNvPr id="31" name="直接连接符 30"/>
          <p:cNvCxnSpPr/>
          <p:nvPr/>
        </p:nvCxnSpPr>
        <p:spPr>
          <a:xfrm>
            <a:off x="2267123" y="302089"/>
            <a:ext cx="0" cy="208592"/>
          </a:xfrm>
          <a:prstGeom prst="line">
            <a:avLst/>
          </a:prstGeom>
          <a:ln w="190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grpSp>
        <p:nvGrpSpPr>
          <p:cNvPr id="21" name="组合 20"/>
          <p:cNvGrpSpPr/>
          <p:nvPr/>
        </p:nvGrpSpPr>
        <p:grpSpPr>
          <a:xfrm>
            <a:off x="1874248" y="1707654"/>
            <a:ext cx="1617632" cy="1944216"/>
            <a:chOff x="2018264" y="1707654"/>
            <a:chExt cx="1617632" cy="1944216"/>
          </a:xfrm>
        </p:grpSpPr>
        <p:cxnSp>
          <p:nvCxnSpPr>
            <p:cNvPr id="22" name="直接箭头连接符 21"/>
            <p:cNvCxnSpPr/>
            <p:nvPr/>
          </p:nvCxnSpPr>
          <p:spPr>
            <a:xfrm flipV="1">
              <a:off x="2018264" y="1707654"/>
              <a:ext cx="1617632" cy="1053930"/>
            </a:xfrm>
            <a:prstGeom prst="straightConnector1">
              <a:avLst/>
            </a:prstGeom>
            <a:ln>
              <a:solidFill>
                <a:srgbClr val="679E2A"/>
              </a:solidFill>
              <a:tailEnd type="arrow"/>
            </a:ln>
          </p:spPr>
          <p:style>
            <a:lnRef idx="1">
              <a:schemeClr val="accent1"/>
            </a:lnRef>
            <a:fillRef idx="0">
              <a:schemeClr val="accent1"/>
            </a:fillRef>
            <a:effectRef idx="0">
              <a:schemeClr val="accent1"/>
            </a:effectRef>
            <a:fontRef idx="minor">
              <a:schemeClr val="tx1"/>
            </a:fontRef>
          </p:style>
        </p:cxnSp>
        <p:cxnSp>
          <p:nvCxnSpPr>
            <p:cNvPr id="23" name="直接箭头连接符 22"/>
            <p:cNvCxnSpPr/>
            <p:nvPr/>
          </p:nvCxnSpPr>
          <p:spPr>
            <a:xfrm>
              <a:off x="2018264" y="2761584"/>
              <a:ext cx="1617632" cy="0"/>
            </a:xfrm>
            <a:prstGeom prst="straightConnector1">
              <a:avLst/>
            </a:prstGeom>
            <a:ln>
              <a:solidFill>
                <a:srgbClr val="679E2A"/>
              </a:solidFill>
              <a:tailEnd type="arrow"/>
            </a:ln>
          </p:spPr>
          <p:style>
            <a:lnRef idx="1">
              <a:schemeClr val="accent1"/>
            </a:lnRef>
            <a:fillRef idx="0">
              <a:schemeClr val="accent1"/>
            </a:fillRef>
            <a:effectRef idx="0">
              <a:schemeClr val="accent1"/>
            </a:effectRef>
            <a:fontRef idx="minor">
              <a:schemeClr val="tx1"/>
            </a:fontRef>
          </p:style>
        </p:cxnSp>
        <p:cxnSp>
          <p:nvCxnSpPr>
            <p:cNvPr id="24" name="直接箭头连接符 23"/>
            <p:cNvCxnSpPr/>
            <p:nvPr/>
          </p:nvCxnSpPr>
          <p:spPr>
            <a:xfrm>
              <a:off x="2018264" y="2761584"/>
              <a:ext cx="1617632" cy="890286"/>
            </a:xfrm>
            <a:prstGeom prst="straightConnector1">
              <a:avLst/>
            </a:prstGeom>
            <a:ln>
              <a:solidFill>
                <a:srgbClr val="679E2A"/>
              </a:solidFill>
              <a:tailEnd type="arrow"/>
            </a:ln>
          </p:spPr>
          <p:style>
            <a:lnRef idx="1">
              <a:schemeClr val="accent1"/>
            </a:lnRef>
            <a:fillRef idx="0">
              <a:schemeClr val="accent1"/>
            </a:fillRef>
            <a:effectRef idx="0">
              <a:schemeClr val="accent1"/>
            </a:effectRef>
            <a:fontRef idx="minor">
              <a:schemeClr val="tx1"/>
            </a:fontRef>
          </p:style>
        </p:cxnSp>
      </p:grpSp>
      <p:grpSp>
        <p:nvGrpSpPr>
          <p:cNvPr id="25" name="组合 24"/>
          <p:cNvGrpSpPr/>
          <p:nvPr/>
        </p:nvGrpSpPr>
        <p:grpSpPr>
          <a:xfrm>
            <a:off x="1043608" y="2036784"/>
            <a:ext cx="1681537" cy="1449601"/>
            <a:chOff x="1403648" y="1851670"/>
            <a:chExt cx="1169410" cy="1008112"/>
          </a:xfrm>
        </p:grpSpPr>
        <p:sp>
          <p:nvSpPr>
            <p:cNvPr id="26" name="六边形 25"/>
            <p:cNvSpPr/>
            <p:nvPr/>
          </p:nvSpPr>
          <p:spPr>
            <a:xfrm>
              <a:off x="1403648" y="1851670"/>
              <a:ext cx="1169410" cy="1008112"/>
            </a:xfrm>
            <a:prstGeom prst="hexagon">
              <a:avLst/>
            </a:prstGeom>
            <a:gradFill>
              <a:gsLst>
                <a:gs pos="100000">
                  <a:schemeClr val="bg1"/>
                </a:gs>
                <a:gs pos="0">
                  <a:schemeClr val="bg1">
                    <a:lumMod val="85000"/>
                  </a:schemeClr>
                </a:gs>
              </a:gsLst>
              <a:lin ang="2700000" scaled="1"/>
            </a:gradFill>
            <a:ln w="31750">
              <a:gradFill flip="none" rotWithShape="1">
                <a:gsLst>
                  <a:gs pos="0">
                    <a:schemeClr val="bg1"/>
                  </a:gs>
                  <a:gs pos="100000">
                    <a:schemeClr val="bg1">
                      <a:lumMod val="85000"/>
                    </a:schemeClr>
                  </a:gs>
                </a:gsLst>
                <a:lin ang="2700000" scaled="1"/>
                <a:tileRect/>
              </a:gradFill>
            </a:ln>
            <a:effectLst>
              <a:outerShdw blurRad="254000" dist="1016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solidFill>
                  <a:schemeClr val="accent1"/>
                </a:solidFill>
                <a:latin typeface="微软雅黑" panose="020B0503020204020204" pitchFamily="34" charset="-122"/>
                <a:ea typeface="微软雅黑" panose="020B0503020204020204" pitchFamily="34" charset="-122"/>
              </a:endParaRPr>
            </a:p>
          </p:txBody>
        </p:sp>
        <p:sp>
          <p:nvSpPr>
            <p:cNvPr id="46" name="矩形 15"/>
            <p:cNvSpPr>
              <a:spLocks noChangeArrowheads="1"/>
            </p:cNvSpPr>
            <p:nvPr/>
          </p:nvSpPr>
          <p:spPr bwMode="auto">
            <a:xfrm>
              <a:off x="1704112" y="1973321"/>
              <a:ext cx="556505" cy="7320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lnSpc>
                  <a:spcPct val="130000"/>
                </a:lnSpc>
              </a:pPr>
              <a:r>
                <a:rPr lang="zh-CN" altLang="en-US" sz="2400" b="1" dirty="0">
                  <a:solidFill>
                    <a:srgbClr val="679E2A"/>
                  </a:solidFill>
                  <a:latin typeface="微软雅黑" panose="020B0503020204020204" pitchFamily="34" charset="-122"/>
                  <a:ea typeface="微软雅黑" panose="020B0503020204020204" pitchFamily="34" charset="-122"/>
                  <a:sym typeface="Arial" panose="020B0604020202020204" pitchFamily="34" charset="0"/>
                </a:rPr>
                <a:t>研究</a:t>
              </a:r>
              <a:endParaRPr lang="en-US" altLang="zh-CN" sz="2400" b="1" dirty="0">
                <a:solidFill>
                  <a:srgbClr val="679E2A"/>
                </a:solidFill>
                <a:latin typeface="微软雅黑" panose="020B0503020204020204" pitchFamily="34" charset="-122"/>
                <a:ea typeface="微软雅黑" panose="020B0503020204020204" pitchFamily="34" charset="-122"/>
                <a:sym typeface="Arial" panose="020B0604020202020204" pitchFamily="34" charset="0"/>
              </a:endParaRPr>
            </a:p>
            <a:p>
              <a:pPr algn="ctr">
                <a:lnSpc>
                  <a:spcPct val="130000"/>
                </a:lnSpc>
              </a:pPr>
              <a:r>
                <a:rPr lang="zh-CN" altLang="en-US" sz="2400" b="1" dirty="0">
                  <a:solidFill>
                    <a:srgbClr val="679E2A"/>
                  </a:solidFill>
                  <a:latin typeface="微软雅黑" panose="020B0503020204020204" pitchFamily="34" charset="-122"/>
                  <a:ea typeface="微软雅黑" panose="020B0503020204020204" pitchFamily="34" charset="-122"/>
                  <a:sym typeface="Arial" panose="020B0604020202020204" pitchFamily="34" charset="0"/>
                </a:rPr>
                <a:t>意义</a:t>
              </a:r>
              <a:endParaRPr lang="en-US" altLang="zh-CN" sz="2400" b="1" dirty="0">
                <a:solidFill>
                  <a:srgbClr val="679E2A"/>
                </a:solidFill>
                <a:latin typeface="微软雅黑" panose="020B0503020204020204" pitchFamily="34" charset="-122"/>
                <a:ea typeface="微软雅黑" panose="020B0503020204020204" pitchFamily="34" charset="-122"/>
                <a:sym typeface="Arial" panose="020B0604020202020204" pitchFamily="34" charset="0"/>
              </a:endParaRPr>
            </a:p>
          </p:txBody>
        </p:sp>
      </p:grpSp>
      <p:grpSp>
        <p:nvGrpSpPr>
          <p:cNvPr id="47" name="组合 46"/>
          <p:cNvGrpSpPr/>
          <p:nvPr>
            <p:custDataLst>
              <p:tags r:id="rId1"/>
            </p:custDataLst>
          </p:nvPr>
        </p:nvGrpSpPr>
        <p:grpSpPr>
          <a:xfrm>
            <a:off x="3587899" y="1317092"/>
            <a:ext cx="868316" cy="748548"/>
            <a:chOff x="1403648" y="1851670"/>
            <a:chExt cx="1169410" cy="1008112"/>
          </a:xfrm>
        </p:grpSpPr>
        <p:sp>
          <p:nvSpPr>
            <p:cNvPr id="48" name="六边形 47"/>
            <p:cNvSpPr/>
            <p:nvPr>
              <p:custDataLst>
                <p:tags r:id="rId2"/>
              </p:custDataLst>
            </p:nvPr>
          </p:nvSpPr>
          <p:spPr>
            <a:xfrm>
              <a:off x="1403648" y="1851670"/>
              <a:ext cx="1169410" cy="1008112"/>
            </a:xfrm>
            <a:prstGeom prst="hexagon">
              <a:avLst/>
            </a:prstGeom>
            <a:gradFill>
              <a:gsLst>
                <a:gs pos="100000">
                  <a:schemeClr val="bg1"/>
                </a:gs>
                <a:gs pos="0">
                  <a:schemeClr val="bg1">
                    <a:lumMod val="85000"/>
                  </a:schemeClr>
                </a:gs>
              </a:gsLst>
              <a:lin ang="2700000" scaled="1"/>
            </a:gradFill>
            <a:ln w="31750">
              <a:gradFill flip="none" rotWithShape="1">
                <a:gsLst>
                  <a:gs pos="0">
                    <a:schemeClr val="bg1"/>
                  </a:gs>
                  <a:gs pos="100000">
                    <a:schemeClr val="bg1">
                      <a:lumMod val="85000"/>
                    </a:schemeClr>
                  </a:gs>
                </a:gsLst>
                <a:lin ang="2700000" scaled="1"/>
                <a:tileRect/>
              </a:gradFill>
            </a:ln>
            <a:effectLst>
              <a:outerShdw blurRad="254000" dist="1016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solidFill>
                  <a:srgbClr val="679E2A"/>
                </a:solidFill>
                <a:latin typeface="微软雅黑" panose="020B0503020204020204" pitchFamily="34" charset="-122"/>
                <a:ea typeface="微软雅黑" panose="020B0503020204020204" pitchFamily="34" charset="-122"/>
              </a:endParaRPr>
            </a:p>
          </p:txBody>
        </p:sp>
        <p:sp>
          <p:nvSpPr>
            <p:cNvPr id="49" name="矩形 15"/>
            <p:cNvSpPr>
              <a:spLocks noChangeArrowheads="1"/>
            </p:cNvSpPr>
            <p:nvPr>
              <p:custDataLst>
                <p:tags r:id="rId3"/>
              </p:custDataLst>
            </p:nvPr>
          </p:nvSpPr>
          <p:spPr bwMode="auto">
            <a:xfrm>
              <a:off x="1715554" y="1892776"/>
              <a:ext cx="531511" cy="8052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lnSpc>
                  <a:spcPct val="130000"/>
                </a:lnSpc>
              </a:pPr>
              <a:r>
                <a:rPr lang="en-US" altLang="zh-CN" sz="2800" dirty="0">
                  <a:solidFill>
                    <a:srgbClr val="679E2A"/>
                  </a:solidFill>
                  <a:latin typeface="微软雅黑" panose="020B0503020204020204" pitchFamily="34" charset="-122"/>
                  <a:ea typeface="微软雅黑" panose="020B0503020204020204" pitchFamily="34" charset="-122"/>
                  <a:sym typeface="Arial" panose="020B0604020202020204" pitchFamily="34" charset="0"/>
                </a:rPr>
                <a:t>1</a:t>
              </a:r>
              <a:endParaRPr lang="en-US" altLang="zh-CN" sz="2000" dirty="0">
                <a:solidFill>
                  <a:srgbClr val="679E2A"/>
                </a:solidFill>
                <a:latin typeface="微软雅黑" panose="020B0503020204020204" pitchFamily="34" charset="-122"/>
                <a:ea typeface="微软雅黑" panose="020B0503020204020204" pitchFamily="34" charset="-122"/>
                <a:sym typeface="Arial" panose="020B0604020202020204" pitchFamily="34" charset="0"/>
              </a:endParaRPr>
            </a:p>
          </p:txBody>
        </p:sp>
      </p:grpSp>
      <p:sp>
        <p:nvSpPr>
          <p:cNvPr id="50" name="TextBox 15"/>
          <p:cNvSpPr>
            <a:spLocks noChangeArrowheads="1"/>
          </p:cNvSpPr>
          <p:nvPr>
            <p:custDataLst>
              <p:tags r:id="rId4"/>
            </p:custDataLst>
          </p:nvPr>
        </p:nvSpPr>
        <p:spPr bwMode="auto">
          <a:xfrm>
            <a:off x="4716016" y="1422422"/>
            <a:ext cx="3816424" cy="5537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just"/>
            <a:r>
              <a:rPr lang="en-US" altLang="zh-CN" sz="1200" b="1" dirty="0">
                <a:solidFill>
                  <a:schemeClr val="tx1">
                    <a:lumMod val="65000"/>
                    <a:lumOff val="35000"/>
                  </a:schemeClr>
                </a:solidFill>
                <a:latin typeface="微软雅黑" panose="020B0503020204020204" pitchFamily="34" charset="-122"/>
                <a:ea typeface="微软雅黑" panose="020B0503020204020204" pitchFamily="34" charset="-122"/>
              </a:rPr>
              <a:t>OAuth</a:t>
            </a:r>
            <a:r>
              <a:rPr lang="zh-CN" altLang="en-US" sz="1200" b="1" dirty="0">
                <a:solidFill>
                  <a:schemeClr val="tx1">
                    <a:lumMod val="65000"/>
                    <a:lumOff val="35000"/>
                  </a:schemeClr>
                </a:solidFill>
                <a:latin typeface="微软雅黑" panose="020B0503020204020204" pitchFamily="34" charset="-122"/>
                <a:ea typeface="微软雅黑" panose="020B0503020204020204" pitchFamily="34" charset="-122"/>
              </a:rPr>
              <a:t>协议普及性：</a:t>
            </a:r>
            <a:r>
              <a:rPr lang="en-US" altLang="zh-CN" sz="1200" dirty="0">
                <a:solidFill>
                  <a:schemeClr val="tx1">
                    <a:lumMod val="65000"/>
                    <a:lumOff val="35000"/>
                  </a:schemeClr>
                </a:solidFill>
                <a:latin typeface="微软雅黑" panose="020B0503020204020204" pitchFamily="34" charset="-122"/>
                <a:ea typeface="微软雅黑" panose="020B0503020204020204" pitchFamily="34" charset="-122"/>
              </a:rPr>
              <a:t>OAuth 2.0 </a:t>
            </a:r>
            <a:r>
              <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rPr>
              <a:t>协议是部署最广泛的授权</a:t>
            </a:r>
            <a:r>
              <a:rPr lang="en-US" altLang="zh-CN" sz="1200" dirty="0">
                <a:solidFill>
                  <a:schemeClr val="tx1">
                    <a:lumMod val="65000"/>
                    <a:lumOff val="35000"/>
                  </a:schemeClr>
                </a:solidFill>
                <a:latin typeface="微软雅黑" panose="020B0503020204020204" pitchFamily="34" charset="-122"/>
                <a:ea typeface="微软雅黑" panose="020B0503020204020204" pitchFamily="34" charset="-122"/>
              </a:rPr>
              <a:t>/</a:t>
            </a:r>
            <a:r>
              <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rPr>
              <a:t>单点登录（</a:t>
            </a:r>
            <a:r>
              <a:rPr lang="en-US" altLang="zh-CN" sz="1200" dirty="0">
                <a:solidFill>
                  <a:schemeClr val="tx1">
                    <a:lumMod val="65000"/>
                    <a:lumOff val="35000"/>
                  </a:schemeClr>
                </a:solidFill>
                <a:latin typeface="微软雅黑" panose="020B0503020204020204" pitchFamily="34" charset="-122"/>
                <a:ea typeface="微软雅黑" panose="020B0503020204020204" pitchFamily="34" charset="-122"/>
              </a:rPr>
              <a:t>SSO</a:t>
            </a:r>
            <a:r>
              <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rPr>
              <a:t>）协议之一，同时也是新</a:t>
            </a:r>
            <a:r>
              <a:rPr lang="en-US" altLang="zh-CN" sz="1200" dirty="0">
                <a:solidFill>
                  <a:schemeClr val="tx1">
                    <a:lumMod val="65000"/>
                    <a:lumOff val="35000"/>
                  </a:schemeClr>
                </a:solidFill>
                <a:latin typeface="微软雅黑" panose="020B0503020204020204" pitchFamily="34" charset="-122"/>
                <a:ea typeface="微软雅黑" panose="020B0503020204020204" pitchFamily="34" charset="-122"/>
              </a:rPr>
              <a:t> SSO </a:t>
            </a:r>
            <a:r>
              <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rPr>
              <a:t>标准</a:t>
            </a:r>
            <a:r>
              <a:rPr lang="en-US" altLang="zh-CN" sz="1200" dirty="0">
                <a:solidFill>
                  <a:schemeClr val="tx1">
                    <a:lumMod val="65000"/>
                    <a:lumOff val="35000"/>
                  </a:schemeClr>
                </a:solidFill>
                <a:latin typeface="微软雅黑" panose="020B0503020204020204" pitchFamily="34" charset="-122"/>
                <a:ea typeface="微软雅黑" panose="020B0503020204020204" pitchFamily="34" charset="-122"/>
              </a:rPr>
              <a:t> OpenID Connect </a:t>
            </a:r>
            <a:r>
              <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rPr>
              <a:t>的基础。</a:t>
            </a:r>
            <a:endPar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grpSp>
        <p:nvGrpSpPr>
          <p:cNvPr id="51" name="组合 50"/>
          <p:cNvGrpSpPr/>
          <p:nvPr>
            <p:custDataLst>
              <p:tags r:id="rId5"/>
            </p:custDataLst>
          </p:nvPr>
        </p:nvGrpSpPr>
        <p:grpSpPr>
          <a:xfrm>
            <a:off x="3587899" y="2349074"/>
            <a:ext cx="868316" cy="748548"/>
            <a:chOff x="1403648" y="1851670"/>
            <a:chExt cx="1169410" cy="1008112"/>
          </a:xfrm>
        </p:grpSpPr>
        <p:sp>
          <p:nvSpPr>
            <p:cNvPr id="52" name="六边形 51"/>
            <p:cNvSpPr/>
            <p:nvPr>
              <p:custDataLst>
                <p:tags r:id="rId6"/>
              </p:custDataLst>
            </p:nvPr>
          </p:nvSpPr>
          <p:spPr>
            <a:xfrm>
              <a:off x="1403648" y="1851670"/>
              <a:ext cx="1169410" cy="1008112"/>
            </a:xfrm>
            <a:prstGeom prst="hexagon">
              <a:avLst/>
            </a:prstGeom>
            <a:gradFill>
              <a:gsLst>
                <a:gs pos="100000">
                  <a:schemeClr val="bg1"/>
                </a:gs>
                <a:gs pos="0">
                  <a:schemeClr val="bg1">
                    <a:lumMod val="85000"/>
                  </a:schemeClr>
                </a:gs>
              </a:gsLst>
              <a:lin ang="2700000" scaled="1"/>
            </a:gradFill>
            <a:ln w="31750">
              <a:gradFill flip="none" rotWithShape="1">
                <a:gsLst>
                  <a:gs pos="0">
                    <a:schemeClr val="bg1"/>
                  </a:gs>
                  <a:gs pos="100000">
                    <a:schemeClr val="bg1">
                      <a:lumMod val="85000"/>
                    </a:schemeClr>
                  </a:gs>
                </a:gsLst>
                <a:lin ang="2700000" scaled="1"/>
                <a:tileRect/>
              </a:gradFill>
            </a:ln>
            <a:effectLst>
              <a:outerShdw blurRad="254000" dist="1016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solidFill>
                  <a:srgbClr val="679E2A"/>
                </a:solidFill>
                <a:latin typeface="微软雅黑" panose="020B0503020204020204" pitchFamily="34" charset="-122"/>
                <a:ea typeface="微软雅黑" panose="020B0503020204020204" pitchFamily="34" charset="-122"/>
              </a:endParaRPr>
            </a:p>
          </p:txBody>
        </p:sp>
        <p:sp>
          <p:nvSpPr>
            <p:cNvPr id="53" name="矩形 15"/>
            <p:cNvSpPr>
              <a:spLocks noChangeArrowheads="1"/>
            </p:cNvSpPr>
            <p:nvPr>
              <p:custDataLst>
                <p:tags r:id="rId7"/>
              </p:custDataLst>
            </p:nvPr>
          </p:nvSpPr>
          <p:spPr bwMode="auto">
            <a:xfrm>
              <a:off x="1715554" y="1928170"/>
              <a:ext cx="531511" cy="8052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lnSpc>
                  <a:spcPct val="130000"/>
                </a:lnSpc>
              </a:pPr>
              <a:r>
                <a:rPr lang="en-US" altLang="zh-CN" sz="2800" dirty="0">
                  <a:solidFill>
                    <a:srgbClr val="679E2A"/>
                  </a:solidFill>
                  <a:latin typeface="微软雅黑" panose="020B0503020204020204" pitchFamily="34" charset="-122"/>
                  <a:ea typeface="微软雅黑" panose="020B0503020204020204" pitchFamily="34" charset="-122"/>
                  <a:sym typeface="Arial" panose="020B0604020202020204" pitchFamily="34" charset="0"/>
                </a:rPr>
                <a:t>2</a:t>
              </a:r>
              <a:endParaRPr lang="en-US" altLang="zh-CN" sz="2000" dirty="0">
                <a:solidFill>
                  <a:srgbClr val="679E2A"/>
                </a:solidFill>
                <a:latin typeface="微软雅黑" panose="020B0503020204020204" pitchFamily="34" charset="-122"/>
                <a:ea typeface="微软雅黑" panose="020B0503020204020204" pitchFamily="34" charset="-122"/>
                <a:sym typeface="Arial" panose="020B0604020202020204" pitchFamily="34" charset="0"/>
              </a:endParaRPr>
            </a:p>
          </p:txBody>
        </p:sp>
      </p:grpSp>
      <p:sp>
        <p:nvSpPr>
          <p:cNvPr id="54" name="TextBox 15"/>
          <p:cNvSpPr>
            <a:spLocks noChangeArrowheads="1"/>
          </p:cNvSpPr>
          <p:nvPr>
            <p:custDataLst>
              <p:tags r:id="rId8"/>
            </p:custDataLst>
          </p:nvPr>
        </p:nvSpPr>
        <p:spPr bwMode="auto">
          <a:xfrm>
            <a:off x="4716016" y="2454403"/>
            <a:ext cx="3888432" cy="5537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just"/>
            <a:r>
              <a:rPr lang="en-US" altLang="zh-CN" sz="1200" b="1" dirty="0">
                <a:solidFill>
                  <a:schemeClr val="tx1">
                    <a:lumMod val="65000"/>
                    <a:lumOff val="35000"/>
                  </a:schemeClr>
                </a:solidFill>
                <a:latin typeface="微软雅黑" panose="020B0503020204020204" pitchFamily="34" charset="-122"/>
                <a:ea typeface="微软雅黑" panose="020B0503020204020204" pitchFamily="34" charset="-122"/>
              </a:rPr>
              <a:t>OAuth</a:t>
            </a:r>
            <a:r>
              <a:rPr lang="zh-CN" altLang="en-US" sz="1200" b="1" dirty="0">
                <a:solidFill>
                  <a:schemeClr val="tx1">
                    <a:lumMod val="65000"/>
                    <a:lumOff val="35000"/>
                  </a:schemeClr>
                </a:solidFill>
                <a:latin typeface="微软雅黑" panose="020B0503020204020204" pitchFamily="34" charset="-122"/>
                <a:ea typeface="微软雅黑" panose="020B0503020204020204" pitchFamily="34" charset="-122"/>
              </a:rPr>
              <a:t>实现漏洞：</a:t>
            </a:r>
            <a:r>
              <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rPr>
              <a:t>尽管</a:t>
            </a:r>
            <a:r>
              <a:rPr lang="en-US" altLang="zh-CN" sz="1200" dirty="0">
                <a:solidFill>
                  <a:schemeClr val="tx1">
                    <a:lumMod val="65000"/>
                    <a:lumOff val="35000"/>
                  </a:schemeClr>
                </a:solidFill>
                <a:latin typeface="微软雅黑" panose="020B0503020204020204" pitchFamily="34" charset="-122"/>
                <a:ea typeface="微软雅黑" panose="020B0503020204020204" pitchFamily="34" charset="-122"/>
              </a:rPr>
              <a:t> OAuth </a:t>
            </a:r>
            <a:r>
              <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rPr>
              <a:t>已被广泛用作在线服务中安全授权的标准协议，但具体实现中仍然存在漏洞，给用户数据的安全和隐私保护带来了重大挑战。</a:t>
            </a:r>
            <a:endPar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grpSp>
        <p:nvGrpSpPr>
          <p:cNvPr id="55" name="组合 54"/>
          <p:cNvGrpSpPr/>
          <p:nvPr>
            <p:custDataLst>
              <p:tags r:id="rId9"/>
            </p:custDataLst>
          </p:nvPr>
        </p:nvGrpSpPr>
        <p:grpSpPr>
          <a:xfrm>
            <a:off x="3587899" y="3381055"/>
            <a:ext cx="868316" cy="748548"/>
            <a:chOff x="1403648" y="1851670"/>
            <a:chExt cx="1169410" cy="1008112"/>
          </a:xfrm>
        </p:grpSpPr>
        <p:sp>
          <p:nvSpPr>
            <p:cNvPr id="56" name="六边形 55"/>
            <p:cNvSpPr/>
            <p:nvPr>
              <p:custDataLst>
                <p:tags r:id="rId10"/>
              </p:custDataLst>
            </p:nvPr>
          </p:nvSpPr>
          <p:spPr>
            <a:xfrm>
              <a:off x="1403648" y="1851670"/>
              <a:ext cx="1169410" cy="1008112"/>
            </a:xfrm>
            <a:prstGeom prst="hexagon">
              <a:avLst/>
            </a:prstGeom>
            <a:gradFill>
              <a:gsLst>
                <a:gs pos="100000">
                  <a:schemeClr val="bg1"/>
                </a:gs>
                <a:gs pos="0">
                  <a:schemeClr val="bg1">
                    <a:lumMod val="85000"/>
                  </a:schemeClr>
                </a:gs>
              </a:gsLst>
              <a:lin ang="2700000" scaled="1"/>
            </a:gradFill>
            <a:ln w="31750">
              <a:gradFill flip="none" rotWithShape="1">
                <a:gsLst>
                  <a:gs pos="0">
                    <a:schemeClr val="bg1"/>
                  </a:gs>
                  <a:gs pos="100000">
                    <a:schemeClr val="bg1">
                      <a:lumMod val="85000"/>
                    </a:schemeClr>
                  </a:gs>
                </a:gsLst>
                <a:lin ang="2700000" scaled="1"/>
                <a:tileRect/>
              </a:gradFill>
            </a:ln>
            <a:effectLst>
              <a:outerShdw blurRad="254000" dist="1016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solidFill>
                  <a:srgbClr val="679E2A"/>
                </a:solidFill>
                <a:latin typeface="微软雅黑" panose="020B0503020204020204" pitchFamily="34" charset="-122"/>
                <a:ea typeface="微软雅黑" panose="020B0503020204020204" pitchFamily="34" charset="-122"/>
              </a:endParaRPr>
            </a:p>
          </p:txBody>
        </p:sp>
        <p:sp>
          <p:nvSpPr>
            <p:cNvPr id="57" name="矩形 15"/>
            <p:cNvSpPr>
              <a:spLocks noChangeArrowheads="1"/>
            </p:cNvSpPr>
            <p:nvPr>
              <p:custDataLst>
                <p:tags r:id="rId11"/>
              </p:custDataLst>
            </p:nvPr>
          </p:nvSpPr>
          <p:spPr bwMode="auto">
            <a:xfrm>
              <a:off x="1715554" y="1925460"/>
              <a:ext cx="531511" cy="8052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lnSpc>
                  <a:spcPct val="130000"/>
                </a:lnSpc>
              </a:pPr>
              <a:r>
                <a:rPr lang="en-US" altLang="zh-CN" sz="2800" dirty="0">
                  <a:solidFill>
                    <a:srgbClr val="679E2A"/>
                  </a:solidFill>
                  <a:latin typeface="微软雅黑" panose="020B0503020204020204" pitchFamily="34" charset="-122"/>
                  <a:ea typeface="微软雅黑" panose="020B0503020204020204" pitchFamily="34" charset="-122"/>
                  <a:sym typeface="Arial" panose="020B0604020202020204" pitchFamily="34" charset="0"/>
                </a:rPr>
                <a:t>3</a:t>
              </a:r>
              <a:endParaRPr lang="en-US" altLang="zh-CN" sz="2000" dirty="0">
                <a:solidFill>
                  <a:srgbClr val="679E2A"/>
                </a:solidFill>
                <a:latin typeface="微软雅黑" panose="020B0503020204020204" pitchFamily="34" charset="-122"/>
                <a:ea typeface="微软雅黑" panose="020B0503020204020204" pitchFamily="34" charset="-122"/>
                <a:sym typeface="Arial" panose="020B0604020202020204" pitchFamily="34" charset="0"/>
              </a:endParaRPr>
            </a:p>
          </p:txBody>
        </p:sp>
      </p:grpSp>
      <p:sp>
        <p:nvSpPr>
          <p:cNvPr id="58" name="TextBox 15"/>
          <p:cNvSpPr>
            <a:spLocks noChangeArrowheads="1"/>
          </p:cNvSpPr>
          <p:nvPr>
            <p:custDataLst>
              <p:tags r:id="rId12"/>
            </p:custDataLst>
          </p:nvPr>
        </p:nvSpPr>
        <p:spPr bwMode="auto">
          <a:xfrm>
            <a:off x="4716016" y="3380975"/>
            <a:ext cx="4032448" cy="923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just"/>
            <a:r>
              <a:rPr lang="zh-CN" altLang="en-US" sz="1200" b="1" dirty="0">
                <a:solidFill>
                  <a:schemeClr val="tx1">
                    <a:lumMod val="65000"/>
                    <a:lumOff val="35000"/>
                  </a:schemeClr>
                </a:solidFill>
                <a:latin typeface="微软雅黑" panose="020B0503020204020204" pitchFamily="34" charset="-122"/>
                <a:ea typeface="微软雅黑" panose="020B0503020204020204" pitchFamily="34" charset="-122"/>
              </a:rPr>
              <a:t>安全的</a:t>
            </a:r>
            <a:r>
              <a:rPr lang="en-US" altLang="zh-CN" sz="1200" b="1" dirty="0">
                <a:solidFill>
                  <a:schemeClr val="tx1">
                    <a:lumMod val="65000"/>
                    <a:lumOff val="35000"/>
                  </a:schemeClr>
                </a:solidFill>
                <a:latin typeface="微软雅黑" panose="020B0503020204020204" pitchFamily="34" charset="-122"/>
                <a:ea typeface="微软雅黑" panose="020B0503020204020204" pitchFamily="34" charset="-122"/>
              </a:rPr>
              <a:t>OAuth</a:t>
            </a:r>
            <a:r>
              <a:rPr lang="zh-CN" altLang="en-US" sz="1200" b="1" dirty="0">
                <a:solidFill>
                  <a:schemeClr val="tx1">
                    <a:lumMod val="65000"/>
                    <a:lumOff val="35000"/>
                  </a:schemeClr>
                </a:solidFill>
                <a:latin typeface="微软雅黑" panose="020B0503020204020204" pitchFamily="34" charset="-122"/>
                <a:ea typeface="微软雅黑" panose="020B0503020204020204" pitchFamily="34" charset="-122"/>
              </a:rPr>
              <a:t>实现的重要性：</a:t>
            </a:r>
            <a:r>
              <a:rPr lang="en-US" altLang="zh-CN" sz="1200" dirty="0">
                <a:solidFill>
                  <a:schemeClr val="tx1">
                    <a:lumMod val="65000"/>
                    <a:lumOff val="35000"/>
                  </a:schemeClr>
                </a:solidFill>
                <a:latin typeface="微软雅黑" panose="020B0503020204020204" pitchFamily="34" charset="-122"/>
                <a:ea typeface="微软雅黑" panose="020B0503020204020204" pitchFamily="34" charset="-122"/>
              </a:rPr>
              <a:t>OAuth </a:t>
            </a:r>
            <a:r>
              <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rPr>
              <a:t>的安全实现对于保护用户数据、维持对在线服务的信任以及确保符合数据保护法规至关重要。通过优先考虑安全措施、定期进行安全审计以及及时了解新的威胁，组织能够增强其</a:t>
            </a:r>
            <a:r>
              <a:rPr lang="en-US" altLang="zh-CN" sz="1200" dirty="0">
                <a:solidFill>
                  <a:schemeClr val="tx1">
                    <a:lumMod val="65000"/>
                    <a:lumOff val="35000"/>
                  </a:schemeClr>
                </a:solidFill>
                <a:latin typeface="微软雅黑" panose="020B0503020204020204" pitchFamily="34" charset="-122"/>
                <a:ea typeface="微软雅黑" panose="020B0503020204020204" pitchFamily="34" charset="-122"/>
              </a:rPr>
              <a:t> OAuth </a:t>
            </a:r>
            <a:r>
              <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rPr>
              <a:t>实施的抗风险能力，并在日益互联的数字环境中保护用户数据。</a:t>
            </a:r>
            <a:endPar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pic>
        <p:nvPicPr>
          <p:cNvPr id="32" name="图片 31" descr="图片包含 物体&#10;&#10;描述已自动生成"/>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94423" y="655329"/>
            <a:ext cx="388986" cy="1907371"/>
          </a:xfrm>
          <a:prstGeom prst="rect">
            <a:avLst/>
          </a:prstGeom>
        </p:spPr>
      </p:pic>
    </p:spTree>
  </p:cSld>
  <p:clrMapOvr>
    <a:masterClrMapping/>
  </p:clrMapOvr>
  <p:transition spd="slow" advClick="0" advTm="0">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wipe(left)">
                                      <p:cBhvr>
                                        <p:cTn id="7" dur="300"/>
                                        <p:tgtEl>
                                          <p:spTgt spid="27"/>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28"/>
                                        </p:tgtEl>
                                        <p:attrNameLst>
                                          <p:attrName>style.visibility</p:attrName>
                                        </p:attrNameLst>
                                      </p:cBhvr>
                                      <p:to>
                                        <p:strVal val="visible"/>
                                      </p:to>
                                    </p:set>
                                    <p:animEffect transition="in" filter="wipe(down)">
                                      <p:cBhvr>
                                        <p:cTn id="11" dur="300"/>
                                        <p:tgtEl>
                                          <p:spTgt spid="28"/>
                                        </p:tgtEl>
                                      </p:cBhvr>
                                    </p:animEffect>
                                  </p:childTnLst>
                                </p:cTn>
                              </p:par>
                            </p:childTnLst>
                          </p:cTn>
                        </p:par>
                        <p:par>
                          <p:cTn id="12" fill="hold">
                            <p:stCondLst>
                              <p:cond delay="1000"/>
                            </p:stCondLst>
                            <p:childTnLst>
                              <p:par>
                                <p:cTn id="13" presetID="12" presetClass="entr" presetSubtype="8" fill="hold" grpId="0" nodeType="afterEffect">
                                  <p:stCondLst>
                                    <p:cond delay="0"/>
                                  </p:stCondLst>
                                  <p:childTnLst>
                                    <p:set>
                                      <p:cBhvr>
                                        <p:cTn id="14" dur="1" fill="hold">
                                          <p:stCondLst>
                                            <p:cond delay="0"/>
                                          </p:stCondLst>
                                        </p:cTn>
                                        <p:tgtEl>
                                          <p:spTgt spid="29"/>
                                        </p:tgtEl>
                                        <p:attrNameLst>
                                          <p:attrName>style.visibility</p:attrName>
                                        </p:attrNameLst>
                                      </p:cBhvr>
                                      <p:to>
                                        <p:strVal val="visible"/>
                                      </p:to>
                                    </p:set>
                                    <p:anim calcmode="lin" valueType="num">
                                      <p:cBhvr additive="base">
                                        <p:cTn id="15" dur="500"/>
                                        <p:tgtEl>
                                          <p:spTgt spid="29"/>
                                        </p:tgtEl>
                                        <p:attrNameLst>
                                          <p:attrName>ppt_x</p:attrName>
                                        </p:attrNameLst>
                                      </p:cBhvr>
                                      <p:tavLst>
                                        <p:tav tm="0">
                                          <p:val>
                                            <p:strVal val="#ppt_x-#ppt_w*1.125000"/>
                                          </p:val>
                                        </p:tav>
                                        <p:tav tm="100000">
                                          <p:val>
                                            <p:strVal val="#ppt_x"/>
                                          </p:val>
                                        </p:tav>
                                      </p:tavLst>
                                    </p:anim>
                                    <p:animEffect transition="in" filter="wipe(right)">
                                      <p:cBhvr>
                                        <p:cTn id="16" dur="500"/>
                                        <p:tgtEl>
                                          <p:spTgt spid="29"/>
                                        </p:tgtEl>
                                      </p:cBhvr>
                                    </p:animEffect>
                                  </p:childTnLst>
                                </p:cTn>
                              </p:par>
                              <p:par>
                                <p:cTn id="17" presetID="12" presetClass="entr" presetSubtype="8" fill="hold" nodeType="withEffect">
                                  <p:stCondLst>
                                    <p:cond delay="0"/>
                                  </p:stCondLst>
                                  <p:childTnLst>
                                    <p:set>
                                      <p:cBhvr>
                                        <p:cTn id="18" dur="1" fill="hold">
                                          <p:stCondLst>
                                            <p:cond delay="0"/>
                                          </p:stCondLst>
                                        </p:cTn>
                                        <p:tgtEl>
                                          <p:spTgt spid="31"/>
                                        </p:tgtEl>
                                        <p:attrNameLst>
                                          <p:attrName>style.visibility</p:attrName>
                                        </p:attrNameLst>
                                      </p:cBhvr>
                                      <p:to>
                                        <p:strVal val="visible"/>
                                      </p:to>
                                    </p:set>
                                    <p:anim calcmode="lin" valueType="num">
                                      <p:cBhvr additive="base">
                                        <p:cTn id="19" dur="500"/>
                                        <p:tgtEl>
                                          <p:spTgt spid="31"/>
                                        </p:tgtEl>
                                        <p:attrNameLst>
                                          <p:attrName>ppt_x</p:attrName>
                                        </p:attrNameLst>
                                      </p:cBhvr>
                                      <p:tavLst>
                                        <p:tav tm="0">
                                          <p:val>
                                            <p:strVal val="#ppt_x-#ppt_w*1.125000"/>
                                          </p:val>
                                        </p:tav>
                                        <p:tav tm="100000">
                                          <p:val>
                                            <p:strVal val="#ppt_x"/>
                                          </p:val>
                                        </p:tav>
                                      </p:tavLst>
                                    </p:anim>
                                    <p:animEffect transition="in" filter="wipe(right)">
                                      <p:cBhvr>
                                        <p:cTn id="20" dur="500"/>
                                        <p:tgtEl>
                                          <p:spTgt spid="31"/>
                                        </p:tgtEl>
                                      </p:cBhvr>
                                    </p:animEffect>
                                  </p:childTnLst>
                                </p:cTn>
                              </p:par>
                              <p:par>
                                <p:cTn id="21" presetID="12" presetClass="entr" presetSubtype="8" fill="hold" grpId="0" nodeType="withEffect">
                                  <p:stCondLst>
                                    <p:cond delay="0"/>
                                  </p:stCondLst>
                                  <p:childTnLst>
                                    <p:set>
                                      <p:cBhvr>
                                        <p:cTn id="22" dur="1" fill="hold">
                                          <p:stCondLst>
                                            <p:cond delay="0"/>
                                          </p:stCondLst>
                                        </p:cTn>
                                        <p:tgtEl>
                                          <p:spTgt spid="30"/>
                                        </p:tgtEl>
                                        <p:attrNameLst>
                                          <p:attrName>style.visibility</p:attrName>
                                        </p:attrNameLst>
                                      </p:cBhvr>
                                      <p:to>
                                        <p:strVal val="visible"/>
                                      </p:to>
                                    </p:set>
                                    <p:anim calcmode="lin" valueType="num">
                                      <p:cBhvr additive="base">
                                        <p:cTn id="23" dur="500"/>
                                        <p:tgtEl>
                                          <p:spTgt spid="30"/>
                                        </p:tgtEl>
                                        <p:attrNameLst>
                                          <p:attrName>ppt_x</p:attrName>
                                        </p:attrNameLst>
                                      </p:cBhvr>
                                      <p:tavLst>
                                        <p:tav tm="0">
                                          <p:val>
                                            <p:strVal val="#ppt_x-#ppt_w*1.125000"/>
                                          </p:val>
                                        </p:tav>
                                        <p:tav tm="100000">
                                          <p:val>
                                            <p:strVal val="#ppt_x"/>
                                          </p:val>
                                        </p:tav>
                                      </p:tavLst>
                                    </p:anim>
                                    <p:animEffect transition="in" filter="wipe(right)">
                                      <p:cBhvr>
                                        <p:cTn id="24" dur="500"/>
                                        <p:tgtEl>
                                          <p:spTgt spid="30"/>
                                        </p:tgtEl>
                                      </p:cBhvr>
                                    </p:animEffect>
                                  </p:childTnLst>
                                </p:cTn>
                              </p:par>
                            </p:childTnLst>
                          </p:cTn>
                        </p:par>
                        <p:par>
                          <p:cTn id="25" fill="hold">
                            <p:stCondLst>
                              <p:cond delay="1500"/>
                            </p:stCondLst>
                            <p:childTnLst>
                              <p:par>
                                <p:cTn id="26" presetID="53" presetClass="entr" presetSubtype="16" fill="hold" nodeType="afterEffect">
                                  <p:stCondLst>
                                    <p:cond delay="0"/>
                                  </p:stCondLst>
                                  <p:childTnLst>
                                    <p:set>
                                      <p:cBhvr>
                                        <p:cTn id="27" dur="1" fill="hold">
                                          <p:stCondLst>
                                            <p:cond delay="0"/>
                                          </p:stCondLst>
                                        </p:cTn>
                                        <p:tgtEl>
                                          <p:spTgt spid="25"/>
                                        </p:tgtEl>
                                        <p:attrNameLst>
                                          <p:attrName>style.visibility</p:attrName>
                                        </p:attrNameLst>
                                      </p:cBhvr>
                                      <p:to>
                                        <p:strVal val="visible"/>
                                      </p:to>
                                    </p:set>
                                    <p:anim calcmode="lin" valueType="num">
                                      <p:cBhvr>
                                        <p:cTn id="28" dur="500" fill="hold"/>
                                        <p:tgtEl>
                                          <p:spTgt spid="25"/>
                                        </p:tgtEl>
                                        <p:attrNameLst>
                                          <p:attrName>ppt_w</p:attrName>
                                        </p:attrNameLst>
                                      </p:cBhvr>
                                      <p:tavLst>
                                        <p:tav tm="0">
                                          <p:val>
                                            <p:fltVal val="0"/>
                                          </p:val>
                                        </p:tav>
                                        <p:tav tm="100000">
                                          <p:val>
                                            <p:strVal val="#ppt_w"/>
                                          </p:val>
                                        </p:tav>
                                      </p:tavLst>
                                    </p:anim>
                                    <p:anim calcmode="lin" valueType="num">
                                      <p:cBhvr>
                                        <p:cTn id="29" dur="500" fill="hold"/>
                                        <p:tgtEl>
                                          <p:spTgt spid="25"/>
                                        </p:tgtEl>
                                        <p:attrNameLst>
                                          <p:attrName>ppt_h</p:attrName>
                                        </p:attrNameLst>
                                      </p:cBhvr>
                                      <p:tavLst>
                                        <p:tav tm="0">
                                          <p:val>
                                            <p:fltVal val="0"/>
                                          </p:val>
                                        </p:tav>
                                        <p:tav tm="100000">
                                          <p:val>
                                            <p:strVal val="#ppt_h"/>
                                          </p:val>
                                        </p:tav>
                                      </p:tavLst>
                                    </p:anim>
                                    <p:animEffect transition="in" filter="fade">
                                      <p:cBhvr>
                                        <p:cTn id="30" dur="500"/>
                                        <p:tgtEl>
                                          <p:spTgt spid="25"/>
                                        </p:tgtEl>
                                      </p:cBhvr>
                                    </p:animEffect>
                                  </p:childTnLst>
                                </p:cTn>
                              </p:par>
                            </p:childTnLst>
                          </p:cTn>
                        </p:par>
                        <p:par>
                          <p:cTn id="31" fill="hold">
                            <p:stCondLst>
                              <p:cond delay="2000"/>
                            </p:stCondLst>
                            <p:childTnLst>
                              <p:par>
                                <p:cTn id="32" presetID="22" presetClass="entr" presetSubtype="8" fill="hold" nodeType="afterEffect">
                                  <p:stCondLst>
                                    <p:cond delay="0"/>
                                  </p:stCondLst>
                                  <p:childTnLst>
                                    <p:set>
                                      <p:cBhvr>
                                        <p:cTn id="33" dur="1" fill="hold">
                                          <p:stCondLst>
                                            <p:cond delay="0"/>
                                          </p:stCondLst>
                                        </p:cTn>
                                        <p:tgtEl>
                                          <p:spTgt spid="21"/>
                                        </p:tgtEl>
                                        <p:attrNameLst>
                                          <p:attrName>style.visibility</p:attrName>
                                        </p:attrNameLst>
                                      </p:cBhvr>
                                      <p:to>
                                        <p:strVal val="visible"/>
                                      </p:to>
                                    </p:set>
                                    <p:animEffect transition="in" filter="wipe(left)">
                                      <p:cBhvr>
                                        <p:cTn id="34" dur="500"/>
                                        <p:tgtEl>
                                          <p:spTgt spid="21"/>
                                        </p:tgtEl>
                                      </p:cBhvr>
                                    </p:animEffect>
                                  </p:childTnLst>
                                </p:cTn>
                              </p:par>
                            </p:childTnLst>
                          </p:cTn>
                        </p:par>
                        <p:par>
                          <p:cTn id="35" fill="hold">
                            <p:stCondLst>
                              <p:cond delay="2500"/>
                            </p:stCondLst>
                            <p:childTnLst>
                              <p:par>
                                <p:cTn id="36" presetID="53" presetClass="entr" presetSubtype="16" fill="hold" nodeType="afterEffect">
                                  <p:stCondLst>
                                    <p:cond delay="0"/>
                                  </p:stCondLst>
                                  <p:childTnLst>
                                    <p:set>
                                      <p:cBhvr>
                                        <p:cTn id="37" dur="1" fill="hold">
                                          <p:stCondLst>
                                            <p:cond delay="0"/>
                                          </p:stCondLst>
                                        </p:cTn>
                                        <p:tgtEl>
                                          <p:spTgt spid="47"/>
                                        </p:tgtEl>
                                        <p:attrNameLst>
                                          <p:attrName>style.visibility</p:attrName>
                                        </p:attrNameLst>
                                      </p:cBhvr>
                                      <p:to>
                                        <p:strVal val="visible"/>
                                      </p:to>
                                    </p:set>
                                    <p:anim calcmode="lin" valueType="num">
                                      <p:cBhvr>
                                        <p:cTn id="38" dur="500" fill="hold"/>
                                        <p:tgtEl>
                                          <p:spTgt spid="47"/>
                                        </p:tgtEl>
                                        <p:attrNameLst>
                                          <p:attrName>ppt_w</p:attrName>
                                        </p:attrNameLst>
                                      </p:cBhvr>
                                      <p:tavLst>
                                        <p:tav tm="0">
                                          <p:val>
                                            <p:fltVal val="0"/>
                                          </p:val>
                                        </p:tav>
                                        <p:tav tm="100000">
                                          <p:val>
                                            <p:strVal val="#ppt_w"/>
                                          </p:val>
                                        </p:tav>
                                      </p:tavLst>
                                    </p:anim>
                                    <p:anim calcmode="lin" valueType="num">
                                      <p:cBhvr>
                                        <p:cTn id="39" dur="500" fill="hold"/>
                                        <p:tgtEl>
                                          <p:spTgt spid="47"/>
                                        </p:tgtEl>
                                        <p:attrNameLst>
                                          <p:attrName>ppt_h</p:attrName>
                                        </p:attrNameLst>
                                      </p:cBhvr>
                                      <p:tavLst>
                                        <p:tav tm="0">
                                          <p:val>
                                            <p:fltVal val="0"/>
                                          </p:val>
                                        </p:tav>
                                        <p:tav tm="100000">
                                          <p:val>
                                            <p:strVal val="#ppt_h"/>
                                          </p:val>
                                        </p:tav>
                                      </p:tavLst>
                                    </p:anim>
                                    <p:animEffect transition="in" filter="fade">
                                      <p:cBhvr>
                                        <p:cTn id="40" dur="500"/>
                                        <p:tgtEl>
                                          <p:spTgt spid="47"/>
                                        </p:tgtEl>
                                      </p:cBhvr>
                                    </p:animEffect>
                                  </p:childTnLst>
                                </p:cTn>
                              </p:par>
                            </p:childTnLst>
                          </p:cTn>
                        </p:par>
                        <p:par>
                          <p:cTn id="41" fill="hold">
                            <p:stCondLst>
                              <p:cond delay="3000"/>
                            </p:stCondLst>
                            <p:childTnLst>
                              <p:par>
                                <p:cTn id="42" presetID="22" presetClass="entr" presetSubtype="8" fill="hold" grpId="0" nodeType="afterEffect">
                                  <p:stCondLst>
                                    <p:cond delay="0"/>
                                  </p:stCondLst>
                                  <p:childTnLst>
                                    <p:set>
                                      <p:cBhvr>
                                        <p:cTn id="43" dur="1" fill="hold">
                                          <p:stCondLst>
                                            <p:cond delay="0"/>
                                          </p:stCondLst>
                                        </p:cTn>
                                        <p:tgtEl>
                                          <p:spTgt spid="50"/>
                                        </p:tgtEl>
                                        <p:attrNameLst>
                                          <p:attrName>style.visibility</p:attrName>
                                        </p:attrNameLst>
                                      </p:cBhvr>
                                      <p:to>
                                        <p:strVal val="visible"/>
                                      </p:to>
                                    </p:set>
                                    <p:animEffect>
                                      <p:cBhvr>
                                        <p:cTn id="44" dur="300"/>
                                        <p:tgtEl>
                                          <p:spTgt spid="50"/>
                                        </p:tgtEl>
                                      </p:cBhvr>
                                    </p:animEffect>
                                  </p:childTnLst>
                                </p:cTn>
                              </p:par>
                            </p:childTnLst>
                          </p:cTn>
                        </p:par>
                        <p:par>
                          <p:cTn id="45" fill="hold">
                            <p:stCondLst>
                              <p:cond delay="3500"/>
                            </p:stCondLst>
                            <p:childTnLst>
                              <p:par>
                                <p:cTn id="46" presetID="53" presetClass="entr" presetSubtype="16" fill="hold" nodeType="afterEffect">
                                  <p:stCondLst>
                                    <p:cond delay="0"/>
                                  </p:stCondLst>
                                  <p:childTnLst>
                                    <p:set>
                                      <p:cBhvr>
                                        <p:cTn id="47" dur="1" fill="hold">
                                          <p:stCondLst>
                                            <p:cond delay="0"/>
                                          </p:stCondLst>
                                        </p:cTn>
                                        <p:tgtEl>
                                          <p:spTgt spid="51"/>
                                        </p:tgtEl>
                                        <p:attrNameLst>
                                          <p:attrName>style.visibility</p:attrName>
                                        </p:attrNameLst>
                                      </p:cBhvr>
                                      <p:to>
                                        <p:strVal val="visible"/>
                                      </p:to>
                                    </p:set>
                                    <p:anim calcmode="lin" valueType="num">
                                      <p:cBhvr>
                                        <p:cTn id="48" dur="500" fill="hold"/>
                                        <p:tgtEl>
                                          <p:spTgt spid="51"/>
                                        </p:tgtEl>
                                        <p:attrNameLst>
                                          <p:attrName>ppt_w</p:attrName>
                                        </p:attrNameLst>
                                      </p:cBhvr>
                                      <p:tavLst>
                                        <p:tav tm="0">
                                          <p:val>
                                            <p:fltVal val="0"/>
                                          </p:val>
                                        </p:tav>
                                        <p:tav tm="100000">
                                          <p:val>
                                            <p:strVal val="#ppt_w"/>
                                          </p:val>
                                        </p:tav>
                                      </p:tavLst>
                                    </p:anim>
                                    <p:anim calcmode="lin" valueType="num">
                                      <p:cBhvr>
                                        <p:cTn id="49" dur="500" fill="hold"/>
                                        <p:tgtEl>
                                          <p:spTgt spid="51"/>
                                        </p:tgtEl>
                                        <p:attrNameLst>
                                          <p:attrName>ppt_h</p:attrName>
                                        </p:attrNameLst>
                                      </p:cBhvr>
                                      <p:tavLst>
                                        <p:tav tm="0">
                                          <p:val>
                                            <p:fltVal val="0"/>
                                          </p:val>
                                        </p:tav>
                                        <p:tav tm="100000">
                                          <p:val>
                                            <p:strVal val="#ppt_h"/>
                                          </p:val>
                                        </p:tav>
                                      </p:tavLst>
                                    </p:anim>
                                    <p:animEffect transition="in" filter="fade">
                                      <p:cBhvr>
                                        <p:cTn id="50" dur="500"/>
                                        <p:tgtEl>
                                          <p:spTgt spid="51"/>
                                        </p:tgtEl>
                                      </p:cBhvr>
                                    </p:animEffect>
                                  </p:childTnLst>
                                </p:cTn>
                              </p:par>
                            </p:childTnLst>
                          </p:cTn>
                        </p:par>
                        <p:par>
                          <p:cTn id="51" fill="hold">
                            <p:stCondLst>
                              <p:cond delay="4000"/>
                            </p:stCondLst>
                            <p:childTnLst>
                              <p:par>
                                <p:cTn id="52" presetID="22" presetClass="entr" presetSubtype="8" fill="hold" grpId="0" nodeType="afterEffect">
                                  <p:stCondLst>
                                    <p:cond delay="0"/>
                                  </p:stCondLst>
                                  <p:childTnLst>
                                    <p:set>
                                      <p:cBhvr>
                                        <p:cTn id="53" dur="1" fill="hold">
                                          <p:stCondLst>
                                            <p:cond delay="0"/>
                                          </p:stCondLst>
                                        </p:cTn>
                                        <p:tgtEl>
                                          <p:spTgt spid="54"/>
                                        </p:tgtEl>
                                        <p:attrNameLst>
                                          <p:attrName>style.visibility</p:attrName>
                                        </p:attrNameLst>
                                      </p:cBhvr>
                                      <p:to>
                                        <p:strVal val="visible"/>
                                      </p:to>
                                    </p:set>
                                    <p:animEffect>
                                      <p:cBhvr>
                                        <p:cTn id="54" dur="300"/>
                                        <p:tgtEl>
                                          <p:spTgt spid="54"/>
                                        </p:tgtEl>
                                      </p:cBhvr>
                                    </p:animEffect>
                                  </p:childTnLst>
                                </p:cTn>
                              </p:par>
                            </p:childTnLst>
                          </p:cTn>
                        </p:par>
                        <p:par>
                          <p:cTn id="55" fill="hold">
                            <p:stCondLst>
                              <p:cond delay="4500"/>
                            </p:stCondLst>
                            <p:childTnLst>
                              <p:par>
                                <p:cTn id="56" presetID="53" presetClass="entr" presetSubtype="16" fill="hold" nodeType="afterEffect">
                                  <p:stCondLst>
                                    <p:cond delay="0"/>
                                  </p:stCondLst>
                                  <p:childTnLst>
                                    <p:set>
                                      <p:cBhvr>
                                        <p:cTn id="57" dur="1" fill="hold">
                                          <p:stCondLst>
                                            <p:cond delay="0"/>
                                          </p:stCondLst>
                                        </p:cTn>
                                        <p:tgtEl>
                                          <p:spTgt spid="55"/>
                                        </p:tgtEl>
                                        <p:attrNameLst>
                                          <p:attrName>style.visibility</p:attrName>
                                        </p:attrNameLst>
                                      </p:cBhvr>
                                      <p:to>
                                        <p:strVal val="visible"/>
                                      </p:to>
                                    </p:set>
                                    <p:anim calcmode="lin" valueType="num">
                                      <p:cBhvr>
                                        <p:cTn id="58" dur="500" fill="hold"/>
                                        <p:tgtEl>
                                          <p:spTgt spid="55"/>
                                        </p:tgtEl>
                                        <p:attrNameLst>
                                          <p:attrName>ppt_w</p:attrName>
                                        </p:attrNameLst>
                                      </p:cBhvr>
                                      <p:tavLst>
                                        <p:tav tm="0">
                                          <p:val>
                                            <p:fltVal val="0"/>
                                          </p:val>
                                        </p:tav>
                                        <p:tav tm="100000">
                                          <p:val>
                                            <p:strVal val="#ppt_w"/>
                                          </p:val>
                                        </p:tav>
                                      </p:tavLst>
                                    </p:anim>
                                    <p:anim calcmode="lin" valueType="num">
                                      <p:cBhvr>
                                        <p:cTn id="59" dur="500" fill="hold"/>
                                        <p:tgtEl>
                                          <p:spTgt spid="55"/>
                                        </p:tgtEl>
                                        <p:attrNameLst>
                                          <p:attrName>ppt_h</p:attrName>
                                        </p:attrNameLst>
                                      </p:cBhvr>
                                      <p:tavLst>
                                        <p:tav tm="0">
                                          <p:val>
                                            <p:fltVal val="0"/>
                                          </p:val>
                                        </p:tav>
                                        <p:tav tm="100000">
                                          <p:val>
                                            <p:strVal val="#ppt_h"/>
                                          </p:val>
                                        </p:tav>
                                      </p:tavLst>
                                    </p:anim>
                                    <p:animEffect transition="in" filter="fade">
                                      <p:cBhvr>
                                        <p:cTn id="60" dur="500"/>
                                        <p:tgtEl>
                                          <p:spTgt spid="55"/>
                                        </p:tgtEl>
                                      </p:cBhvr>
                                    </p:animEffect>
                                  </p:childTnLst>
                                </p:cTn>
                              </p:par>
                            </p:childTnLst>
                          </p:cTn>
                        </p:par>
                        <p:par>
                          <p:cTn id="61" fill="hold">
                            <p:stCondLst>
                              <p:cond delay="5000"/>
                            </p:stCondLst>
                            <p:childTnLst>
                              <p:par>
                                <p:cTn id="62" presetID="22" presetClass="entr" presetSubtype="8" fill="hold" grpId="0" nodeType="afterEffect">
                                  <p:stCondLst>
                                    <p:cond delay="0"/>
                                  </p:stCondLst>
                                  <p:childTnLst>
                                    <p:set>
                                      <p:cBhvr>
                                        <p:cTn id="63" dur="1" fill="hold">
                                          <p:stCondLst>
                                            <p:cond delay="0"/>
                                          </p:stCondLst>
                                        </p:cTn>
                                        <p:tgtEl>
                                          <p:spTgt spid="58"/>
                                        </p:tgtEl>
                                        <p:attrNameLst>
                                          <p:attrName>style.visibility</p:attrName>
                                        </p:attrNameLst>
                                      </p:cBhvr>
                                      <p:to>
                                        <p:strVal val="visible"/>
                                      </p:to>
                                    </p:set>
                                    <p:animEffect>
                                      <p:cBhvr>
                                        <p:cTn id="64" dur="300"/>
                                        <p:tgtEl>
                                          <p:spTgt spid="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P spid="29" grpId="0"/>
      <p:bldP spid="30" grpId="0"/>
      <p:bldP spid="50" grpId="0" bldLvl="0" autoUpdateAnimBg="0"/>
      <p:bldP spid="54" grpId="0" bldLvl="0" autoUpdateAnimBg="0"/>
      <p:bldP spid="58" grpId="0" bldLvl="0" autoUpdateAnimBg="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0481" name="矩形 34"/>
          <p:cNvGrpSpPr/>
          <p:nvPr/>
        </p:nvGrpSpPr>
        <p:grpSpPr bwMode="auto">
          <a:xfrm>
            <a:off x="-23812" y="2166937"/>
            <a:ext cx="9314260" cy="109538"/>
            <a:chOff x="634" y="2396"/>
            <a:chExt cx="6470" cy="238"/>
          </a:xfrm>
        </p:grpSpPr>
        <p:pic>
          <p:nvPicPr>
            <p:cNvPr id="20486" name="矩形 34"/>
            <p:cNvPicPr>
              <a:picLocks noChangeArrowheads="1"/>
            </p:cNvPicPr>
            <p:nvPr/>
          </p:nvPicPr>
          <p:blipFill>
            <a:blip r:embed="rId1" cstate="print"/>
            <a:srcRect/>
            <a:stretch>
              <a:fillRect/>
            </a:stretch>
          </p:blipFill>
          <p:spPr bwMode="auto">
            <a:xfrm>
              <a:off x="634" y="2396"/>
              <a:ext cx="6470" cy="238"/>
            </a:xfrm>
            <a:prstGeom prst="rect">
              <a:avLst/>
            </a:prstGeom>
            <a:noFill/>
            <a:ln w="9525">
              <a:noFill/>
              <a:miter lim="800000"/>
              <a:headEnd/>
              <a:tailEnd/>
            </a:ln>
          </p:spPr>
        </p:pic>
        <p:sp>
          <p:nvSpPr>
            <p:cNvPr id="20487" name="Text Box 4"/>
            <p:cNvSpPr txBox="1">
              <a:spLocks noChangeArrowheads="1"/>
            </p:cNvSpPr>
            <p:nvPr/>
          </p:nvSpPr>
          <p:spPr bwMode="auto">
            <a:xfrm rot="-5400000">
              <a:off x="3769" y="-700"/>
              <a:ext cx="102" cy="6337"/>
            </a:xfrm>
            <a:prstGeom prst="rect">
              <a:avLst/>
            </a:prstGeom>
            <a:noFill/>
            <a:ln w="9525">
              <a:noFill/>
              <a:miter lim="800000"/>
            </a:ln>
          </p:spPr>
          <p:txBody>
            <a:bodyPr vert="eaVert" anchor="ctr"/>
            <a:lstStyle/>
            <a:p>
              <a:pPr algn="ctr"/>
              <a:endParaRPr lang="zh-CN" altLang="en-US" sz="600" b="1"/>
            </a:p>
          </p:txBody>
        </p:sp>
      </p:grpSp>
      <p:sp>
        <p:nvSpPr>
          <p:cNvPr id="12" name="椭圆 11"/>
          <p:cNvSpPr/>
          <p:nvPr/>
        </p:nvSpPr>
        <p:spPr>
          <a:xfrm>
            <a:off x="3822085" y="1563280"/>
            <a:ext cx="1299658" cy="1298468"/>
          </a:xfrm>
          <a:prstGeom prst="ellipse">
            <a:avLst/>
          </a:prstGeom>
          <a:gradFill flip="none" rotWithShape="1">
            <a:gsLst>
              <a:gs pos="0">
                <a:schemeClr val="bg1">
                  <a:lumMod val="85000"/>
                </a:schemeClr>
              </a:gs>
              <a:gs pos="100000">
                <a:schemeClr val="bg1"/>
              </a:gs>
            </a:gsLst>
            <a:lin ang="2700000" scaled="1"/>
            <a:tileRect/>
          </a:gradFill>
          <a:ln w="38100">
            <a:gradFill flip="none" rotWithShape="1">
              <a:gsLst>
                <a:gs pos="0">
                  <a:schemeClr val="bg1"/>
                </a:gs>
                <a:gs pos="100000">
                  <a:schemeClr val="bg1">
                    <a:lumMod val="85000"/>
                  </a:schemeClr>
                </a:gs>
              </a:gsLst>
              <a:lin ang="2700000" scaled="1"/>
              <a:tileRect/>
            </a:gradFill>
          </a:ln>
          <a:effectLst>
            <a:outerShdw blurRad="88900" dist="101600" dir="2700000" algn="tl"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a:defRPr/>
            </a:pPr>
            <a:r>
              <a:rPr lang="en-US" altLang="zh-CN" sz="4500" b="1" dirty="0">
                <a:solidFill>
                  <a:srgbClr val="002060"/>
                </a:solidFill>
              </a:rPr>
              <a:t>02</a:t>
            </a:r>
            <a:endParaRPr lang="en-US" altLang="zh-CN" sz="4500" b="1" dirty="0">
              <a:solidFill>
                <a:srgbClr val="002060"/>
              </a:solidFill>
            </a:endParaRPr>
          </a:p>
        </p:txBody>
      </p:sp>
      <p:sp>
        <p:nvSpPr>
          <p:cNvPr id="20485" name="文本框 13"/>
          <p:cNvSpPr txBox="1">
            <a:spLocks noChangeArrowheads="1"/>
          </p:cNvSpPr>
          <p:nvPr/>
        </p:nvSpPr>
        <p:spPr bwMode="auto">
          <a:xfrm>
            <a:off x="2579297" y="2968229"/>
            <a:ext cx="3985406" cy="577081"/>
          </a:xfrm>
          <a:prstGeom prst="rect">
            <a:avLst/>
          </a:prstGeom>
          <a:noFill/>
          <a:ln w="9525">
            <a:noFill/>
            <a:miter lim="800000"/>
          </a:ln>
        </p:spPr>
        <p:txBody>
          <a:bodyPr wrap="square" lIns="68580" tIns="34290" rIns="68580" bIns="34290">
            <a:spAutoFit/>
          </a:bodyPr>
          <a:lstStyle/>
          <a:p>
            <a:pPr algn="ctr"/>
            <a:r>
              <a:rPr lang="zh-CN" altLang="en-US" sz="3300" b="1" dirty="0">
                <a:solidFill>
                  <a:schemeClr val="tx1">
                    <a:lumMod val="75000"/>
                    <a:lumOff val="25000"/>
                  </a:schemeClr>
                </a:solidFill>
                <a:latin typeface="微软雅黑" panose="020B0503020204020204" pitchFamily="34" charset="-122"/>
                <a:ea typeface="微软雅黑" panose="020B0503020204020204" pitchFamily="34" charset="-122"/>
              </a:rPr>
              <a:t>课题现状及发展情况</a:t>
            </a:r>
            <a:endParaRPr lang="zh-CN" altLang="en-US" sz="33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grpSp>
        <p:nvGrpSpPr>
          <p:cNvPr id="8" name="组合 7"/>
          <p:cNvGrpSpPr/>
          <p:nvPr/>
        </p:nvGrpSpPr>
        <p:grpSpPr>
          <a:xfrm>
            <a:off x="6284086" y="4299943"/>
            <a:ext cx="1178923" cy="990581"/>
            <a:chOff x="304800" y="673100"/>
            <a:chExt cx="4000500" cy="4000500"/>
          </a:xfrm>
          <a:effectLst>
            <a:outerShdw blurRad="444500" dist="254000" dir="8100000" algn="tr" rotWithShape="0">
              <a:prstClr val="black">
                <a:alpha val="50000"/>
              </a:prstClr>
            </a:outerShdw>
          </a:effectLst>
        </p:grpSpPr>
        <p:sp>
          <p:nvSpPr>
            <p:cNvPr id="9" name="同心圆 11"/>
            <p:cNvSpPr/>
            <p:nvPr/>
          </p:nvSpPr>
          <p:spPr>
            <a:xfrm>
              <a:off x="304800" y="673100"/>
              <a:ext cx="4000500" cy="4000500"/>
            </a:xfrm>
            <a:prstGeom prst="hexagon">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noFill/>
              <a:prstDash val="solid"/>
            </a:ln>
            <a:effectLst/>
          </p:spPr>
          <p:txBody>
            <a:bodyPr rtlCol="0" anchor="ctr"/>
            <a:lstStyle/>
            <a:p>
              <a:pPr defTabSz="914400">
                <a:defRPr/>
              </a:pPr>
              <a:endParaRPr lang="zh-CN" altLang="en-US" kern="0">
                <a:solidFill>
                  <a:sysClr val="windowText" lastClr="000000"/>
                </a:solidFill>
                <a:latin typeface="Calibri" panose="020F0502020204030204"/>
                <a:ea typeface="宋体" panose="02010600030101010101" pitchFamily="2" charset="-122"/>
              </a:endParaRPr>
            </a:p>
          </p:txBody>
        </p:sp>
        <p:sp>
          <p:nvSpPr>
            <p:cNvPr id="10" name="椭圆 12"/>
            <p:cNvSpPr/>
            <p:nvPr/>
          </p:nvSpPr>
          <p:spPr>
            <a:xfrm>
              <a:off x="392112" y="760412"/>
              <a:ext cx="3825874" cy="3825874"/>
            </a:xfrm>
            <a:prstGeom prst="hexagon">
              <a:avLst/>
            </a:prstGeom>
            <a:gradFill>
              <a:gsLst>
                <a:gs pos="0">
                  <a:sysClr val="window" lastClr="FFFFFF"/>
                </a:gs>
                <a:gs pos="51000">
                  <a:sysClr val="window" lastClr="FFFFFF">
                    <a:lumMod val="95000"/>
                  </a:sysClr>
                </a:gs>
                <a:gs pos="100000">
                  <a:sysClr val="window" lastClr="FFFFFF">
                    <a:lumMod val="75000"/>
                  </a:sysClr>
                </a:gs>
              </a:gsLst>
              <a:lin ang="18900000" scaled="0"/>
            </a:gradFill>
            <a:ln w="25400" cap="flat" cmpd="sng" algn="ctr">
              <a:noFill/>
              <a:prstDash val="solid"/>
            </a:ln>
            <a:effectLst/>
          </p:spPr>
          <p:txBody>
            <a:bodyPr rtlCol="0" anchor="ctr"/>
            <a:lstStyle/>
            <a:p>
              <a:pPr defTabSz="914400">
                <a:defRPr/>
              </a:pPr>
              <a:endParaRPr lang="zh-CN" altLang="en-US" kern="0">
                <a:solidFill>
                  <a:sysClr val="window" lastClr="FFFFFF"/>
                </a:solidFill>
                <a:latin typeface="Calibri" panose="020F0502020204030204"/>
                <a:ea typeface="宋体" panose="02010600030101010101" pitchFamily="2" charset="-122"/>
              </a:endParaRPr>
            </a:p>
          </p:txBody>
        </p:sp>
      </p:grpSp>
      <p:grpSp>
        <p:nvGrpSpPr>
          <p:cNvPr id="11" name="组合 10"/>
          <p:cNvGrpSpPr/>
          <p:nvPr/>
        </p:nvGrpSpPr>
        <p:grpSpPr>
          <a:xfrm>
            <a:off x="4757398" y="4707084"/>
            <a:ext cx="630038" cy="529386"/>
            <a:chOff x="304800" y="673100"/>
            <a:chExt cx="4000500" cy="4000500"/>
          </a:xfrm>
          <a:effectLst>
            <a:outerShdw blurRad="444500" dist="254000" dir="8100000" algn="tr" rotWithShape="0">
              <a:prstClr val="black">
                <a:alpha val="50000"/>
              </a:prstClr>
            </a:outerShdw>
          </a:effectLst>
        </p:grpSpPr>
        <p:sp>
          <p:nvSpPr>
            <p:cNvPr id="13" name="同心圆 14"/>
            <p:cNvSpPr/>
            <p:nvPr/>
          </p:nvSpPr>
          <p:spPr>
            <a:xfrm>
              <a:off x="304800" y="673100"/>
              <a:ext cx="4000500" cy="4000500"/>
            </a:xfrm>
            <a:prstGeom prst="hexagon">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noFill/>
              <a:prstDash val="solid"/>
            </a:ln>
            <a:effectLst/>
          </p:spPr>
          <p:txBody>
            <a:bodyPr rtlCol="0" anchor="ctr"/>
            <a:lstStyle/>
            <a:p>
              <a:pPr defTabSz="914400">
                <a:defRPr/>
              </a:pPr>
              <a:endParaRPr lang="zh-CN" altLang="en-US" sz="1200" kern="0">
                <a:solidFill>
                  <a:sysClr val="windowText" lastClr="000000"/>
                </a:solidFill>
                <a:latin typeface="Calibri" panose="020F0502020204030204"/>
                <a:ea typeface="宋体" panose="02010600030101010101" pitchFamily="2" charset="-122"/>
              </a:endParaRPr>
            </a:p>
          </p:txBody>
        </p:sp>
        <p:sp>
          <p:nvSpPr>
            <p:cNvPr id="14" name="椭圆 15"/>
            <p:cNvSpPr/>
            <p:nvPr/>
          </p:nvSpPr>
          <p:spPr>
            <a:xfrm>
              <a:off x="392112" y="760412"/>
              <a:ext cx="3825874" cy="3825874"/>
            </a:xfrm>
            <a:prstGeom prst="hexagon">
              <a:avLst/>
            </a:prstGeom>
            <a:gradFill>
              <a:gsLst>
                <a:gs pos="0">
                  <a:sysClr val="window" lastClr="FFFFFF"/>
                </a:gs>
                <a:gs pos="51000">
                  <a:sysClr val="window" lastClr="FFFFFF">
                    <a:lumMod val="95000"/>
                  </a:sysClr>
                </a:gs>
                <a:gs pos="100000">
                  <a:sysClr val="window" lastClr="FFFFFF">
                    <a:lumMod val="75000"/>
                  </a:sysClr>
                </a:gs>
              </a:gsLst>
              <a:lin ang="18900000" scaled="0"/>
            </a:gradFill>
            <a:ln w="25400" cap="flat" cmpd="sng" algn="ctr">
              <a:noFill/>
              <a:prstDash val="solid"/>
            </a:ln>
            <a:effectLst/>
          </p:spPr>
          <p:txBody>
            <a:bodyPr rtlCol="0" anchor="ctr"/>
            <a:lstStyle/>
            <a:p>
              <a:pPr defTabSz="914400">
                <a:defRPr/>
              </a:pPr>
              <a:endParaRPr lang="zh-CN" altLang="en-US" sz="1200" kern="0">
                <a:solidFill>
                  <a:sysClr val="windowText" lastClr="000000"/>
                </a:solidFill>
                <a:latin typeface="Calibri" panose="020F0502020204030204"/>
                <a:ea typeface="宋体" panose="02010600030101010101" pitchFamily="2" charset="-122"/>
              </a:endParaRPr>
            </a:p>
          </p:txBody>
        </p:sp>
      </p:grpSp>
      <p:grpSp>
        <p:nvGrpSpPr>
          <p:cNvPr id="15" name="组合 14"/>
          <p:cNvGrpSpPr/>
          <p:nvPr/>
        </p:nvGrpSpPr>
        <p:grpSpPr>
          <a:xfrm>
            <a:off x="5435980" y="5063807"/>
            <a:ext cx="890249" cy="748024"/>
            <a:chOff x="304800" y="673100"/>
            <a:chExt cx="4000500" cy="4000500"/>
          </a:xfrm>
          <a:effectLst>
            <a:outerShdw blurRad="444500" dist="254000" dir="8100000" algn="tr" rotWithShape="0">
              <a:prstClr val="black">
                <a:alpha val="50000"/>
              </a:prstClr>
            </a:outerShdw>
          </a:effectLst>
        </p:grpSpPr>
        <p:sp>
          <p:nvSpPr>
            <p:cNvPr id="16" name="同心圆 17"/>
            <p:cNvSpPr/>
            <p:nvPr/>
          </p:nvSpPr>
          <p:spPr>
            <a:xfrm>
              <a:off x="304800" y="673100"/>
              <a:ext cx="4000500" cy="4000500"/>
            </a:xfrm>
            <a:prstGeom prst="hexagon">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noFill/>
              <a:prstDash val="solid"/>
            </a:ln>
            <a:effectLst/>
          </p:spPr>
          <p:txBody>
            <a:bodyPr rtlCol="0" anchor="ctr"/>
            <a:lstStyle/>
            <a:p>
              <a:pPr defTabSz="914400">
                <a:defRPr/>
              </a:pPr>
              <a:endParaRPr lang="zh-CN" altLang="en-US" sz="1200" kern="0">
                <a:solidFill>
                  <a:sysClr val="windowText" lastClr="000000"/>
                </a:solidFill>
                <a:latin typeface="Calibri" panose="020F0502020204030204"/>
                <a:ea typeface="宋体" panose="02010600030101010101" pitchFamily="2" charset="-122"/>
              </a:endParaRPr>
            </a:p>
          </p:txBody>
        </p:sp>
        <p:sp>
          <p:nvSpPr>
            <p:cNvPr id="17" name="椭圆 18"/>
            <p:cNvSpPr/>
            <p:nvPr/>
          </p:nvSpPr>
          <p:spPr>
            <a:xfrm>
              <a:off x="392112" y="760412"/>
              <a:ext cx="3825874" cy="3825874"/>
            </a:xfrm>
            <a:prstGeom prst="hexagon">
              <a:avLst/>
            </a:prstGeom>
            <a:gradFill>
              <a:gsLst>
                <a:gs pos="0">
                  <a:sysClr val="window" lastClr="FFFFFF"/>
                </a:gs>
                <a:gs pos="51000">
                  <a:sysClr val="window" lastClr="FFFFFF">
                    <a:lumMod val="95000"/>
                  </a:sysClr>
                </a:gs>
                <a:gs pos="100000">
                  <a:sysClr val="window" lastClr="FFFFFF">
                    <a:lumMod val="75000"/>
                  </a:sysClr>
                </a:gs>
              </a:gsLst>
              <a:lin ang="18900000" scaled="0"/>
            </a:gradFill>
            <a:ln w="25400" cap="flat" cmpd="sng" algn="ctr">
              <a:noFill/>
              <a:prstDash val="solid"/>
            </a:ln>
            <a:effectLst/>
          </p:spPr>
          <p:txBody>
            <a:bodyPr rtlCol="0" anchor="ctr"/>
            <a:lstStyle/>
            <a:p>
              <a:pPr defTabSz="914400">
                <a:defRPr/>
              </a:pPr>
              <a:endParaRPr lang="zh-CN" altLang="en-US" sz="1200" kern="0">
                <a:solidFill>
                  <a:sysClr val="windowText" lastClr="000000"/>
                </a:solidFill>
                <a:latin typeface="Calibri" panose="020F0502020204030204"/>
                <a:ea typeface="宋体" panose="02010600030101010101" pitchFamily="2" charset="-122"/>
              </a:endParaRPr>
            </a:p>
          </p:txBody>
        </p:sp>
      </p:grpSp>
      <p:grpSp>
        <p:nvGrpSpPr>
          <p:cNvPr id="18" name="组合 17"/>
          <p:cNvGrpSpPr/>
          <p:nvPr/>
        </p:nvGrpSpPr>
        <p:grpSpPr>
          <a:xfrm>
            <a:off x="7757778" y="4841201"/>
            <a:ext cx="685592" cy="576062"/>
            <a:chOff x="304800" y="673100"/>
            <a:chExt cx="4000500" cy="4000500"/>
          </a:xfrm>
          <a:effectLst>
            <a:outerShdw blurRad="444500" dist="254000" dir="8100000" algn="tr" rotWithShape="0">
              <a:prstClr val="black">
                <a:alpha val="50000"/>
              </a:prstClr>
            </a:outerShdw>
          </a:effectLst>
        </p:grpSpPr>
        <p:sp>
          <p:nvSpPr>
            <p:cNvPr id="19" name="同心圆 20"/>
            <p:cNvSpPr/>
            <p:nvPr/>
          </p:nvSpPr>
          <p:spPr>
            <a:xfrm>
              <a:off x="304800" y="673100"/>
              <a:ext cx="4000500" cy="4000500"/>
            </a:xfrm>
            <a:prstGeom prst="hexagon">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noFill/>
              <a:prstDash val="solid"/>
            </a:ln>
            <a:effectLst/>
          </p:spPr>
          <p:txBody>
            <a:bodyPr rtlCol="0" anchor="ctr"/>
            <a:lstStyle/>
            <a:p>
              <a:pPr defTabSz="914400">
                <a:defRPr/>
              </a:pPr>
              <a:endParaRPr lang="zh-CN" altLang="en-US" kern="0">
                <a:solidFill>
                  <a:sysClr val="windowText" lastClr="000000"/>
                </a:solidFill>
                <a:latin typeface="Calibri" panose="020F0502020204030204"/>
                <a:ea typeface="宋体" panose="02010600030101010101" pitchFamily="2" charset="-122"/>
              </a:endParaRPr>
            </a:p>
          </p:txBody>
        </p:sp>
        <p:sp>
          <p:nvSpPr>
            <p:cNvPr id="20" name="椭圆 21"/>
            <p:cNvSpPr/>
            <p:nvPr/>
          </p:nvSpPr>
          <p:spPr>
            <a:xfrm>
              <a:off x="392112" y="760412"/>
              <a:ext cx="3825874" cy="3825874"/>
            </a:xfrm>
            <a:prstGeom prst="hexagon">
              <a:avLst/>
            </a:prstGeom>
            <a:gradFill>
              <a:gsLst>
                <a:gs pos="0">
                  <a:sysClr val="window" lastClr="FFFFFF"/>
                </a:gs>
                <a:gs pos="51000">
                  <a:sysClr val="window" lastClr="FFFFFF">
                    <a:lumMod val="95000"/>
                  </a:sysClr>
                </a:gs>
                <a:gs pos="100000">
                  <a:sysClr val="window" lastClr="FFFFFF">
                    <a:lumMod val="75000"/>
                  </a:sysClr>
                </a:gs>
              </a:gsLst>
              <a:lin ang="18900000" scaled="0"/>
            </a:gradFill>
            <a:ln w="25400" cap="flat" cmpd="sng" algn="ctr">
              <a:noFill/>
              <a:prstDash val="solid"/>
            </a:ln>
            <a:effectLst/>
          </p:spPr>
          <p:txBody>
            <a:bodyPr rtlCol="0" anchor="ctr"/>
            <a:lstStyle/>
            <a:p>
              <a:pPr defTabSz="914400">
                <a:defRPr/>
              </a:pPr>
              <a:endParaRPr lang="zh-CN" altLang="en-US" kern="0">
                <a:solidFill>
                  <a:sysClr val="window" lastClr="FFFFFF"/>
                </a:solidFill>
                <a:latin typeface="Calibri" panose="020F0502020204030204"/>
                <a:ea typeface="宋体" panose="02010600030101010101" pitchFamily="2" charset="-122"/>
              </a:endParaRPr>
            </a:p>
          </p:txBody>
        </p:sp>
      </p:grpSp>
      <p:grpSp>
        <p:nvGrpSpPr>
          <p:cNvPr id="21" name="组合 20"/>
          <p:cNvGrpSpPr/>
          <p:nvPr/>
        </p:nvGrpSpPr>
        <p:grpSpPr>
          <a:xfrm>
            <a:off x="766340" y="5134279"/>
            <a:ext cx="588678" cy="494633"/>
            <a:chOff x="304800" y="673100"/>
            <a:chExt cx="4000500" cy="4000500"/>
          </a:xfrm>
          <a:effectLst>
            <a:outerShdw blurRad="444500" dist="254000" dir="8100000" algn="tr" rotWithShape="0">
              <a:prstClr val="black">
                <a:alpha val="50000"/>
              </a:prstClr>
            </a:outerShdw>
          </a:effectLst>
        </p:grpSpPr>
        <p:sp>
          <p:nvSpPr>
            <p:cNvPr id="22" name="同心圆 23"/>
            <p:cNvSpPr/>
            <p:nvPr/>
          </p:nvSpPr>
          <p:spPr>
            <a:xfrm>
              <a:off x="304800" y="673100"/>
              <a:ext cx="4000500" cy="4000500"/>
            </a:xfrm>
            <a:prstGeom prst="hexagon">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noFill/>
              <a:prstDash val="solid"/>
            </a:ln>
            <a:effectLst/>
          </p:spPr>
          <p:txBody>
            <a:bodyPr rtlCol="0" anchor="ctr"/>
            <a:lstStyle/>
            <a:p>
              <a:pPr defTabSz="914400">
                <a:defRPr/>
              </a:pPr>
              <a:endParaRPr lang="zh-CN" altLang="en-US" sz="1200" kern="0">
                <a:solidFill>
                  <a:sysClr val="windowText" lastClr="000000"/>
                </a:solidFill>
                <a:latin typeface="Calibri" panose="020F0502020204030204"/>
                <a:ea typeface="宋体" panose="02010600030101010101" pitchFamily="2" charset="-122"/>
              </a:endParaRPr>
            </a:p>
          </p:txBody>
        </p:sp>
        <p:sp>
          <p:nvSpPr>
            <p:cNvPr id="23" name="椭圆 24"/>
            <p:cNvSpPr/>
            <p:nvPr/>
          </p:nvSpPr>
          <p:spPr>
            <a:xfrm>
              <a:off x="392112" y="760412"/>
              <a:ext cx="3825874" cy="3825874"/>
            </a:xfrm>
            <a:prstGeom prst="hexagon">
              <a:avLst/>
            </a:prstGeom>
            <a:gradFill>
              <a:gsLst>
                <a:gs pos="0">
                  <a:sysClr val="window" lastClr="FFFFFF"/>
                </a:gs>
                <a:gs pos="51000">
                  <a:sysClr val="window" lastClr="FFFFFF">
                    <a:lumMod val="95000"/>
                  </a:sysClr>
                </a:gs>
                <a:gs pos="100000">
                  <a:sysClr val="window" lastClr="FFFFFF">
                    <a:lumMod val="75000"/>
                  </a:sysClr>
                </a:gs>
              </a:gsLst>
              <a:lin ang="18900000" scaled="0"/>
            </a:gradFill>
            <a:ln w="25400" cap="flat" cmpd="sng" algn="ctr">
              <a:noFill/>
              <a:prstDash val="solid"/>
            </a:ln>
            <a:effectLst/>
          </p:spPr>
          <p:txBody>
            <a:bodyPr rtlCol="0" anchor="ctr"/>
            <a:lstStyle/>
            <a:p>
              <a:pPr defTabSz="914400">
                <a:defRPr/>
              </a:pPr>
              <a:endParaRPr lang="zh-CN" altLang="en-US" sz="1200" kern="0">
                <a:solidFill>
                  <a:sysClr val="windowText" lastClr="000000"/>
                </a:solidFill>
                <a:latin typeface="Calibri" panose="020F0502020204030204"/>
                <a:ea typeface="宋体" panose="02010600030101010101" pitchFamily="2" charset="-122"/>
              </a:endParaRPr>
            </a:p>
          </p:txBody>
        </p:sp>
      </p:grpSp>
      <p:grpSp>
        <p:nvGrpSpPr>
          <p:cNvPr id="24" name="组合 23"/>
          <p:cNvGrpSpPr/>
          <p:nvPr/>
        </p:nvGrpSpPr>
        <p:grpSpPr>
          <a:xfrm>
            <a:off x="3961991" y="4569885"/>
            <a:ext cx="252414" cy="212090"/>
            <a:chOff x="304800" y="673100"/>
            <a:chExt cx="4000500" cy="4000500"/>
          </a:xfrm>
          <a:effectLst>
            <a:outerShdw blurRad="444500" dist="254000" dir="8100000" algn="tr" rotWithShape="0">
              <a:prstClr val="black">
                <a:alpha val="50000"/>
              </a:prstClr>
            </a:outerShdw>
          </a:effectLst>
        </p:grpSpPr>
        <p:sp>
          <p:nvSpPr>
            <p:cNvPr id="25" name="同心圆 26"/>
            <p:cNvSpPr/>
            <p:nvPr/>
          </p:nvSpPr>
          <p:spPr>
            <a:xfrm>
              <a:off x="304800" y="673100"/>
              <a:ext cx="4000500" cy="4000500"/>
            </a:xfrm>
            <a:prstGeom prst="hexagon">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noFill/>
              <a:prstDash val="solid"/>
            </a:ln>
            <a:effectLst/>
          </p:spPr>
          <p:txBody>
            <a:bodyPr rtlCol="0" anchor="ctr"/>
            <a:lstStyle/>
            <a:p>
              <a:pPr defTabSz="914400">
                <a:defRPr/>
              </a:pPr>
              <a:endParaRPr lang="zh-CN" altLang="en-US" sz="1200" kern="0">
                <a:solidFill>
                  <a:sysClr val="windowText" lastClr="000000"/>
                </a:solidFill>
                <a:latin typeface="Calibri" panose="020F0502020204030204"/>
                <a:ea typeface="宋体" panose="02010600030101010101" pitchFamily="2" charset="-122"/>
              </a:endParaRPr>
            </a:p>
          </p:txBody>
        </p:sp>
        <p:sp>
          <p:nvSpPr>
            <p:cNvPr id="26" name="椭圆 27"/>
            <p:cNvSpPr/>
            <p:nvPr/>
          </p:nvSpPr>
          <p:spPr>
            <a:xfrm>
              <a:off x="392112" y="760412"/>
              <a:ext cx="3825874" cy="3825874"/>
            </a:xfrm>
            <a:prstGeom prst="hexagon">
              <a:avLst/>
            </a:prstGeom>
            <a:gradFill>
              <a:gsLst>
                <a:gs pos="0">
                  <a:sysClr val="window" lastClr="FFFFFF"/>
                </a:gs>
                <a:gs pos="51000">
                  <a:sysClr val="window" lastClr="FFFFFF">
                    <a:lumMod val="95000"/>
                  </a:sysClr>
                </a:gs>
                <a:gs pos="100000">
                  <a:sysClr val="window" lastClr="FFFFFF">
                    <a:lumMod val="75000"/>
                  </a:sysClr>
                </a:gs>
              </a:gsLst>
              <a:lin ang="18900000" scaled="0"/>
            </a:gradFill>
            <a:ln w="25400" cap="flat" cmpd="sng" algn="ctr">
              <a:noFill/>
              <a:prstDash val="solid"/>
            </a:ln>
            <a:effectLst/>
          </p:spPr>
          <p:txBody>
            <a:bodyPr rtlCol="0" anchor="ctr"/>
            <a:lstStyle/>
            <a:p>
              <a:pPr defTabSz="914400">
                <a:defRPr/>
              </a:pPr>
              <a:endParaRPr lang="zh-CN" altLang="en-US" sz="1200" kern="0">
                <a:solidFill>
                  <a:sysClr val="windowText" lastClr="000000"/>
                </a:solidFill>
                <a:latin typeface="Calibri" panose="020F0502020204030204"/>
                <a:ea typeface="宋体" panose="02010600030101010101" pitchFamily="2" charset="-122"/>
              </a:endParaRPr>
            </a:p>
          </p:txBody>
        </p:sp>
      </p:grpSp>
      <p:grpSp>
        <p:nvGrpSpPr>
          <p:cNvPr id="27" name="组合 26"/>
          <p:cNvGrpSpPr/>
          <p:nvPr/>
        </p:nvGrpSpPr>
        <p:grpSpPr>
          <a:xfrm>
            <a:off x="3180838" y="4411336"/>
            <a:ext cx="528914" cy="444416"/>
            <a:chOff x="304800" y="673100"/>
            <a:chExt cx="4000500" cy="4000500"/>
          </a:xfrm>
          <a:effectLst>
            <a:outerShdw blurRad="444500" dist="254000" dir="8100000" algn="tr" rotWithShape="0">
              <a:prstClr val="black">
                <a:alpha val="50000"/>
              </a:prstClr>
            </a:outerShdw>
          </a:effectLst>
        </p:grpSpPr>
        <p:sp>
          <p:nvSpPr>
            <p:cNvPr id="28" name="同心圆 29"/>
            <p:cNvSpPr/>
            <p:nvPr/>
          </p:nvSpPr>
          <p:spPr>
            <a:xfrm>
              <a:off x="304800" y="673100"/>
              <a:ext cx="4000500" cy="4000500"/>
            </a:xfrm>
            <a:prstGeom prst="hexagon">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noFill/>
              <a:prstDash val="solid"/>
            </a:ln>
            <a:effectLst/>
          </p:spPr>
          <p:txBody>
            <a:bodyPr rtlCol="0" anchor="ctr"/>
            <a:lstStyle/>
            <a:p>
              <a:pPr defTabSz="914400">
                <a:defRPr/>
              </a:pPr>
              <a:endParaRPr lang="zh-CN" altLang="en-US" sz="1200" kern="0">
                <a:solidFill>
                  <a:sysClr val="windowText" lastClr="000000"/>
                </a:solidFill>
                <a:latin typeface="Calibri" panose="020F0502020204030204"/>
                <a:ea typeface="宋体" panose="02010600030101010101" pitchFamily="2" charset="-122"/>
              </a:endParaRPr>
            </a:p>
          </p:txBody>
        </p:sp>
        <p:sp>
          <p:nvSpPr>
            <p:cNvPr id="29" name="椭圆 30"/>
            <p:cNvSpPr/>
            <p:nvPr/>
          </p:nvSpPr>
          <p:spPr>
            <a:xfrm>
              <a:off x="392112" y="760412"/>
              <a:ext cx="3825874" cy="3825874"/>
            </a:xfrm>
            <a:prstGeom prst="hexagon">
              <a:avLst/>
            </a:prstGeom>
            <a:gradFill>
              <a:gsLst>
                <a:gs pos="0">
                  <a:sysClr val="window" lastClr="FFFFFF"/>
                </a:gs>
                <a:gs pos="51000">
                  <a:sysClr val="window" lastClr="FFFFFF">
                    <a:lumMod val="95000"/>
                  </a:sysClr>
                </a:gs>
                <a:gs pos="100000">
                  <a:sysClr val="window" lastClr="FFFFFF">
                    <a:lumMod val="75000"/>
                  </a:sysClr>
                </a:gs>
              </a:gsLst>
              <a:lin ang="18900000" scaled="0"/>
            </a:gradFill>
            <a:ln w="25400" cap="flat" cmpd="sng" algn="ctr">
              <a:noFill/>
              <a:prstDash val="solid"/>
            </a:ln>
            <a:effectLst/>
          </p:spPr>
          <p:txBody>
            <a:bodyPr rtlCol="0" anchor="ctr"/>
            <a:lstStyle/>
            <a:p>
              <a:pPr defTabSz="914400">
                <a:defRPr/>
              </a:pPr>
              <a:endParaRPr lang="zh-CN" altLang="en-US" sz="1200" kern="0">
                <a:solidFill>
                  <a:sysClr val="windowText" lastClr="000000"/>
                </a:solidFill>
                <a:latin typeface="Calibri" panose="020F0502020204030204"/>
                <a:ea typeface="宋体" panose="02010600030101010101" pitchFamily="2" charset="-122"/>
              </a:endParaRPr>
            </a:p>
          </p:txBody>
        </p:sp>
      </p:grpSp>
      <p:grpSp>
        <p:nvGrpSpPr>
          <p:cNvPr id="30" name="组合 29"/>
          <p:cNvGrpSpPr/>
          <p:nvPr/>
        </p:nvGrpSpPr>
        <p:grpSpPr>
          <a:xfrm>
            <a:off x="8700986" y="4401221"/>
            <a:ext cx="1178923" cy="990581"/>
            <a:chOff x="304800" y="673100"/>
            <a:chExt cx="4000500" cy="4000500"/>
          </a:xfrm>
          <a:effectLst>
            <a:outerShdw blurRad="444500" dist="254000" dir="8100000" algn="tr" rotWithShape="0">
              <a:prstClr val="black">
                <a:alpha val="50000"/>
              </a:prstClr>
            </a:outerShdw>
          </a:effectLst>
        </p:grpSpPr>
        <p:sp>
          <p:nvSpPr>
            <p:cNvPr id="31" name="同心圆 32"/>
            <p:cNvSpPr/>
            <p:nvPr/>
          </p:nvSpPr>
          <p:spPr>
            <a:xfrm>
              <a:off x="304800" y="673100"/>
              <a:ext cx="4000500" cy="4000500"/>
            </a:xfrm>
            <a:prstGeom prst="hexagon">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noFill/>
              <a:prstDash val="solid"/>
            </a:ln>
            <a:effectLst/>
          </p:spPr>
          <p:txBody>
            <a:bodyPr rtlCol="0" anchor="ctr"/>
            <a:lstStyle/>
            <a:p>
              <a:pPr defTabSz="914400">
                <a:defRPr/>
              </a:pPr>
              <a:endParaRPr lang="zh-CN" altLang="en-US" kern="0">
                <a:solidFill>
                  <a:sysClr val="windowText" lastClr="000000"/>
                </a:solidFill>
                <a:latin typeface="Calibri" panose="020F0502020204030204"/>
                <a:ea typeface="宋体" panose="02010600030101010101" pitchFamily="2" charset="-122"/>
              </a:endParaRPr>
            </a:p>
          </p:txBody>
        </p:sp>
        <p:sp>
          <p:nvSpPr>
            <p:cNvPr id="32" name="椭圆 33"/>
            <p:cNvSpPr/>
            <p:nvPr/>
          </p:nvSpPr>
          <p:spPr>
            <a:xfrm>
              <a:off x="392112" y="760412"/>
              <a:ext cx="3825874" cy="3825874"/>
            </a:xfrm>
            <a:prstGeom prst="hexagon">
              <a:avLst/>
            </a:prstGeom>
            <a:gradFill>
              <a:gsLst>
                <a:gs pos="0">
                  <a:sysClr val="window" lastClr="FFFFFF"/>
                </a:gs>
                <a:gs pos="51000">
                  <a:sysClr val="window" lastClr="FFFFFF">
                    <a:lumMod val="95000"/>
                  </a:sysClr>
                </a:gs>
                <a:gs pos="100000">
                  <a:sysClr val="window" lastClr="FFFFFF">
                    <a:lumMod val="75000"/>
                  </a:sysClr>
                </a:gs>
              </a:gsLst>
              <a:lin ang="18900000" scaled="0"/>
            </a:gradFill>
            <a:ln w="25400" cap="flat" cmpd="sng" algn="ctr">
              <a:noFill/>
              <a:prstDash val="solid"/>
            </a:ln>
            <a:effectLst/>
          </p:spPr>
          <p:txBody>
            <a:bodyPr rtlCol="0" anchor="ctr"/>
            <a:lstStyle/>
            <a:p>
              <a:pPr defTabSz="914400">
                <a:defRPr/>
              </a:pPr>
              <a:endParaRPr lang="zh-CN" altLang="en-US" kern="0">
                <a:solidFill>
                  <a:sysClr val="window" lastClr="FFFFFF"/>
                </a:solidFill>
                <a:latin typeface="Calibri" panose="020F0502020204030204"/>
                <a:ea typeface="宋体" panose="02010600030101010101" pitchFamily="2" charset="-122"/>
              </a:endParaRPr>
            </a:p>
          </p:txBody>
        </p:sp>
      </p:grpSp>
      <p:grpSp>
        <p:nvGrpSpPr>
          <p:cNvPr id="33" name="组合 32"/>
          <p:cNvGrpSpPr/>
          <p:nvPr/>
        </p:nvGrpSpPr>
        <p:grpSpPr>
          <a:xfrm>
            <a:off x="4419051" y="4360488"/>
            <a:ext cx="223013" cy="187385"/>
            <a:chOff x="304800" y="673100"/>
            <a:chExt cx="4000500" cy="4000500"/>
          </a:xfrm>
          <a:effectLst>
            <a:outerShdw blurRad="444500" dist="254000" dir="8100000" algn="tr" rotWithShape="0">
              <a:prstClr val="black">
                <a:alpha val="50000"/>
              </a:prstClr>
            </a:outerShdw>
          </a:effectLst>
        </p:grpSpPr>
        <p:sp>
          <p:nvSpPr>
            <p:cNvPr id="34" name="同心圆 35"/>
            <p:cNvSpPr/>
            <p:nvPr/>
          </p:nvSpPr>
          <p:spPr>
            <a:xfrm>
              <a:off x="304800" y="673100"/>
              <a:ext cx="4000500" cy="4000500"/>
            </a:xfrm>
            <a:prstGeom prst="hexagon">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noFill/>
              <a:prstDash val="solid"/>
            </a:ln>
            <a:effectLst/>
          </p:spPr>
          <p:txBody>
            <a:bodyPr rtlCol="0" anchor="ctr"/>
            <a:lstStyle/>
            <a:p>
              <a:pPr defTabSz="914400">
                <a:defRPr/>
              </a:pPr>
              <a:endParaRPr lang="zh-CN" altLang="en-US" sz="1200" kern="0">
                <a:solidFill>
                  <a:sysClr val="windowText" lastClr="000000"/>
                </a:solidFill>
                <a:latin typeface="Calibri" panose="020F0502020204030204"/>
                <a:ea typeface="宋体" panose="02010600030101010101" pitchFamily="2" charset="-122"/>
              </a:endParaRPr>
            </a:p>
          </p:txBody>
        </p:sp>
        <p:sp>
          <p:nvSpPr>
            <p:cNvPr id="35" name="椭圆 36"/>
            <p:cNvSpPr/>
            <p:nvPr/>
          </p:nvSpPr>
          <p:spPr>
            <a:xfrm>
              <a:off x="392112" y="760412"/>
              <a:ext cx="3825874" cy="3825874"/>
            </a:xfrm>
            <a:prstGeom prst="hexagon">
              <a:avLst/>
            </a:prstGeom>
            <a:gradFill>
              <a:gsLst>
                <a:gs pos="0">
                  <a:sysClr val="window" lastClr="FFFFFF"/>
                </a:gs>
                <a:gs pos="51000">
                  <a:sysClr val="window" lastClr="FFFFFF">
                    <a:lumMod val="95000"/>
                  </a:sysClr>
                </a:gs>
                <a:gs pos="100000">
                  <a:sysClr val="window" lastClr="FFFFFF">
                    <a:lumMod val="75000"/>
                  </a:sysClr>
                </a:gs>
              </a:gsLst>
              <a:lin ang="18900000" scaled="0"/>
            </a:gradFill>
            <a:ln w="25400" cap="flat" cmpd="sng" algn="ctr">
              <a:noFill/>
              <a:prstDash val="solid"/>
            </a:ln>
            <a:effectLst/>
          </p:spPr>
          <p:txBody>
            <a:bodyPr rtlCol="0" anchor="ctr"/>
            <a:lstStyle/>
            <a:p>
              <a:pPr defTabSz="914400">
                <a:defRPr/>
              </a:pPr>
              <a:endParaRPr lang="zh-CN" altLang="en-US" sz="1200" kern="0">
                <a:solidFill>
                  <a:sysClr val="windowText" lastClr="000000"/>
                </a:solidFill>
                <a:latin typeface="Calibri" panose="020F0502020204030204"/>
                <a:ea typeface="宋体" panose="02010600030101010101" pitchFamily="2" charset="-122"/>
              </a:endParaRPr>
            </a:p>
          </p:txBody>
        </p:sp>
      </p:grpSp>
      <p:grpSp>
        <p:nvGrpSpPr>
          <p:cNvPr id="36" name="组合 35"/>
          <p:cNvGrpSpPr/>
          <p:nvPr/>
        </p:nvGrpSpPr>
        <p:grpSpPr>
          <a:xfrm>
            <a:off x="1942885" y="4894390"/>
            <a:ext cx="1178923" cy="990581"/>
            <a:chOff x="304800" y="673100"/>
            <a:chExt cx="4000500" cy="4000500"/>
          </a:xfrm>
          <a:effectLst>
            <a:outerShdw blurRad="444500" dist="254000" dir="8100000" algn="tr" rotWithShape="0">
              <a:prstClr val="black">
                <a:alpha val="50000"/>
              </a:prstClr>
            </a:outerShdw>
          </a:effectLst>
        </p:grpSpPr>
        <p:sp>
          <p:nvSpPr>
            <p:cNvPr id="37" name="同心圆 38"/>
            <p:cNvSpPr/>
            <p:nvPr/>
          </p:nvSpPr>
          <p:spPr>
            <a:xfrm>
              <a:off x="304800" y="673100"/>
              <a:ext cx="4000500" cy="4000500"/>
            </a:xfrm>
            <a:prstGeom prst="hexagon">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noFill/>
              <a:prstDash val="solid"/>
            </a:ln>
            <a:effectLst/>
          </p:spPr>
          <p:txBody>
            <a:bodyPr rtlCol="0" anchor="ctr"/>
            <a:lstStyle/>
            <a:p>
              <a:pPr defTabSz="914400">
                <a:defRPr/>
              </a:pPr>
              <a:endParaRPr lang="zh-CN" altLang="en-US" kern="0">
                <a:solidFill>
                  <a:sysClr val="windowText" lastClr="000000"/>
                </a:solidFill>
                <a:latin typeface="Calibri" panose="020F0502020204030204"/>
                <a:ea typeface="宋体" panose="02010600030101010101" pitchFamily="2" charset="-122"/>
              </a:endParaRPr>
            </a:p>
          </p:txBody>
        </p:sp>
        <p:sp>
          <p:nvSpPr>
            <p:cNvPr id="38" name="椭圆 39"/>
            <p:cNvSpPr/>
            <p:nvPr/>
          </p:nvSpPr>
          <p:spPr>
            <a:xfrm>
              <a:off x="392112" y="760412"/>
              <a:ext cx="3825873" cy="3825873"/>
            </a:xfrm>
            <a:prstGeom prst="hexagon">
              <a:avLst/>
            </a:prstGeom>
            <a:gradFill>
              <a:gsLst>
                <a:gs pos="0">
                  <a:sysClr val="window" lastClr="FFFFFF"/>
                </a:gs>
                <a:gs pos="51000">
                  <a:sysClr val="window" lastClr="FFFFFF">
                    <a:lumMod val="95000"/>
                  </a:sysClr>
                </a:gs>
                <a:gs pos="100000">
                  <a:sysClr val="window" lastClr="FFFFFF">
                    <a:lumMod val="75000"/>
                  </a:sysClr>
                </a:gs>
              </a:gsLst>
              <a:lin ang="18900000" scaled="0"/>
            </a:gradFill>
            <a:ln w="25400" cap="flat" cmpd="sng" algn="ctr">
              <a:noFill/>
              <a:prstDash val="solid"/>
            </a:ln>
            <a:effectLst/>
          </p:spPr>
          <p:txBody>
            <a:bodyPr rtlCol="0" anchor="ctr"/>
            <a:lstStyle/>
            <a:p>
              <a:pPr defTabSz="914400">
                <a:defRPr/>
              </a:pPr>
              <a:endParaRPr lang="zh-CN" altLang="en-US" kern="0">
                <a:solidFill>
                  <a:sysClr val="window" lastClr="FFFFFF"/>
                </a:solidFill>
                <a:latin typeface="Calibri" panose="020F0502020204030204"/>
                <a:ea typeface="宋体" panose="02010600030101010101" pitchFamily="2" charset="-122"/>
              </a:endParaRPr>
            </a:p>
          </p:txBody>
        </p:sp>
      </p:grpSp>
      <p:grpSp>
        <p:nvGrpSpPr>
          <p:cNvPr id="39" name="组合 38"/>
          <p:cNvGrpSpPr/>
          <p:nvPr/>
        </p:nvGrpSpPr>
        <p:grpSpPr>
          <a:xfrm>
            <a:off x="1275029" y="4689485"/>
            <a:ext cx="520034" cy="436956"/>
            <a:chOff x="304800" y="673100"/>
            <a:chExt cx="4000500" cy="4000500"/>
          </a:xfrm>
          <a:effectLst>
            <a:outerShdw blurRad="444500" dist="254000" dir="8100000" algn="tr" rotWithShape="0">
              <a:prstClr val="black">
                <a:alpha val="50000"/>
              </a:prstClr>
            </a:outerShdw>
          </a:effectLst>
        </p:grpSpPr>
        <p:sp>
          <p:nvSpPr>
            <p:cNvPr id="40" name="同心圆 41"/>
            <p:cNvSpPr/>
            <p:nvPr/>
          </p:nvSpPr>
          <p:spPr>
            <a:xfrm>
              <a:off x="304800" y="673100"/>
              <a:ext cx="4000500" cy="4000500"/>
            </a:xfrm>
            <a:prstGeom prst="hexagon">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noFill/>
              <a:prstDash val="solid"/>
            </a:ln>
            <a:effectLst/>
          </p:spPr>
          <p:txBody>
            <a:bodyPr rtlCol="0" anchor="ctr"/>
            <a:lstStyle/>
            <a:p>
              <a:pPr defTabSz="914400">
                <a:defRPr/>
              </a:pPr>
              <a:endParaRPr lang="zh-CN" altLang="en-US" sz="1200" kern="0">
                <a:solidFill>
                  <a:sysClr val="windowText" lastClr="000000"/>
                </a:solidFill>
                <a:latin typeface="Calibri" panose="020F0502020204030204"/>
                <a:ea typeface="宋体" panose="02010600030101010101" pitchFamily="2" charset="-122"/>
              </a:endParaRPr>
            </a:p>
          </p:txBody>
        </p:sp>
        <p:sp>
          <p:nvSpPr>
            <p:cNvPr id="41" name="椭圆 42"/>
            <p:cNvSpPr/>
            <p:nvPr/>
          </p:nvSpPr>
          <p:spPr>
            <a:xfrm>
              <a:off x="392112" y="760412"/>
              <a:ext cx="3825874" cy="3825874"/>
            </a:xfrm>
            <a:prstGeom prst="hexagon">
              <a:avLst/>
            </a:prstGeom>
            <a:gradFill>
              <a:gsLst>
                <a:gs pos="0">
                  <a:sysClr val="window" lastClr="FFFFFF"/>
                </a:gs>
                <a:gs pos="51000">
                  <a:sysClr val="window" lastClr="FFFFFF">
                    <a:lumMod val="95000"/>
                  </a:sysClr>
                </a:gs>
                <a:gs pos="100000">
                  <a:sysClr val="window" lastClr="FFFFFF">
                    <a:lumMod val="75000"/>
                  </a:sysClr>
                </a:gs>
              </a:gsLst>
              <a:lin ang="18900000" scaled="0"/>
            </a:gradFill>
            <a:ln w="25400" cap="flat" cmpd="sng" algn="ctr">
              <a:noFill/>
              <a:prstDash val="solid"/>
            </a:ln>
            <a:effectLst/>
          </p:spPr>
          <p:txBody>
            <a:bodyPr rtlCol="0" anchor="ctr"/>
            <a:lstStyle/>
            <a:p>
              <a:pPr defTabSz="914400">
                <a:defRPr/>
              </a:pPr>
              <a:endParaRPr lang="zh-CN" altLang="en-US" sz="1200" kern="0">
                <a:solidFill>
                  <a:sysClr val="windowText" lastClr="000000"/>
                </a:solidFill>
                <a:latin typeface="Calibri" panose="020F0502020204030204"/>
                <a:ea typeface="宋体" panose="02010600030101010101" pitchFamily="2" charset="-122"/>
              </a:endParaRPr>
            </a:p>
          </p:txBody>
        </p:sp>
      </p:grpSp>
      <p:grpSp>
        <p:nvGrpSpPr>
          <p:cNvPr id="42" name="组合 41"/>
          <p:cNvGrpSpPr/>
          <p:nvPr/>
        </p:nvGrpSpPr>
        <p:grpSpPr>
          <a:xfrm>
            <a:off x="291040" y="4972059"/>
            <a:ext cx="316781" cy="266173"/>
            <a:chOff x="304800" y="673100"/>
            <a:chExt cx="4000500" cy="4000500"/>
          </a:xfrm>
          <a:effectLst>
            <a:outerShdw blurRad="444500" dist="254000" dir="8100000" algn="tr" rotWithShape="0">
              <a:prstClr val="black">
                <a:alpha val="50000"/>
              </a:prstClr>
            </a:outerShdw>
          </a:effectLst>
        </p:grpSpPr>
        <p:sp>
          <p:nvSpPr>
            <p:cNvPr id="43" name="同心圆 44"/>
            <p:cNvSpPr/>
            <p:nvPr/>
          </p:nvSpPr>
          <p:spPr>
            <a:xfrm>
              <a:off x="304800" y="673100"/>
              <a:ext cx="4000500" cy="4000500"/>
            </a:xfrm>
            <a:prstGeom prst="hexagon">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noFill/>
              <a:prstDash val="solid"/>
            </a:ln>
            <a:effectLst/>
          </p:spPr>
          <p:txBody>
            <a:bodyPr rtlCol="0" anchor="ctr"/>
            <a:lstStyle/>
            <a:p>
              <a:pPr defTabSz="914400">
                <a:defRPr/>
              </a:pPr>
              <a:endParaRPr lang="zh-CN" altLang="en-US" sz="1200" kern="0">
                <a:solidFill>
                  <a:sysClr val="windowText" lastClr="000000"/>
                </a:solidFill>
                <a:latin typeface="Calibri" panose="020F0502020204030204"/>
                <a:ea typeface="宋体" panose="02010600030101010101" pitchFamily="2" charset="-122"/>
              </a:endParaRPr>
            </a:p>
          </p:txBody>
        </p:sp>
        <p:sp>
          <p:nvSpPr>
            <p:cNvPr id="44" name="椭圆 45"/>
            <p:cNvSpPr/>
            <p:nvPr/>
          </p:nvSpPr>
          <p:spPr>
            <a:xfrm>
              <a:off x="392112" y="760412"/>
              <a:ext cx="3825874" cy="3825874"/>
            </a:xfrm>
            <a:prstGeom prst="hexagon">
              <a:avLst/>
            </a:prstGeom>
            <a:gradFill>
              <a:gsLst>
                <a:gs pos="0">
                  <a:sysClr val="window" lastClr="FFFFFF"/>
                </a:gs>
                <a:gs pos="51000">
                  <a:sysClr val="window" lastClr="FFFFFF">
                    <a:lumMod val="95000"/>
                  </a:sysClr>
                </a:gs>
                <a:gs pos="100000">
                  <a:sysClr val="window" lastClr="FFFFFF">
                    <a:lumMod val="75000"/>
                  </a:sysClr>
                </a:gs>
              </a:gsLst>
              <a:lin ang="18900000" scaled="0"/>
            </a:gradFill>
            <a:ln w="25400" cap="flat" cmpd="sng" algn="ctr">
              <a:noFill/>
              <a:prstDash val="solid"/>
            </a:ln>
            <a:effectLst/>
          </p:spPr>
          <p:txBody>
            <a:bodyPr rtlCol="0" anchor="ctr"/>
            <a:lstStyle/>
            <a:p>
              <a:pPr defTabSz="914400">
                <a:defRPr/>
              </a:pPr>
              <a:endParaRPr lang="zh-CN" altLang="en-US" sz="1200" kern="0">
                <a:solidFill>
                  <a:sysClr val="windowText" lastClr="000000"/>
                </a:solidFill>
                <a:latin typeface="Calibri" panose="020F0502020204030204"/>
                <a:ea typeface="宋体" panose="02010600030101010101" pitchFamily="2" charset="-122"/>
              </a:endParaRPr>
            </a:p>
          </p:txBody>
        </p:sp>
      </p:grpSp>
      <p:grpSp>
        <p:nvGrpSpPr>
          <p:cNvPr id="45" name="组合 44"/>
          <p:cNvGrpSpPr/>
          <p:nvPr/>
        </p:nvGrpSpPr>
        <p:grpSpPr>
          <a:xfrm>
            <a:off x="117128" y="4763425"/>
            <a:ext cx="158390" cy="133087"/>
            <a:chOff x="304800" y="673100"/>
            <a:chExt cx="4000500" cy="4000500"/>
          </a:xfrm>
          <a:effectLst>
            <a:outerShdw blurRad="444500" dist="254000" dir="8100000" algn="tr" rotWithShape="0">
              <a:prstClr val="black">
                <a:alpha val="50000"/>
              </a:prstClr>
            </a:outerShdw>
          </a:effectLst>
        </p:grpSpPr>
        <p:sp>
          <p:nvSpPr>
            <p:cNvPr id="46" name="同心圆 47"/>
            <p:cNvSpPr/>
            <p:nvPr/>
          </p:nvSpPr>
          <p:spPr>
            <a:xfrm>
              <a:off x="304800" y="673100"/>
              <a:ext cx="4000500" cy="4000500"/>
            </a:xfrm>
            <a:prstGeom prst="hexagon">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noFill/>
              <a:prstDash val="solid"/>
            </a:ln>
            <a:effectLst/>
          </p:spPr>
          <p:txBody>
            <a:bodyPr rtlCol="0" anchor="ctr"/>
            <a:lstStyle/>
            <a:p>
              <a:pPr defTabSz="914400">
                <a:defRPr/>
              </a:pPr>
              <a:endParaRPr lang="zh-CN" altLang="en-US" sz="1200" kern="0">
                <a:solidFill>
                  <a:sysClr val="windowText" lastClr="000000"/>
                </a:solidFill>
                <a:latin typeface="Calibri" panose="020F0502020204030204"/>
                <a:ea typeface="宋体" panose="02010600030101010101" pitchFamily="2" charset="-122"/>
              </a:endParaRPr>
            </a:p>
          </p:txBody>
        </p:sp>
        <p:sp>
          <p:nvSpPr>
            <p:cNvPr id="47" name="椭圆 48"/>
            <p:cNvSpPr/>
            <p:nvPr/>
          </p:nvSpPr>
          <p:spPr>
            <a:xfrm>
              <a:off x="392112" y="760412"/>
              <a:ext cx="3825874" cy="3825874"/>
            </a:xfrm>
            <a:prstGeom prst="hexagon">
              <a:avLst/>
            </a:prstGeom>
            <a:gradFill>
              <a:gsLst>
                <a:gs pos="0">
                  <a:sysClr val="window" lastClr="FFFFFF"/>
                </a:gs>
                <a:gs pos="51000">
                  <a:sysClr val="window" lastClr="FFFFFF">
                    <a:lumMod val="95000"/>
                  </a:sysClr>
                </a:gs>
                <a:gs pos="100000">
                  <a:sysClr val="window" lastClr="FFFFFF">
                    <a:lumMod val="75000"/>
                  </a:sysClr>
                </a:gs>
              </a:gsLst>
              <a:lin ang="18900000" scaled="0"/>
            </a:gradFill>
            <a:ln w="25400" cap="flat" cmpd="sng" algn="ctr">
              <a:noFill/>
              <a:prstDash val="solid"/>
            </a:ln>
            <a:effectLst/>
          </p:spPr>
          <p:txBody>
            <a:bodyPr rtlCol="0" anchor="ctr"/>
            <a:lstStyle/>
            <a:p>
              <a:pPr defTabSz="914400">
                <a:defRPr/>
              </a:pPr>
              <a:endParaRPr lang="zh-CN" altLang="en-US" sz="1200" kern="0">
                <a:solidFill>
                  <a:sysClr val="windowText" lastClr="000000"/>
                </a:solidFill>
                <a:latin typeface="Calibri" panose="020F0502020204030204"/>
                <a:ea typeface="宋体" panose="02010600030101010101" pitchFamily="2" charset="-122"/>
              </a:endParaRPr>
            </a:p>
          </p:txBody>
        </p:sp>
      </p:grpSp>
    </p:spTree>
  </p:cSld>
  <p:clrMapOvr>
    <a:masterClrMapping/>
  </p:clrMapOvr>
  <p:transition spd="slow" advTm="0">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20481"/>
                                        </p:tgtEl>
                                        <p:attrNameLst>
                                          <p:attrName>style.visibility</p:attrName>
                                        </p:attrNameLst>
                                      </p:cBhvr>
                                      <p:to>
                                        <p:strVal val="visible"/>
                                      </p:to>
                                    </p:set>
                                    <p:anim calcmode="lin" valueType="num">
                                      <p:cBhvr>
                                        <p:cTn id="7" dur="500" fill="hold"/>
                                        <p:tgtEl>
                                          <p:spTgt spid="20481"/>
                                        </p:tgtEl>
                                        <p:attrNameLst>
                                          <p:attrName>ppt_w</p:attrName>
                                        </p:attrNameLst>
                                      </p:cBhvr>
                                      <p:tavLst>
                                        <p:tav tm="0">
                                          <p:val>
                                            <p:fltVal val="0"/>
                                          </p:val>
                                        </p:tav>
                                        <p:tav tm="100000">
                                          <p:val>
                                            <p:strVal val="#ppt_w"/>
                                          </p:val>
                                        </p:tav>
                                      </p:tavLst>
                                    </p:anim>
                                    <p:anim calcmode="lin" valueType="num">
                                      <p:cBhvr>
                                        <p:cTn id="8" dur="500" fill="hold"/>
                                        <p:tgtEl>
                                          <p:spTgt spid="20481"/>
                                        </p:tgtEl>
                                        <p:attrNameLst>
                                          <p:attrName>ppt_h</p:attrName>
                                        </p:attrNameLst>
                                      </p:cBhvr>
                                      <p:tavLst>
                                        <p:tav tm="0">
                                          <p:val>
                                            <p:strVal val="#ppt_h"/>
                                          </p:val>
                                        </p:tav>
                                        <p:tav tm="100000">
                                          <p:val>
                                            <p:strVal val="#ppt_h"/>
                                          </p:val>
                                        </p:tav>
                                      </p:tavLst>
                                    </p:anim>
                                  </p:childTnLst>
                                </p:cTn>
                              </p:par>
                            </p:childTnLst>
                          </p:cTn>
                        </p:par>
                        <p:par>
                          <p:cTn id="9" fill="hold">
                            <p:stCondLst>
                              <p:cond delay="500"/>
                            </p:stCondLst>
                            <p:childTnLst>
                              <p:par>
                                <p:cTn id="10" presetID="52" presetClass="entr" presetSubtype="0" fill="hold" nodeType="afterEffect">
                                  <p:stCondLst>
                                    <p:cond delay="0"/>
                                  </p:stCondLst>
                                  <p:childTnLst>
                                    <p:set>
                                      <p:cBhvr>
                                        <p:cTn id="11" dur="1" fill="hold">
                                          <p:stCondLst>
                                            <p:cond delay="0"/>
                                          </p:stCondLst>
                                        </p:cTn>
                                        <p:tgtEl>
                                          <p:spTgt spid="12"/>
                                        </p:tgtEl>
                                        <p:attrNameLst>
                                          <p:attrName>style.visibility</p:attrName>
                                        </p:attrNameLst>
                                      </p:cBhvr>
                                      <p:to>
                                        <p:strVal val="visible"/>
                                      </p:to>
                                    </p:set>
                                    <p:animScale>
                                      <p:cBhvr>
                                        <p:cTn id="12" dur="1000" decel="50000" fill="hold">
                                          <p:stCondLst>
                                            <p:cond delay="0"/>
                                          </p:stCondLst>
                                        </p:cTn>
                                        <p:tgtEl>
                                          <p:spTgt spid="12"/>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13" dur="1000" decel="50000" fill="hold">
                                          <p:stCondLst>
                                            <p:cond delay="0"/>
                                          </p:stCondLst>
                                        </p:cTn>
                                        <p:tgtEl>
                                          <p:spTgt spid="12"/>
                                        </p:tgtEl>
                                        <p:attrNameLst>
                                          <p:attrName>ppt_x</p:attrName>
                                          <p:attrName>ppt_y</p:attrName>
                                        </p:attrNameLst>
                                      </p:cBhvr>
                                    </p:animMotion>
                                    <p:animEffect transition="in" filter="fade">
                                      <p:cBhvr>
                                        <p:cTn id="14" dur="1000"/>
                                        <p:tgtEl>
                                          <p:spTgt spid="12"/>
                                        </p:tgtEl>
                                      </p:cBhvr>
                                    </p:animEffect>
                                  </p:childTnLst>
                                </p:cTn>
                              </p:par>
                            </p:childTnLst>
                          </p:cTn>
                        </p:par>
                        <p:par>
                          <p:cTn id="15" fill="hold">
                            <p:stCondLst>
                              <p:cond delay="1500"/>
                            </p:stCondLst>
                            <p:childTnLst>
                              <p:par>
                                <p:cTn id="16" presetID="41" presetClass="entr" presetSubtype="0" fill="hold" grpId="0" nodeType="afterEffect">
                                  <p:stCondLst>
                                    <p:cond delay="0"/>
                                  </p:stCondLst>
                                  <p:iterate type="lt">
                                    <p:tmPct val="10000"/>
                                  </p:iterate>
                                  <p:childTnLst>
                                    <p:set>
                                      <p:cBhvr>
                                        <p:cTn id="17" dur="1" fill="hold">
                                          <p:stCondLst>
                                            <p:cond delay="0"/>
                                          </p:stCondLst>
                                        </p:cTn>
                                        <p:tgtEl>
                                          <p:spTgt spid="20485"/>
                                        </p:tgtEl>
                                        <p:attrNameLst>
                                          <p:attrName>style.visibility</p:attrName>
                                        </p:attrNameLst>
                                      </p:cBhvr>
                                      <p:to>
                                        <p:strVal val="visible"/>
                                      </p:to>
                                    </p:set>
                                    <p:anim calcmode="lin" valueType="num">
                                      <p:cBhvr>
                                        <p:cTn id="18" dur="500" fill="hold"/>
                                        <p:tgtEl>
                                          <p:spTgt spid="20485"/>
                                        </p:tgtEl>
                                        <p:attrNameLst>
                                          <p:attrName>ppt_x</p:attrName>
                                        </p:attrNameLst>
                                      </p:cBhvr>
                                      <p:tavLst>
                                        <p:tav tm="0">
                                          <p:val>
                                            <p:strVal val="#ppt_x"/>
                                          </p:val>
                                        </p:tav>
                                        <p:tav tm="50000">
                                          <p:val>
                                            <p:strVal val="#ppt_x+.1"/>
                                          </p:val>
                                        </p:tav>
                                        <p:tav tm="100000">
                                          <p:val>
                                            <p:strVal val="#ppt_x"/>
                                          </p:val>
                                        </p:tav>
                                      </p:tavLst>
                                    </p:anim>
                                    <p:anim calcmode="lin" valueType="num">
                                      <p:cBhvr>
                                        <p:cTn id="19" dur="500" fill="hold"/>
                                        <p:tgtEl>
                                          <p:spTgt spid="20485"/>
                                        </p:tgtEl>
                                        <p:attrNameLst>
                                          <p:attrName>ppt_y</p:attrName>
                                        </p:attrNameLst>
                                      </p:cBhvr>
                                      <p:tavLst>
                                        <p:tav tm="0">
                                          <p:val>
                                            <p:strVal val="#ppt_y"/>
                                          </p:val>
                                        </p:tav>
                                        <p:tav tm="100000">
                                          <p:val>
                                            <p:strVal val="#ppt_y"/>
                                          </p:val>
                                        </p:tav>
                                      </p:tavLst>
                                    </p:anim>
                                    <p:anim calcmode="lin" valueType="num">
                                      <p:cBhvr>
                                        <p:cTn id="20" dur="500" fill="hold"/>
                                        <p:tgtEl>
                                          <p:spTgt spid="20485"/>
                                        </p:tgtEl>
                                        <p:attrNameLst>
                                          <p:attrName>ppt_h</p:attrName>
                                        </p:attrNameLst>
                                      </p:cBhvr>
                                      <p:tavLst>
                                        <p:tav tm="0">
                                          <p:val>
                                            <p:strVal val="#ppt_h/10"/>
                                          </p:val>
                                        </p:tav>
                                        <p:tav tm="50000">
                                          <p:val>
                                            <p:strVal val="#ppt_h+.01"/>
                                          </p:val>
                                        </p:tav>
                                        <p:tav tm="100000">
                                          <p:val>
                                            <p:strVal val="#ppt_h"/>
                                          </p:val>
                                        </p:tav>
                                      </p:tavLst>
                                    </p:anim>
                                    <p:anim calcmode="lin" valueType="num">
                                      <p:cBhvr>
                                        <p:cTn id="21" dur="500" fill="hold"/>
                                        <p:tgtEl>
                                          <p:spTgt spid="20485"/>
                                        </p:tgtEl>
                                        <p:attrNameLst>
                                          <p:attrName>ppt_w</p:attrName>
                                        </p:attrNameLst>
                                      </p:cBhvr>
                                      <p:tavLst>
                                        <p:tav tm="0">
                                          <p:val>
                                            <p:strVal val="#ppt_w/10"/>
                                          </p:val>
                                        </p:tav>
                                        <p:tav tm="50000">
                                          <p:val>
                                            <p:strVal val="#ppt_w+.01"/>
                                          </p:val>
                                        </p:tav>
                                        <p:tav tm="100000">
                                          <p:val>
                                            <p:strVal val="#ppt_w"/>
                                          </p:val>
                                        </p:tav>
                                      </p:tavLst>
                                    </p:anim>
                                    <p:animEffect transition="in" filter="fade">
                                      <p:cBhvr>
                                        <p:cTn id="22" dur="500" tmFilter="0,0; .5, 1; 1, 1"/>
                                        <p:tgtEl>
                                          <p:spTgt spid="20485"/>
                                        </p:tgtEl>
                                      </p:cBhvr>
                                    </p:animEffect>
                                  </p:childTnLst>
                                </p:cTn>
                              </p:par>
                            </p:childTnLst>
                          </p:cTn>
                        </p:par>
                        <p:par>
                          <p:cTn id="23" fill="hold">
                            <p:stCondLst>
                              <p:cond delay="2400"/>
                            </p:stCondLst>
                            <p:childTnLst>
                              <p:par>
                                <p:cTn id="24" presetID="23" presetClass="entr" presetSubtype="528" fill="hold" nodeType="afterEffect">
                                  <p:stCondLst>
                                    <p:cond delay="0"/>
                                  </p:stCondLst>
                                  <p:childTnLst>
                                    <p:set>
                                      <p:cBhvr>
                                        <p:cTn id="25" dur="1" fill="hold">
                                          <p:stCondLst>
                                            <p:cond delay="0"/>
                                          </p:stCondLst>
                                        </p:cTn>
                                        <p:tgtEl>
                                          <p:spTgt spid="8"/>
                                        </p:tgtEl>
                                        <p:attrNameLst>
                                          <p:attrName>style.visibility</p:attrName>
                                        </p:attrNameLst>
                                      </p:cBhvr>
                                      <p:to>
                                        <p:strVal val="visible"/>
                                      </p:to>
                                    </p:set>
                                    <p:anim calcmode="lin" valueType="num">
                                      <p:cBhvr>
                                        <p:cTn id="26" dur="500" fill="hold"/>
                                        <p:tgtEl>
                                          <p:spTgt spid="8"/>
                                        </p:tgtEl>
                                        <p:attrNameLst>
                                          <p:attrName>ppt_w</p:attrName>
                                        </p:attrNameLst>
                                      </p:cBhvr>
                                      <p:tavLst>
                                        <p:tav tm="0">
                                          <p:val>
                                            <p:fltVal val="0"/>
                                          </p:val>
                                        </p:tav>
                                        <p:tav tm="100000">
                                          <p:val>
                                            <p:strVal val="#ppt_w"/>
                                          </p:val>
                                        </p:tav>
                                      </p:tavLst>
                                    </p:anim>
                                    <p:anim calcmode="lin" valueType="num">
                                      <p:cBhvr>
                                        <p:cTn id="27" dur="500" fill="hold"/>
                                        <p:tgtEl>
                                          <p:spTgt spid="8"/>
                                        </p:tgtEl>
                                        <p:attrNameLst>
                                          <p:attrName>ppt_h</p:attrName>
                                        </p:attrNameLst>
                                      </p:cBhvr>
                                      <p:tavLst>
                                        <p:tav tm="0">
                                          <p:val>
                                            <p:fltVal val="0"/>
                                          </p:val>
                                        </p:tav>
                                        <p:tav tm="100000">
                                          <p:val>
                                            <p:strVal val="#ppt_h"/>
                                          </p:val>
                                        </p:tav>
                                      </p:tavLst>
                                    </p:anim>
                                    <p:anim calcmode="lin" valueType="num">
                                      <p:cBhvr>
                                        <p:cTn id="28" dur="500" fill="hold"/>
                                        <p:tgtEl>
                                          <p:spTgt spid="8"/>
                                        </p:tgtEl>
                                        <p:attrNameLst>
                                          <p:attrName>ppt_x</p:attrName>
                                        </p:attrNameLst>
                                      </p:cBhvr>
                                      <p:tavLst>
                                        <p:tav tm="0">
                                          <p:val>
                                            <p:fltVal val="0.5"/>
                                          </p:val>
                                        </p:tav>
                                        <p:tav tm="100000">
                                          <p:val>
                                            <p:strVal val="#ppt_x"/>
                                          </p:val>
                                        </p:tav>
                                      </p:tavLst>
                                    </p:anim>
                                    <p:anim calcmode="lin" valueType="num">
                                      <p:cBhvr>
                                        <p:cTn id="29" dur="500" fill="hold"/>
                                        <p:tgtEl>
                                          <p:spTgt spid="8"/>
                                        </p:tgtEl>
                                        <p:attrNameLst>
                                          <p:attrName>ppt_y</p:attrName>
                                        </p:attrNameLst>
                                      </p:cBhvr>
                                      <p:tavLst>
                                        <p:tav tm="0">
                                          <p:val>
                                            <p:fltVal val="0.5"/>
                                          </p:val>
                                        </p:tav>
                                        <p:tav tm="100000">
                                          <p:val>
                                            <p:strVal val="#ppt_y"/>
                                          </p:val>
                                        </p:tav>
                                      </p:tavLst>
                                    </p:anim>
                                  </p:childTnLst>
                                </p:cTn>
                              </p:par>
                              <p:par>
                                <p:cTn id="30" presetID="23" presetClass="entr" presetSubtype="528" fill="hold" nodeType="withEffect">
                                  <p:stCondLst>
                                    <p:cond delay="300"/>
                                  </p:stCondLst>
                                  <p:childTnLst>
                                    <p:set>
                                      <p:cBhvr>
                                        <p:cTn id="31" dur="1" fill="hold">
                                          <p:stCondLst>
                                            <p:cond delay="0"/>
                                          </p:stCondLst>
                                        </p:cTn>
                                        <p:tgtEl>
                                          <p:spTgt spid="11"/>
                                        </p:tgtEl>
                                        <p:attrNameLst>
                                          <p:attrName>style.visibility</p:attrName>
                                        </p:attrNameLst>
                                      </p:cBhvr>
                                      <p:to>
                                        <p:strVal val="visible"/>
                                      </p:to>
                                    </p:set>
                                    <p:anim calcmode="lin" valueType="num">
                                      <p:cBhvr>
                                        <p:cTn id="32" dur="500" fill="hold"/>
                                        <p:tgtEl>
                                          <p:spTgt spid="11"/>
                                        </p:tgtEl>
                                        <p:attrNameLst>
                                          <p:attrName>ppt_w</p:attrName>
                                        </p:attrNameLst>
                                      </p:cBhvr>
                                      <p:tavLst>
                                        <p:tav tm="0">
                                          <p:val>
                                            <p:fltVal val="0"/>
                                          </p:val>
                                        </p:tav>
                                        <p:tav tm="100000">
                                          <p:val>
                                            <p:strVal val="#ppt_w"/>
                                          </p:val>
                                        </p:tav>
                                      </p:tavLst>
                                    </p:anim>
                                    <p:anim calcmode="lin" valueType="num">
                                      <p:cBhvr>
                                        <p:cTn id="33" dur="500" fill="hold"/>
                                        <p:tgtEl>
                                          <p:spTgt spid="11"/>
                                        </p:tgtEl>
                                        <p:attrNameLst>
                                          <p:attrName>ppt_h</p:attrName>
                                        </p:attrNameLst>
                                      </p:cBhvr>
                                      <p:tavLst>
                                        <p:tav tm="0">
                                          <p:val>
                                            <p:fltVal val="0"/>
                                          </p:val>
                                        </p:tav>
                                        <p:tav tm="100000">
                                          <p:val>
                                            <p:strVal val="#ppt_h"/>
                                          </p:val>
                                        </p:tav>
                                      </p:tavLst>
                                    </p:anim>
                                    <p:anim calcmode="lin" valueType="num">
                                      <p:cBhvr>
                                        <p:cTn id="34" dur="500" fill="hold"/>
                                        <p:tgtEl>
                                          <p:spTgt spid="11"/>
                                        </p:tgtEl>
                                        <p:attrNameLst>
                                          <p:attrName>ppt_x</p:attrName>
                                        </p:attrNameLst>
                                      </p:cBhvr>
                                      <p:tavLst>
                                        <p:tav tm="0">
                                          <p:val>
                                            <p:fltVal val="0.5"/>
                                          </p:val>
                                        </p:tav>
                                        <p:tav tm="100000">
                                          <p:val>
                                            <p:strVal val="#ppt_x"/>
                                          </p:val>
                                        </p:tav>
                                      </p:tavLst>
                                    </p:anim>
                                    <p:anim calcmode="lin" valueType="num">
                                      <p:cBhvr>
                                        <p:cTn id="35" dur="500" fill="hold"/>
                                        <p:tgtEl>
                                          <p:spTgt spid="11"/>
                                        </p:tgtEl>
                                        <p:attrNameLst>
                                          <p:attrName>ppt_y</p:attrName>
                                        </p:attrNameLst>
                                      </p:cBhvr>
                                      <p:tavLst>
                                        <p:tav tm="0">
                                          <p:val>
                                            <p:fltVal val="0.5"/>
                                          </p:val>
                                        </p:tav>
                                        <p:tav tm="100000">
                                          <p:val>
                                            <p:strVal val="#ppt_y"/>
                                          </p:val>
                                        </p:tav>
                                      </p:tavLst>
                                    </p:anim>
                                  </p:childTnLst>
                                </p:cTn>
                              </p:par>
                              <p:par>
                                <p:cTn id="36" presetID="23" presetClass="entr" presetSubtype="528" fill="hold" nodeType="withEffect">
                                  <p:stCondLst>
                                    <p:cond delay="700"/>
                                  </p:stCondLst>
                                  <p:childTnLst>
                                    <p:set>
                                      <p:cBhvr>
                                        <p:cTn id="37" dur="1" fill="hold">
                                          <p:stCondLst>
                                            <p:cond delay="0"/>
                                          </p:stCondLst>
                                        </p:cTn>
                                        <p:tgtEl>
                                          <p:spTgt spid="15"/>
                                        </p:tgtEl>
                                        <p:attrNameLst>
                                          <p:attrName>style.visibility</p:attrName>
                                        </p:attrNameLst>
                                      </p:cBhvr>
                                      <p:to>
                                        <p:strVal val="visible"/>
                                      </p:to>
                                    </p:set>
                                    <p:anim calcmode="lin" valueType="num">
                                      <p:cBhvr>
                                        <p:cTn id="38" dur="500" fill="hold"/>
                                        <p:tgtEl>
                                          <p:spTgt spid="15"/>
                                        </p:tgtEl>
                                        <p:attrNameLst>
                                          <p:attrName>ppt_w</p:attrName>
                                        </p:attrNameLst>
                                      </p:cBhvr>
                                      <p:tavLst>
                                        <p:tav tm="0">
                                          <p:val>
                                            <p:fltVal val="0"/>
                                          </p:val>
                                        </p:tav>
                                        <p:tav tm="100000">
                                          <p:val>
                                            <p:strVal val="#ppt_w"/>
                                          </p:val>
                                        </p:tav>
                                      </p:tavLst>
                                    </p:anim>
                                    <p:anim calcmode="lin" valueType="num">
                                      <p:cBhvr>
                                        <p:cTn id="39" dur="500" fill="hold"/>
                                        <p:tgtEl>
                                          <p:spTgt spid="15"/>
                                        </p:tgtEl>
                                        <p:attrNameLst>
                                          <p:attrName>ppt_h</p:attrName>
                                        </p:attrNameLst>
                                      </p:cBhvr>
                                      <p:tavLst>
                                        <p:tav tm="0">
                                          <p:val>
                                            <p:fltVal val="0"/>
                                          </p:val>
                                        </p:tav>
                                        <p:tav tm="100000">
                                          <p:val>
                                            <p:strVal val="#ppt_h"/>
                                          </p:val>
                                        </p:tav>
                                      </p:tavLst>
                                    </p:anim>
                                    <p:anim calcmode="lin" valueType="num">
                                      <p:cBhvr>
                                        <p:cTn id="40" dur="500" fill="hold"/>
                                        <p:tgtEl>
                                          <p:spTgt spid="15"/>
                                        </p:tgtEl>
                                        <p:attrNameLst>
                                          <p:attrName>ppt_x</p:attrName>
                                        </p:attrNameLst>
                                      </p:cBhvr>
                                      <p:tavLst>
                                        <p:tav tm="0">
                                          <p:val>
                                            <p:fltVal val="0.5"/>
                                          </p:val>
                                        </p:tav>
                                        <p:tav tm="100000">
                                          <p:val>
                                            <p:strVal val="#ppt_x"/>
                                          </p:val>
                                        </p:tav>
                                      </p:tavLst>
                                    </p:anim>
                                    <p:anim calcmode="lin" valueType="num">
                                      <p:cBhvr>
                                        <p:cTn id="41" dur="500" fill="hold"/>
                                        <p:tgtEl>
                                          <p:spTgt spid="15"/>
                                        </p:tgtEl>
                                        <p:attrNameLst>
                                          <p:attrName>ppt_y</p:attrName>
                                        </p:attrNameLst>
                                      </p:cBhvr>
                                      <p:tavLst>
                                        <p:tav tm="0">
                                          <p:val>
                                            <p:fltVal val="0.5"/>
                                          </p:val>
                                        </p:tav>
                                        <p:tav tm="100000">
                                          <p:val>
                                            <p:strVal val="#ppt_y"/>
                                          </p:val>
                                        </p:tav>
                                      </p:tavLst>
                                    </p:anim>
                                  </p:childTnLst>
                                </p:cTn>
                              </p:par>
                              <p:par>
                                <p:cTn id="42" presetID="23" presetClass="entr" presetSubtype="528" fill="hold" nodeType="withEffect">
                                  <p:stCondLst>
                                    <p:cond delay="300"/>
                                  </p:stCondLst>
                                  <p:childTnLst>
                                    <p:set>
                                      <p:cBhvr>
                                        <p:cTn id="43" dur="1" fill="hold">
                                          <p:stCondLst>
                                            <p:cond delay="0"/>
                                          </p:stCondLst>
                                        </p:cTn>
                                        <p:tgtEl>
                                          <p:spTgt spid="18"/>
                                        </p:tgtEl>
                                        <p:attrNameLst>
                                          <p:attrName>style.visibility</p:attrName>
                                        </p:attrNameLst>
                                      </p:cBhvr>
                                      <p:to>
                                        <p:strVal val="visible"/>
                                      </p:to>
                                    </p:set>
                                    <p:anim calcmode="lin" valueType="num">
                                      <p:cBhvr>
                                        <p:cTn id="44" dur="500" fill="hold"/>
                                        <p:tgtEl>
                                          <p:spTgt spid="18"/>
                                        </p:tgtEl>
                                        <p:attrNameLst>
                                          <p:attrName>ppt_w</p:attrName>
                                        </p:attrNameLst>
                                      </p:cBhvr>
                                      <p:tavLst>
                                        <p:tav tm="0">
                                          <p:val>
                                            <p:fltVal val="0"/>
                                          </p:val>
                                        </p:tav>
                                        <p:tav tm="100000">
                                          <p:val>
                                            <p:strVal val="#ppt_w"/>
                                          </p:val>
                                        </p:tav>
                                      </p:tavLst>
                                    </p:anim>
                                    <p:anim calcmode="lin" valueType="num">
                                      <p:cBhvr>
                                        <p:cTn id="45" dur="500" fill="hold"/>
                                        <p:tgtEl>
                                          <p:spTgt spid="18"/>
                                        </p:tgtEl>
                                        <p:attrNameLst>
                                          <p:attrName>ppt_h</p:attrName>
                                        </p:attrNameLst>
                                      </p:cBhvr>
                                      <p:tavLst>
                                        <p:tav tm="0">
                                          <p:val>
                                            <p:fltVal val="0"/>
                                          </p:val>
                                        </p:tav>
                                        <p:tav tm="100000">
                                          <p:val>
                                            <p:strVal val="#ppt_h"/>
                                          </p:val>
                                        </p:tav>
                                      </p:tavLst>
                                    </p:anim>
                                    <p:anim calcmode="lin" valueType="num">
                                      <p:cBhvr>
                                        <p:cTn id="46" dur="500" fill="hold"/>
                                        <p:tgtEl>
                                          <p:spTgt spid="18"/>
                                        </p:tgtEl>
                                        <p:attrNameLst>
                                          <p:attrName>ppt_x</p:attrName>
                                        </p:attrNameLst>
                                      </p:cBhvr>
                                      <p:tavLst>
                                        <p:tav tm="0">
                                          <p:val>
                                            <p:fltVal val="0.5"/>
                                          </p:val>
                                        </p:tav>
                                        <p:tav tm="100000">
                                          <p:val>
                                            <p:strVal val="#ppt_x"/>
                                          </p:val>
                                        </p:tav>
                                      </p:tavLst>
                                    </p:anim>
                                    <p:anim calcmode="lin" valueType="num">
                                      <p:cBhvr>
                                        <p:cTn id="47" dur="500" fill="hold"/>
                                        <p:tgtEl>
                                          <p:spTgt spid="18"/>
                                        </p:tgtEl>
                                        <p:attrNameLst>
                                          <p:attrName>ppt_y</p:attrName>
                                        </p:attrNameLst>
                                      </p:cBhvr>
                                      <p:tavLst>
                                        <p:tav tm="0">
                                          <p:val>
                                            <p:fltVal val="0.5"/>
                                          </p:val>
                                        </p:tav>
                                        <p:tav tm="100000">
                                          <p:val>
                                            <p:strVal val="#ppt_y"/>
                                          </p:val>
                                        </p:tav>
                                      </p:tavLst>
                                    </p:anim>
                                  </p:childTnLst>
                                </p:cTn>
                              </p:par>
                              <p:par>
                                <p:cTn id="48" presetID="23" presetClass="entr" presetSubtype="528" fill="hold" nodeType="withEffect">
                                  <p:stCondLst>
                                    <p:cond delay="100"/>
                                  </p:stCondLst>
                                  <p:childTnLst>
                                    <p:set>
                                      <p:cBhvr>
                                        <p:cTn id="49" dur="1" fill="hold">
                                          <p:stCondLst>
                                            <p:cond delay="0"/>
                                          </p:stCondLst>
                                        </p:cTn>
                                        <p:tgtEl>
                                          <p:spTgt spid="21"/>
                                        </p:tgtEl>
                                        <p:attrNameLst>
                                          <p:attrName>style.visibility</p:attrName>
                                        </p:attrNameLst>
                                      </p:cBhvr>
                                      <p:to>
                                        <p:strVal val="visible"/>
                                      </p:to>
                                    </p:set>
                                    <p:anim calcmode="lin" valueType="num">
                                      <p:cBhvr>
                                        <p:cTn id="50" dur="500" fill="hold"/>
                                        <p:tgtEl>
                                          <p:spTgt spid="21"/>
                                        </p:tgtEl>
                                        <p:attrNameLst>
                                          <p:attrName>ppt_w</p:attrName>
                                        </p:attrNameLst>
                                      </p:cBhvr>
                                      <p:tavLst>
                                        <p:tav tm="0">
                                          <p:val>
                                            <p:fltVal val="0"/>
                                          </p:val>
                                        </p:tav>
                                        <p:tav tm="100000">
                                          <p:val>
                                            <p:strVal val="#ppt_w"/>
                                          </p:val>
                                        </p:tav>
                                      </p:tavLst>
                                    </p:anim>
                                    <p:anim calcmode="lin" valueType="num">
                                      <p:cBhvr>
                                        <p:cTn id="51" dur="500" fill="hold"/>
                                        <p:tgtEl>
                                          <p:spTgt spid="21"/>
                                        </p:tgtEl>
                                        <p:attrNameLst>
                                          <p:attrName>ppt_h</p:attrName>
                                        </p:attrNameLst>
                                      </p:cBhvr>
                                      <p:tavLst>
                                        <p:tav tm="0">
                                          <p:val>
                                            <p:fltVal val="0"/>
                                          </p:val>
                                        </p:tav>
                                        <p:tav tm="100000">
                                          <p:val>
                                            <p:strVal val="#ppt_h"/>
                                          </p:val>
                                        </p:tav>
                                      </p:tavLst>
                                    </p:anim>
                                    <p:anim calcmode="lin" valueType="num">
                                      <p:cBhvr>
                                        <p:cTn id="52" dur="500" fill="hold"/>
                                        <p:tgtEl>
                                          <p:spTgt spid="21"/>
                                        </p:tgtEl>
                                        <p:attrNameLst>
                                          <p:attrName>ppt_x</p:attrName>
                                        </p:attrNameLst>
                                      </p:cBhvr>
                                      <p:tavLst>
                                        <p:tav tm="0">
                                          <p:val>
                                            <p:fltVal val="0.5"/>
                                          </p:val>
                                        </p:tav>
                                        <p:tav tm="100000">
                                          <p:val>
                                            <p:strVal val="#ppt_x"/>
                                          </p:val>
                                        </p:tav>
                                      </p:tavLst>
                                    </p:anim>
                                    <p:anim calcmode="lin" valueType="num">
                                      <p:cBhvr>
                                        <p:cTn id="53" dur="500" fill="hold"/>
                                        <p:tgtEl>
                                          <p:spTgt spid="21"/>
                                        </p:tgtEl>
                                        <p:attrNameLst>
                                          <p:attrName>ppt_y</p:attrName>
                                        </p:attrNameLst>
                                      </p:cBhvr>
                                      <p:tavLst>
                                        <p:tav tm="0">
                                          <p:val>
                                            <p:fltVal val="0.5"/>
                                          </p:val>
                                        </p:tav>
                                        <p:tav tm="100000">
                                          <p:val>
                                            <p:strVal val="#ppt_y"/>
                                          </p:val>
                                        </p:tav>
                                      </p:tavLst>
                                    </p:anim>
                                  </p:childTnLst>
                                </p:cTn>
                              </p:par>
                              <p:par>
                                <p:cTn id="54" presetID="23" presetClass="entr" presetSubtype="528" fill="hold" nodeType="withEffect">
                                  <p:stCondLst>
                                    <p:cond delay="600"/>
                                  </p:stCondLst>
                                  <p:childTnLst>
                                    <p:set>
                                      <p:cBhvr>
                                        <p:cTn id="55" dur="1" fill="hold">
                                          <p:stCondLst>
                                            <p:cond delay="0"/>
                                          </p:stCondLst>
                                        </p:cTn>
                                        <p:tgtEl>
                                          <p:spTgt spid="24"/>
                                        </p:tgtEl>
                                        <p:attrNameLst>
                                          <p:attrName>style.visibility</p:attrName>
                                        </p:attrNameLst>
                                      </p:cBhvr>
                                      <p:to>
                                        <p:strVal val="visible"/>
                                      </p:to>
                                    </p:set>
                                    <p:anim calcmode="lin" valueType="num">
                                      <p:cBhvr>
                                        <p:cTn id="56" dur="500" fill="hold"/>
                                        <p:tgtEl>
                                          <p:spTgt spid="24"/>
                                        </p:tgtEl>
                                        <p:attrNameLst>
                                          <p:attrName>ppt_w</p:attrName>
                                        </p:attrNameLst>
                                      </p:cBhvr>
                                      <p:tavLst>
                                        <p:tav tm="0">
                                          <p:val>
                                            <p:fltVal val="0"/>
                                          </p:val>
                                        </p:tav>
                                        <p:tav tm="100000">
                                          <p:val>
                                            <p:strVal val="#ppt_w"/>
                                          </p:val>
                                        </p:tav>
                                      </p:tavLst>
                                    </p:anim>
                                    <p:anim calcmode="lin" valueType="num">
                                      <p:cBhvr>
                                        <p:cTn id="57" dur="500" fill="hold"/>
                                        <p:tgtEl>
                                          <p:spTgt spid="24"/>
                                        </p:tgtEl>
                                        <p:attrNameLst>
                                          <p:attrName>ppt_h</p:attrName>
                                        </p:attrNameLst>
                                      </p:cBhvr>
                                      <p:tavLst>
                                        <p:tav tm="0">
                                          <p:val>
                                            <p:fltVal val="0"/>
                                          </p:val>
                                        </p:tav>
                                        <p:tav tm="100000">
                                          <p:val>
                                            <p:strVal val="#ppt_h"/>
                                          </p:val>
                                        </p:tav>
                                      </p:tavLst>
                                    </p:anim>
                                    <p:anim calcmode="lin" valueType="num">
                                      <p:cBhvr>
                                        <p:cTn id="58" dur="500" fill="hold"/>
                                        <p:tgtEl>
                                          <p:spTgt spid="24"/>
                                        </p:tgtEl>
                                        <p:attrNameLst>
                                          <p:attrName>ppt_x</p:attrName>
                                        </p:attrNameLst>
                                      </p:cBhvr>
                                      <p:tavLst>
                                        <p:tav tm="0">
                                          <p:val>
                                            <p:fltVal val="0.5"/>
                                          </p:val>
                                        </p:tav>
                                        <p:tav tm="100000">
                                          <p:val>
                                            <p:strVal val="#ppt_x"/>
                                          </p:val>
                                        </p:tav>
                                      </p:tavLst>
                                    </p:anim>
                                    <p:anim calcmode="lin" valueType="num">
                                      <p:cBhvr>
                                        <p:cTn id="59" dur="500" fill="hold"/>
                                        <p:tgtEl>
                                          <p:spTgt spid="24"/>
                                        </p:tgtEl>
                                        <p:attrNameLst>
                                          <p:attrName>ppt_y</p:attrName>
                                        </p:attrNameLst>
                                      </p:cBhvr>
                                      <p:tavLst>
                                        <p:tav tm="0">
                                          <p:val>
                                            <p:fltVal val="0.5"/>
                                          </p:val>
                                        </p:tav>
                                        <p:tav tm="100000">
                                          <p:val>
                                            <p:strVal val="#ppt_y"/>
                                          </p:val>
                                        </p:tav>
                                      </p:tavLst>
                                    </p:anim>
                                  </p:childTnLst>
                                </p:cTn>
                              </p:par>
                              <p:par>
                                <p:cTn id="60" presetID="23" presetClass="entr" presetSubtype="528" fill="hold" nodeType="withEffect">
                                  <p:stCondLst>
                                    <p:cond delay="300"/>
                                  </p:stCondLst>
                                  <p:childTnLst>
                                    <p:set>
                                      <p:cBhvr>
                                        <p:cTn id="61" dur="1" fill="hold">
                                          <p:stCondLst>
                                            <p:cond delay="0"/>
                                          </p:stCondLst>
                                        </p:cTn>
                                        <p:tgtEl>
                                          <p:spTgt spid="27"/>
                                        </p:tgtEl>
                                        <p:attrNameLst>
                                          <p:attrName>style.visibility</p:attrName>
                                        </p:attrNameLst>
                                      </p:cBhvr>
                                      <p:to>
                                        <p:strVal val="visible"/>
                                      </p:to>
                                    </p:set>
                                    <p:anim calcmode="lin" valueType="num">
                                      <p:cBhvr>
                                        <p:cTn id="62" dur="500" fill="hold"/>
                                        <p:tgtEl>
                                          <p:spTgt spid="27"/>
                                        </p:tgtEl>
                                        <p:attrNameLst>
                                          <p:attrName>ppt_w</p:attrName>
                                        </p:attrNameLst>
                                      </p:cBhvr>
                                      <p:tavLst>
                                        <p:tav tm="0">
                                          <p:val>
                                            <p:fltVal val="0"/>
                                          </p:val>
                                        </p:tav>
                                        <p:tav tm="100000">
                                          <p:val>
                                            <p:strVal val="#ppt_w"/>
                                          </p:val>
                                        </p:tav>
                                      </p:tavLst>
                                    </p:anim>
                                    <p:anim calcmode="lin" valueType="num">
                                      <p:cBhvr>
                                        <p:cTn id="63" dur="500" fill="hold"/>
                                        <p:tgtEl>
                                          <p:spTgt spid="27"/>
                                        </p:tgtEl>
                                        <p:attrNameLst>
                                          <p:attrName>ppt_h</p:attrName>
                                        </p:attrNameLst>
                                      </p:cBhvr>
                                      <p:tavLst>
                                        <p:tav tm="0">
                                          <p:val>
                                            <p:fltVal val="0"/>
                                          </p:val>
                                        </p:tav>
                                        <p:tav tm="100000">
                                          <p:val>
                                            <p:strVal val="#ppt_h"/>
                                          </p:val>
                                        </p:tav>
                                      </p:tavLst>
                                    </p:anim>
                                    <p:anim calcmode="lin" valueType="num">
                                      <p:cBhvr>
                                        <p:cTn id="64" dur="500" fill="hold"/>
                                        <p:tgtEl>
                                          <p:spTgt spid="27"/>
                                        </p:tgtEl>
                                        <p:attrNameLst>
                                          <p:attrName>ppt_x</p:attrName>
                                        </p:attrNameLst>
                                      </p:cBhvr>
                                      <p:tavLst>
                                        <p:tav tm="0">
                                          <p:val>
                                            <p:fltVal val="0.5"/>
                                          </p:val>
                                        </p:tav>
                                        <p:tav tm="100000">
                                          <p:val>
                                            <p:strVal val="#ppt_x"/>
                                          </p:val>
                                        </p:tav>
                                      </p:tavLst>
                                    </p:anim>
                                    <p:anim calcmode="lin" valueType="num">
                                      <p:cBhvr>
                                        <p:cTn id="65" dur="500" fill="hold"/>
                                        <p:tgtEl>
                                          <p:spTgt spid="27"/>
                                        </p:tgtEl>
                                        <p:attrNameLst>
                                          <p:attrName>ppt_y</p:attrName>
                                        </p:attrNameLst>
                                      </p:cBhvr>
                                      <p:tavLst>
                                        <p:tav tm="0">
                                          <p:val>
                                            <p:fltVal val="0.5"/>
                                          </p:val>
                                        </p:tav>
                                        <p:tav tm="100000">
                                          <p:val>
                                            <p:strVal val="#ppt_y"/>
                                          </p:val>
                                        </p:tav>
                                      </p:tavLst>
                                    </p:anim>
                                  </p:childTnLst>
                                </p:cTn>
                              </p:par>
                              <p:par>
                                <p:cTn id="66" presetID="23" presetClass="entr" presetSubtype="528" fill="hold" nodeType="withEffect">
                                  <p:stCondLst>
                                    <p:cond delay="300"/>
                                  </p:stCondLst>
                                  <p:childTnLst>
                                    <p:set>
                                      <p:cBhvr>
                                        <p:cTn id="67" dur="1" fill="hold">
                                          <p:stCondLst>
                                            <p:cond delay="0"/>
                                          </p:stCondLst>
                                        </p:cTn>
                                        <p:tgtEl>
                                          <p:spTgt spid="30"/>
                                        </p:tgtEl>
                                        <p:attrNameLst>
                                          <p:attrName>style.visibility</p:attrName>
                                        </p:attrNameLst>
                                      </p:cBhvr>
                                      <p:to>
                                        <p:strVal val="visible"/>
                                      </p:to>
                                    </p:set>
                                    <p:anim calcmode="lin" valueType="num">
                                      <p:cBhvr>
                                        <p:cTn id="68" dur="500" fill="hold"/>
                                        <p:tgtEl>
                                          <p:spTgt spid="30"/>
                                        </p:tgtEl>
                                        <p:attrNameLst>
                                          <p:attrName>ppt_w</p:attrName>
                                        </p:attrNameLst>
                                      </p:cBhvr>
                                      <p:tavLst>
                                        <p:tav tm="0">
                                          <p:val>
                                            <p:fltVal val="0"/>
                                          </p:val>
                                        </p:tav>
                                        <p:tav tm="100000">
                                          <p:val>
                                            <p:strVal val="#ppt_w"/>
                                          </p:val>
                                        </p:tav>
                                      </p:tavLst>
                                    </p:anim>
                                    <p:anim calcmode="lin" valueType="num">
                                      <p:cBhvr>
                                        <p:cTn id="69" dur="500" fill="hold"/>
                                        <p:tgtEl>
                                          <p:spTgt spid="30"/>
                                        </p:tgtEl>
                                        <p:attrNameLst>
                                          <p:attrName>ppt_h</p:attrName>
                                        </p:attrNameLst>
                                      </p:cBhvr>
                                      <p:tavLst>
                                        <p:tav tm="0">
                                          <p:val>
                                            <p:fltVal val="0"/>
                                          </p:val>
                                        </p:tav>
                                        <p:tav tm="100000">
                                          <p:val>
                                            <p:strVal val="#ppt_h"/>
                                          </p:val>
                                        </p:tav>
                                      </p:tavLst>
                                    </p:anim>
                                    <p:anim calcmode="lin" valueType="num">
                                      <p:cBhvr>
                                        <p:cTn id="70" dur="500" fill="hold"/>
                                        <p:tgtEl>
                                          <p:spTgt spid="30"/>
                                        </p:tgtEl>
                                        <p:attrNameLst>
                                          <p:attrName>ppt_x</p:attrName>
                                        </p:attrNameLst>
                                      </p:cBhvr>
                                      <p:tavLst>
                                        <p:tav tm="0">
                                          <p:val>
                                            <p:fltVal val="0.5"/>
                                          </p:val>
                                        </p:tav>
                                        <p:tav tm="100000">
                                          <p:val>
                                            <p:strVal val="#ppt_x"/>
                                          </p:val>
                                        </p:tav>
                                      </p:tavLst>
                                    </p:anim>
                                    <p:anim calcmode="lin" valueType="num">
                                      <p:cBhvr>
                                        <p:cTn id="71" dur="500" fill="hold"/>
                                        <p:tgtEl>
                                          <p:spTgt spid="30"/>
                                        </p:tgtEl>
                                        <p:attrNameLst>
                                          <p:attrName>ppt_y</p:attrName>
                                        </p:attrNameLst>
                                      </p:cBhvr>
                                      <p:tavLst>
                                        <p:tav tm="0">
                                          <p:val>
                                            <p:fltVal val="0.5"/>
                                          </p:val>
                                        </p:tav>
                                        <p:tav tm="100000">
                                          <p:val>
                                            <p:strVal val="#ppt_y"/>
                                          </p:val>
                                        </p:tav>
                                      </p:tavLst>
                                    </p:anim>
                                  </p:childTnLst>
                                </p:cTn>
                              </p:par>
                              <p:par>
                                <p:cTn id="72" presetID="23" presetClass="entr" presetSubtype="528" fill="hold" nodeType="withEffect">
                                  <p:stCondLst>
                                    <p:cond delay="600"/>
                                  </p:stCondLst>
                                  <p:childTnLst>
                                    <p:set>
                                      <p:cBhvr>
                                        <p:cTn id="73" dur="1" fill="hold">
                                          <p:stCondLst>
                                            <p:cond delay="0"/>
                                          </p:stCondLst>
                                        </p:cTn>
                                        <p:tgtEl>
                                          <p:spTgt spid="33"/>
                                        </p:tgtEl>
                                        <p:attrNameLst>
                                          <p:attrName>style.visibility</p:attrName>
                                        </p:attrNameLst>
                                      </p:cBhvr>
                                      <p:to>
                                        <p:strVal val="visible"/>
                                      </p:to>
                                    </p:set>
                                    <p:anim calcmode="lin" valueType="num">
                                      <p:cBhvr>
                                        <p:cTn id="74" dur="500" fill="hold"/>
                                        <p:tgtEl>
                                          <p:spTgt spid="33"/>
                                        </p:tgtEl>
                                        <p:attrNameLst>
                                          <p:attrName>ppt_w</p:attrName>
                                        </p:attrNameLst>
                                      </p:cBhvr>
                                      <p:tavLst>
                                        <p:tav tm="0">
                                          <p:val>
                                            <p:fltVal val="0"/>
                                          </p:val>
                                        </p:tav>
                                        <p:tav tm="100000">
                                          <p:val>
                                            <p:strVal val="#ppt_w"/>
                                          </p:val>
                                        </p:tav>
                                      </p:tavLst>
                                    </p:anim>
                                    <p:anim calcmode="lin" valueType="num">
                                      <p:cBhvr>
                                        <p:cTn id="75" dur="500" fill="hold"/>
                                        <p:tgtEl>
                                          <p:spTgt spid="33"/>
                                        </p:tgtEl>
                                        <p:attrNameLst>
                                          <p:attrName>ppt_h</p:attrName>
                                        </p:attrNameLst>
                                      </p:cBhvr>
                                      <p:tavLst>
                                        <p:tav tm="0">
                                          <p:val>
                                            <p:fltVal val="0"/>
                                          </p:val>
                                        </p:tav>
                                        <p:tav tm="100000">
                                          <p:val>
                                            <p:strVal val="#ppt_h"/>
                                          </p:val>
                                        </p:tav>
                                      </p:tavLst>
                                    </p:anim>
                                    <p:anim calcmode="lin" valueType="num">
                                      <p:cBhvr>
                                        <p:cTn id="76" dur="500" fill="hold"/>
                                        <p:tgtEl>
                                          <p:spTgt spid="33"/>
                                        </p:tgtEl>
                                        <p:attrNameLst>
                                          <p:attrName>ppt_x</p:attrName>
                                        </p:attrNameLst>
                                      </p:cBhvr>
                                      <p:tavLst>
                                        <p:tav tm="0">
                                          <p:val>
                                            <p:fltVal val="0.5"/>
                                          </p:val>
                                        </p:tav>
                                        <p:tav tm="100000">
                                          <p:val>
                                            <p:strVal val="#ppt_x"/>
                                          </p:val>
                                        </p:tav>
                                      </p:tavLst>
                                    </p:anim>
                                    <p:anim calcmode="lin" valueType="num">
                                      <p:cBhvr>
                                        <p:cTn id="77" dur="500" fill="hold"/>
                                        <p:tgtEl>
                                          <p:spTgt spid="33"/>
                                        </p:tgtEl>
                                        <p:attrNameLst>
                                          <p:attrName>ppt_y</p:attrName>
                                        </p:attrNameLst>
                                      </p:cBhvr>
                                      <p:tavLst>
                                        <p:tav tm="0">
                                          <p:val>
                                            <p:fltVal val="0.5"/>
                                          </p:val>
                                        </p:tav>
                                        <p:tav tm="100000">
                                          <p:val>
                                            <p:strVal val="#ppt_y"/>
                                          </p:val>
                                        </p:tav>
                                      </p:tavLst>
                                    </p:anim>
                                  </p:childTnLst>
                                </p:cTn>
                              </p:par>
                              <p:par>
                                <p:cTn id="78" presetID="23" presetClass="entr" presetSubtype="528" fill="hold" nodeType="withEffect">
                                  <p:stCondLst>
                                    <p:cond delay="600"/>
                                  </p:stCondLst>
                                  <p:childTnLst>
                                    <p:set>
                                      <p:cBhvr>
                                        <p:cTn id="79" dur="1" fill="hold">
                                          <p:stCondLst>
                                            <p:cond delay="0"/>
                                          </p:stCondLst>
                                        </p:cTn>
                                        <p:tgtEl>
                                          <p:spTgt spid="36"/>
                                        </p:tgtEl>
                                        <p:attrNameLst>
                                          <p:attrName>style.visibility</p:attrName>
                                        </p:attrNameLst>
                                      </p:cBhvr>
                                      <p:to>
                                        <p:strVal val="visible"/>
                                      </p:to>
                                    </p:set>
                                    <p:anim calcmode="lin" valueType="num">
                                      <p:cBhvr>
                                        <p:cTn id="80" dur="500" fill="hold"/>
                                        <p:tgtEl>
                                          <p:spTgt spid="36"/>
                                        </p:tgtEl>
                                        <p:attrNameLst>
                                          <p:attrName>ppt_w</p:attrName>
                                        </p:attrNameLst>
                                      </p:cBhvr>
                                      <p:tavLst>
                                        <p:tav tm="0">
                                          <p:val>
                                            <p:fltVal val="0"/>
                                          </p:val>
                                        </p:tav>
                                        <p:tav tm="100000">
                                          <p:val>
                                            <p:strVal val="#ppt_w"/>
                                          </p:val>
                                        </p:tav>
                                      </p:tavLst>
                                    </p:anim>
                                    <p:anim calcmode="lin" valueType="num">
                                      <p:cBhvr>
                                        <p:cTn id="81" dur="500" fill="hold"/>
                                        <p:tgtEl>
                                          <p:spTgt spid="36"/>
                                        </p:tgtEl>
                                        <p:attrNameLst>
                                          <p:attrName>ppt_h</p:attrName>
                                        </p:attrNameLst>
                                      </p:cBhvr>
                                      <p:tavLst>
                                        <p:tav tm="0">
                                          <p:val>
                                            <p:fltVal val="0"/>
                                          </p:val>
                                        </p:tav>
                                        <p:tav tm="100000">
                                          <p:val>
                                            <p:strVal val="#ppt_h"/>
                                          </p:val>
                                        </p:tav>
                                      </p:tavLst>
                                    </p:anim>
                                    <p:anim calcmode="lin" valueType="num">
                                      <p:cBhvr>
                                        <p:cTn id="82" dur="500" fill="hold"/>
                                        <p:tgtEl>
                                          <p:spTgt spid="36"/>
                                        </p:tgtEl>
                                        <p:attrNameLst>
                                          <p:attrName>ppt_x</p:attrName>
                                        </p:attrNameLst>
                                      </p:cBhvr>
                                      <p:tavLst>
                                        <p:tav tm="0">
                                          <p:val>
                                            <p:fltVal val="0.5"/>
                                          </p:val>
                                        </p:tav>
                                        <p:tav tm="100000">
                                          <p:val>
                                            <p:strVal val="#ppt_x"/>
                                          </p:val>
                                        </p:tav>
                                      </p:tavLst>
                                    </p:anim>
                                    <p:anim calcmode="lin" valueType="num">
                                      <p:cBhvr>
                                        <p:cTn id="83" dur="500" fill="hold"/>
                                        <p:tgtEl>
                                          <p:spTgt spid="36"/>
                                        </p:tgtEl>
                                        <p:attrNameLst>
                                          <p:attrName>ppt_y</p:attrName>
                                        </p:attrNameLst>
                                      </p:cBhvr>
                                      <p:tavLst>
                                        <p:tav tm="0">
                                          <p:val>
                                            <p:fltVal val="0.5"/>
                                          </p:val>
                                        </p:tav>
                                        <p:tav tm="100000">
                                          <p:val>
                                            <p:strVal val="#ppt_y"/>
                                          </p:val>
                                        </p:tav>
                                      </p:tavLst>
                                    </p:anim>
                                  </p:childTnLst>
                                </p:cTn>
                              </p:par>
                              <p:par>
                                <p:cTn id="84" presetID="23" presetClass="entr" presetSubtype="528" fill="hold" nodeType="withEffect">
                                  <p:stCondLst>
                                    <p:cond delay="300"/>
                                  </p:stCondLst>
                                  <p:childTnLst>
                                    <p:set>
                                      <p:cBhvr>
                                        <p:cTn id="85" dur="1" fill="hold">
                                          <p:stCondLst>
                                            <p:cond delay="0"/>
                                          </p:stCondLst>
                                        </p:cTn>
                                        <p:tgtEl>
                                          <p:spTgt spid="39"/>
                                        </p:tgtEl>
                                        <p:attrNameLst>
                                          <p:attrName>style.visibility</p:attrName>
                                        </p:attrNameLst>
                                      </p:cBhvr>
                                      <p:to>
                                        <p:strVal val="visible"/>
                                      </p:to>
                                    </p:set>
                                    <p:anim calcmode="lin" valueType="num">
                                      <p:cBhvr>
                                        <p:cTn id="86" dur="500" fill="hold"/>
                                        <p:tgtEl>
                                          <p:spTgt spid="39"/>
                                        </p:tgtEl>
                                        <p:attrNameLst>
                                          <p:attrName>ppt_w</p:attrName>
                                        </p:attrNameLst>
                                      </p:cBhvr>
                                      <p:tavLst>
                                        <p:tav tm="0">
                                          <p:val>
                                            <p:fltVal val="0"/>
                                          </p:val>
                                        </p:tav>
                                        <p:tav tm="100000">
                                          <p:val>
                                            <p:strVal val="#ppt_w"/>
                                          </p:val>
                                        </p:tav>
                                      </p:tavLst>
                                    </p:anim>
                                    <p:anim calcmode="lin" valueType="num">
                                      <p:cBhvr>
                                        <p:cTn id="87" dur="500" fill="hold"/>
                                        <p:tgtEl>
                                          <p:spTgt spid="39"/>
                                        </p:tgtEl>
                                        <p:attrNameLst>
                                          <p:attrName>ppt_h</p:attrName>
                                        </p:attrNameLst>
                                      </p:cBhvr>
                                      <p:tavLst>
                                        <p:tav tm="0">
                                          <p:val>
                                            <p:fltVal val="0"/>
                                          </p:val>
                                        </p:tav>
                                        <p:tav tm="100000">
                                          <p:val>
                                            <p:strVal val="#ppt_h"/>
                                          </p:val>
                                        </p:tav>
                                      </p:tavLst>
                                    </p:anim>
                                    <p:anim calcmode="lin" valueType="num">
                                      <p:cBhvr>
                                        <p:cTn id="88" dur="500" fill="hold"/>
                                        <p:tgtEl>
                                          <p:spTgt spid="39"/>
                                        </p:tgtEl>
                                        <p:attrNameLst>
                                          <p:attrName>ppt_x</p:attrName>
                                        </p:attrNameLst>
                                      </p:cBhvr>
                                      <p:tavLst>
                                        <p:tav tm="0">
                                          <p:val>
                                            <p:fltVal val="0.5"/>
                                          </p:val>
                                        </p:tav>
                                        <p:tav tm="100000">
                                          <p:val>
                                            <p:strVal val="#ppt_x"/>
                                          </p:val>
                                        </p:tav>
                                      </p:tavLst>
                                    </p:anim>
                                    <p:anim calcmode="lin" valueType="num">
                                      <p:cBhvr>
                                        <p:cTn id="89" dur="500" fill="hold"/>
                                        <p:tgtEl>
                                          <p:spTgt spid="39"/>
                                        </p:tgtEl>
                                        <p:attrNameLst>
                                          <p:attrName>ppt_y</p:attrName>
                                        </p:attrNameLst>
                                      </p:cBhvr>
                                      <p:tavLst>
                                        <p:tav tm="0">
                                          <p:val>
                                            <p:fltVal val="0.5"/>
                                          </p:val>
                                        </p:tav>
                                        <p:tav tm="100000">
                                          <p:val>
                                            <p:strVal val="#ppt_y"/>
                                          </p:val>
                                        </p:tav>
                                      </p:tavLst>
                                    </p:anim>
                                  </p:childTnLst>
                                </p:cTn>
                              </p:par>
                              <p:par>
                                <p:cTn id="90" presetID="23" presetClass="entr" presetSubtype="528" fill="hold" nodeType="withEffect">
                                  <p:stCondLst>
                                    <p:cond delay="600"/>
                                  </p:stCondLst>
                                  <p:childTnLst>
                                    <p:set>
                                      <p:cBhvr>
                                        <p:cTn id="91" dur="1" fill="hold">
                                          <p:stCondLst>
                                            <p:cond delay="0"/>
                                          </p:stCondLst>
                                        </p:cTn>
                                        <p:tgtEl>
                                          <p:spTgt spid="42"/>
                                        </p:tgtEl>
                                        <p:attrNameLst>
                                          <p:attrName>style.visibility</p:attrName>
                                        </p:attrNameLst>
                                      </p:cBhvr>
                                      <p:to>
                                        <p:strVal val="visible"/>
                                      </p:to>
                                    </p:set>
                                    <p:anim calcmode="lin" valueType="num">
                                      <p:cBhvr>
                                        <p:cTn id="92" dur="500" fill="hold"/>
                                        <p:tgtEl>
                                          <p:spTgt spid="42"/>
                                        </p:tgtEl>
                                        <p:attrNameLst>
                                          <p:attrName>ppt_w</p:attrName>
                                        </p:attrNameLst>
                                      </p:cBhvr>
                                      <p:tavLst>
                                        <p:tav tm="0">
                                          <p:val>
                                            <p:fltVal val="0"/>
                                          </p:val>
                                        </p:tav>
                                        <p:tav tm="100000">
                                          <p:val>
                                            <p:strVal val="#ppt_w"/>
                                          </p:val>
                                        </p:tav>
                                      </p:tavLst>
                                    </p:anim>
                                    <p:anim calcmode="lin" valueType="num">
                                      <p:cBhvr>
                                        <p:cTn id="93" dur="500" fill="hold"/>
                                        <p:tgtEl>
                                          <p:spTgt spid="42"/>
                                        </p:tgtEl>
                                        <p:attrNameLst>
                                          <p:attrName>ppt_h</p:attrName>
                                        </p:attrNameLst>
                                      </p:cBhvr>
                                      <p:tavLst>
                                        <p:tav tm="0">
                                          <p:val>
                                            <p:fltVal val="0"/>
                                          </p:val>
                                        </p:tav>
                                        <p:tav tm="100000">
                                          <p:val>
                                            <p:strVal val="#ppt_h"/>
                                          </p:val>
                                        </p:tav>
                                      </p:tavLst>
                                    </p:anim>
                                    <p:anim calcmode="lin" valueType="num">
                                      <p:cBhvr>
                                        <p:cTn id="94" dur="500" fill="hold"/>
                                        <p:tgtEl>
                                          <p:spTgt spid="42"/>
                                        </p:tgtEl>
                                        <p:attrNameLst>
                                          <p:attrName>ppt_x</p:attrName>
                                        </p:attrNameLst>
                                      </p:cBhvr>
                                      <p:tavLst>
                                        <p:tav tm="0">
                                          <p:val>
                                            <p:fltVal val="0.5"/>
                                          </p:val>
                                        </p:tav>
                                        <p:tav tm="100000">
                                          <p:val>
                                            <p:strVal val="#ppt_x"/>
                                          </p:val>
                                        </p:tav>
                                      </p:tavLst>
                                    </p:anim>
                                    <p:anim calcmode="lin" valueType="num">
                                      <p:cBhvr>
                                        <p:cTn id="95" dur="500" fill="hold"/>
                                        <p:tgtEl>
                                          <p:spTgt spid="42"/>
                                        </p:tgtEl>
                                        <p:attrNameLst>
                                          <p:attrName>ppt_y</p:attrName>
                                        </p:attrNameLst>
                                      </p:cBhvr>
                                      <p:tavLst>
                                        <p:tav tm="0">
                                          <p:val>
                                            <p:fltVal val="0.5"/>
                                          </p:val>
                                        </p:tav>
                                        <p:tav tm="100000">
                                          <p:val>
                                            <p:strVal val="#ppt_y"/>
                                          </p:val>
                                        </p:tav>
                                      </p:tavLst>
                                    </p:anim>
                                  </p:childTnLst>
                                </p:cTn>
                              </p:par>
                              <p:par>
                                <p:cTn id="96" presetID="23" presetClass="entr" presetSubtype="528" fill="hold" nodeType="withEffect">
                                  <p:stCondLst>
                                    <p:cond delay="600"/>
                                  </p:stCondLst>
                                  <p:childTnLst>
                                    <p:set>
                                      <p:cBhvr>
                                        <p:cTn id="97" dur="1" fill="hold">
                                          <p:stCondLst>
                                            <p:cond delay="0"/>
                                          </p:stCondLst>
                                        </p:cTn>
                                        <p:tgtEl>
                                          <p:spTgt spid="45"/>
                                        </p:tgtEl>
                                        <p:attrNameLst>
                                          <p:attrName>style.visibility</p:attrName>
                                        </p:attrNameLst>
                                      </p:cBhvr>
                                      <p:to>
                                        <p:strVal val="visible"/>
                                      </p:to>
                                    </p:set>
                                    <p:anim calcmode="lin" valueType="num">
                                      <p:cBhvr>
                                        <p:cTn id="98" dur="500" fill="hold"/>
                                        <p:tgtEl>
                                          <p:spTgt spid="45"/>
                                        </p:tgtEl>
                                        <p:attrNameLst>
                                          <p:attrName>ppt_w</p:attrName>
                                        </p:attrNameLst>
                                      </p:cBhvr>
                                      <p:tavLst>
                                        <p:tav tm="0">
                                          <p:val>
                                            <p:fltVal val="0"/>
                                          </p:val>
                                        </p:tav>
                                        <p:tav tm="100000">
                                          <p:val>
                                            <p:strVal val="#ppt_w"/>
                                          </p:val>
                                        </p:tav>
                                      </p:tavLst>
                                    </p:anim>
                                    <p:anim calcmode="lin" valueType="num">
                                      <p:cBhvr>
                                        <p:cTn id="99" dur="500" fill="hold"/>
                                        <p:tgtEl>
                                          <p:spTgt spid="45"/>
                                        </p:tgtEl>
                                        <p:attrNameLst>
                                          <p:attrName>ppt_h</p:attrName>
                                        </p:attrNameLst>
                                      </p:cBhvr>
                                      <p:tavLst>
                                        <p:tav tm="0">
                                          <p:val>
                                            <p:fltVal val="0"/>
                                          </p:val>
                                        </p:tav>
                                        <p:tav tm="100000">
                                          <p:val>
                                            <p:strVal val="#ppt_h"/>
                                          </p:val>
                                        </p:tav>
                                      </p:tavLst>
                                    </p:anim>
                                    <p:anim calcmode="lin" valueType="num">
                                      <p:cBhvr>
                                        <p:cTn id="100" dur="500" fill="hold"/>
                                        <p:tgtEl>
                                          <p:spTgt spid="45"/>
                                        </p:tgtEl>
                                        <p:attrNameLst>
                                          <p:attrName>ppt_x</p:attrName>
                                        </p:attrNameLst>
                                      </p:cBhvr>
                                      <p:tavLst>
                                        <p:tav tm="0">
                                          <p:val>
                                            <p:fltVal val="0.5"/>
                                          </p:val>
                                        </p:tav>
                                        <p:tav tm="100000">
                                          <p:val>
                                            <p:strVal val="#ppt_x"/>
                                          </p:val>
                                        </p:tav>
                                      </p:tavLst>
                                    </p:anim>
                                    <p:anim calcmode="lin" valueType="num">
                                      <p:cBhvr>
                                        <p:cTn id="101" dur="500" fill="hold"/>
                                        <p:tgtEl>
                                          <p:spTgt spid="45"/>
                                        </p:tgtEl>
                                        <p:attrNameLst>
                                          <p:attrName>ppt_y</p:attrName>
                                        </p:attrNameLst>
                                      </p:cBhvr>
                                      <p:tavLst>
                                        <p:tav tm="0">
                                          <p:val>
                                            <p:fltVal val="0.5"/>
                                          </p:val>
                                        </p:tav>
                                        <p:tav tm="100000">
                                          <p:val>
                                            <p:strVal val="#ppt_y"/>
                                          </p:val>
                                        </p:tav>
                                      </p:tavLst>
                                    </p:anim>
                                  </p:childTnLst>
                                </p:cTn>
                              </p:par>
                              <p:par>
                                <p:cTn id="102" presetID="26" presetClass="emph" presetSubtype="0" repeatCount="3000" fill="hold" nodeType="withEffect">
                                  <p:stCondLst>
                                    <p:cond delay="600"/>
                                  </p:stCondLst>
                                  <p:childTnLst>
                                    <p:animEffect transition="out" filter="fade">
                                      <p:cBhvr>
                                        <p:cTn id="103" dur="500" tmFilter="0, 0; .2, .5; .8, .5; 1, 0"/>
                                        <p:tgtEl>
                                          <p:spTgt spid="8"/>
                                        </p:tgtEl>
                                      </p:cBhvr>
                                    </p:animEffect>
                                    <p:animScale>
                                      <p:cBhvr>
                                        <p:cTn id="104" dur="250" autoRev="1" fill="hold"/>
                                        <p:tgtEl>
                                          <p:spTgt spid="8"/>
                                        </p:tgtEl>
                                      </p:cBhvr>
                                      <p:by x="105000" y="105000"/>
                                    </p:animScale>
                                  </p:childTnLst>
                                </p:cTn>
                              </p:par>
                              <p:par>
                                <p:cTn id="105" presetID="26" presetClass="emph" presetSubtype="0" repeatCount="3000" fill="hold" nodeType="withEffect">
                                  <p:stCondLst>
                                    <p:cond delay="710"/>
                                  </p:stCondLst>
                                  <p:childTnLst>
                                    <p:animEffect transition="out" filter="fade">
                                      <p:cBhvr>
                                        <p:cTn id="106" dur="500" tmFilter="0, 0; .2, .5; .8, .5; 1, 0"/>
                                        <p:tgtEl>
                                          <p:spTgt spid="30"/>
                                        </p:tgtEl>
                                      </p:cBhvr>
                                    </p:animEffect>
                                    <p:animScale>
                                      <p:cBhvr>
                                        <p:cTn id="107" dur="250" autoRev="1" fill="hold"/>
                                        <p:tgtEl>
                                          <p:spTgt spid="30"/>
                                        </p:tgtEl>
                                      </p:cBhvr>
                                      <p:by x="105000" y="105000"/>
                                    </p:animScale>
                                  </p:childTnLst>
                                </p:cTn>
                              </p:par>
                              <p:par>
                                <p:cTn id="108" presetID="26" presetClass="emph" presetSubtype="0" repeatCount="3000" fill="hold" nodeType="withEffect">
                                  <p:stCondLst>
                                    <p:cond delay="410"/>
                                  </p:stCondLst>
                                  <p:childTnLst>
                                    <p:animEffect transition="out" filter="fade">
                                      <p:cBhvr>
                                        <p:cTn id="109" dur="500" tmFilter="0, 0; .2, .5; .8, .5; 1, 0"/>
                                        <p:tgtEl>
                                          <p:spTgt spid="36"/>
                                        </p:tgtEl>
                                      </p:cBhvr>
                                    </p:animEffect>
                                    <p:animScale>
                                      <p:cBhvr>
                                        <p:cTn id="110" dur="250" autoRev="1" fill="hold"/>
                                        <p:tgtEl>
                                          <p:spTgt spid="36"/>
                                        </p:tgtEl>
                                      </p:cBhvr>
                                      <p:by x="105000" y="105000"/>
                                    </p:animScale>
                                  </p:childTnLst>
                                </p:cTn>
                              </p:par>
                              <p:par>
                                <p:cTn id="111" presetID="26" presetClass="emph" presetSubtype="0" repeatCount="3000" fill="hold" nodeType="withEffect">
                                  <p:stCondLst>
                                    <p:cond delay="810"/>
                                  </p:stCondLst>
                                  <p:childTnLst>
                                    <p:animEffect transition="out" filter="fade">
                                      <p:cBhvr>
                                        <p:cTn id="112" dur="500" tmFilter="0, 0; .2, .5; .8, .5; 1, 0"/>
                                        <p:tgtEl>
                                          <p:spTgt spid="39"/>
                                        </p:tgtEl>
                                      </p:cBhvr>
                                    </p:animEffect>
                                    <p:animScale>
                                      <p:cBhvr>
                                        <p:cTn id="113" dur="250" autoRev="1" fill="hold"/>
                                        <p:tgtEl>
                                          <p:spTgt spid="39"/>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5"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4" name="直接连接符 23"/>
          <p:cNvCxnSpPr/>
          <p:nvPr/>
        </p:nvCxnSpPr>
        <p:spPr>
          <a:xfrm>
            <a:off x="515257" y="624114"/>
            <a:ext cx="8113486" cy="0"/>
          </a:xfrm>
          <a:prstGeom prst="line">
            <a:avLst/>
          </a:prstGeom>
          <a:ln w="12700">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25" name="椭圆 24"/>
          <p:cNvSpPr/>
          <p:nvPr/>
        </p:nvSpPr>
        <p:spPr>
          <a:xfrm>
            <a:off x="646880" y="242192"/>
            <a:ext cx="274777" cy="274777"/>
          </a:xfrm>
          <a:prstGeom prst="ellipse">
            <a:avLst/>
          </a:prstGeom>
          <a:solidFill>
            <a:srgbClr val="679E2A"/>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pitchFamily="34" charset="-122"/>
            </a:endParaRPr>
          </a:p>
        </p:txBody>
      </p:sp>
      <p:sp>
        <p:nvSpPr>
          <p:cNvPr id="26" name="TextBox 25"/>
          <p:cNvSpPr txBox="1"/>
          <p:nvPr/>
        </p:nvSpPr>
        <p:spPr>
          <a:xfrm>
            <a:off x="908957" y="206330"/>
            <a:ext cx="1364476" cy="400110"/>
          </a:xfrm>
          <a:prstGeom prst="rect">
            <a:avLst/>
          </a:prstGeom>
          <a:noFill/>
        </p:spPr>
        <p:txBody>
          <a:bodyPr wrap="none" rtlCol="0">
            <a:spAutoFit/>
          </a:bodyPr>
          <a:lstStyle/>
          <a:p>
            <a:pPr>
              <a:tabLst>
                <a:tab pos="352425" algn="l"/>
              </a:tabLst>
            </a:pPr>
            <a:r>
              <a:rPr lang="zh-CN" altLang="en-US" sz="2000" spc="300" dirty="0">
                <a:solidFill>
                  <a:schemeClr val="tx1">
                    <a:lumMod val="65000"/>
                    <a:lumOff val="35000"/>
                  </a:schemeClr>
                </a:solidFill>
                <a:latin typeface="微软雅黑" panose="020B0503020204020204" pitchFamily="34" charset="-122"/>
                <a:ea typeface="微软雅黑" panose="020B0503020204020204" pitchFamily="34" charset="-122"/>
              </a:rPr>
              <a:t>课题现状</a:t>
            </a:r>
            <a:endParaRPr lang="zh-CN" altLang="en-US" sz="2000" spc="3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27" name="TextBox 26"/>
          <p:cNvSpPr txBox="1"/>
          <p:nvPr/>
        </p:nvSpPr>
        <p:spPr>
          <a:xfrm>
            <a:off x="2390916" y="237108"/>
            <a:ext cx="2217787" cy="338554"/>
          </a:xfrm>
          <a:prstGeom prst="rect">
            <a:avLst/>
          </a:prstGeom>
          <a:noFill/>
        </p:spPr>
        <p:txBody>
          <a:bodyPr wrap="none" rtlCol="0">
            <a:spAutoFit/>
          </a:bodyPr>
          <a:lstStyle/>
          <a:p>
            <a:r>
              <a:rPr lang="en-US" altLang="zh-CN" sz="1600" dirty="0">
                <a:solidFill>
                  <a:schemeClr val="tx1">
                    <a:lumMod val="50000"/>
                    <a:lumOff val="50000"/>
                  </a:schemeClr>
                </a:solidFill>
                <a:latin typeface="微软雅黑" panose="020B0503020204020204" pitchFamily="34" charset="-122"/>
                <a:ea typeface="微软雅黑" panose="020B0503020204020204" pitchFamily="34" charset="-122"/>
              </a:rPr>
              <a:t>PRESENT SITUATION</a:t>
            </a:r>
            <a:endParaRPr lang="zh-CN" altLang="en-US" sz="1600" dirty="0">
              <a:solidFill>
                <a:schemeClr val="tx1">
                  <a:lumMod val="50000"/>
                  <a:lumOff val="50000"/>
                </a:schemeClr>
              </a:solidFill>
              <a:latin typeface="微软雅黑" panose="020B0503020204020204" pitchFamily="34" charset="-122"/>
              <a:ea typeface="微软雅黑" panose="020B0503020204020204" pitchFamily="34" charset="-122"/>
            </a:endParaRPr>
          </a:p>
        </p:txBody>
      </p:sp>
      <p:cxnSp>
        <p:nvCxnSpPr>
          <p:cNvPr id="28" name="直接连接符 27"/>
          <p:cNvCxnSpPr/>
          <p:nvPr/>
        </p:nvCxnSpPr>
        <p:spPr>
          <a:xfrm>
            <a:off x="2307128" y="302089"/>
            <a:ext cx="0" cy="208592"/>
          </a:xfrm>
          <a:prstGeom prst="line">
            <a:avLst/>
          </a:prstGeom>
          <a:ln w="190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grpSp>
        <p:nvGrpSpPr>
          <p:cNvPr id="30" name="组合 29"/>
          <p:cNvGrpSpPr>
            <a:grpSpLocks noChangeAspect="1"/>
          </p:cNvGrpSpPr>
          <p:nvPr>
            <p:custDataLst>
              <p:tags r:id="rId1"/>
            </p:custDataLst>
          </p:nvPr>
        </p:nvGrpSpPr>
        <p:grpSpPr>
          <a:xfrm>
            <a:off x="3923928" y="843558"/>
            <a:ext cx="1290303" cy="1455842"/>
            <a:chOff x="8220075" y="3296921"/>
            <a:chExt cx="2050264" cy="2313302"/>
          </a:xfrm>
        </p:grpSpPr>
        <p:sp>
          <p:nvSpPr>
            <p:cNvPr id="32" name="Freeform 5"/>
            <p:cNvSpPr/>
            <p:nvPr>
              <p:custDataLst>
                <p:tags r:id="rId2"/>
              </p:custDataLst>
            </p:nvPr>
          </p:nvSpPr>
          <p:spPr bwMode="auto">
            <a:xfrm rot="5400000">
              <a:off x="8088556" y="3428440"/>
              <a:ext cx="2313302" cy="205026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a:gsLst>
                <a:gs pos="0">
                  <a:schemeClr val="bg1"/>
                </a:gs>
                <a:gs pos="100000">
                  <a:srgbClr val="D3D3D3"/>
                </a:gs>
              </a:gsLst>
              <a:lin ang="8100000" scaled="0"/>
            </a:gradFill>
            <a:ln w="19050">
              <a:gradFill>
                <a:gsLst>
                  <a:gs pos="0">
                    <a:srgbClr val="ADADAD"/>
                  </a:gs>
                  <a:gs pos="100000">
                    <a:schemeClr val="bg1"/>
                  </a:gs>
                </a:gsLst>
                <a:lin ang="8100000" scaled="0"/>
              </a:gradFill>
            </a:ln>
            <a:effectLst>
              <a:outerShdw blurRad="203200" dist="76200" dir="2700000" algn="tl" rotWithShape="0">
                <a:prstClr val="black">
                  <a:alpha val="40000"/>
                </a:prstClr>
              </a:outerShdw>
            </a:effectLst>
          </p:spPr>
          <p:txBody>
            <a:bodyPr vert="horz" wrap="square" lIns="91440" tIns="45720" rIns="91440" bIns="45720" numCol="1" anchor="t" anchorCtr="0" compatLnSpc="1"/>
            <a:lstStyle/>
            <a:p>
              <a:endParaRPr lang="zh-CN" altLang="en-US"/>
            </a:p>
          </p:txBody>
        </p:sp>
        <p:sp>
          <p:nvSpPr>
            <p:cNvPr id="34" name="Freeform 5"/>
            <p:cNvSpPr/>
            <p:nvPr>
              <p:custDataLst>
                <p:tags r:id="rId3"/>
              </p:custDataLst>
            </p:nvPr>
          </p:nvSpPr>
          <p:spPr bwMode="auto">
            <a:xfrm rot="5400000">
              <a:off x="8336283" y="3647999"/>
              <a:ext cx="1817848" cy="16111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a:gsLst>
                <a:gs pos="0">
                  <a:schemeClr val="bg1"/>
                </a:gs>
                <a:gs pos="100000">
                  <a:srgbClr val="D3D3D3"/>
                </a:gs>
              </a:gsLst>
              <a:lin ang="8100000" scaled="0"/>
            </a:gradFill>
            <a:ln w="19050">
              <a:gradFill>
                <a:gsLst>
                  <a:gs pos="0">
                    <a:srgbClr val="ADADAD"/>
                  </a:gs>
                  <a:gs pos="100000">
                    <a:schemeClr val="bg1"/>
                  </a:gs>
                </a:gsLst>
                <a:lin ang="8100000" scaled="0"/>
              </a:gradFill>
            </a:ln>
            <a:effectLst>
              <a:outerShdw blurRad="203200" dist="76200" dir="2700000" algn="tl" rotWithShape="0">
                <a:prstClr val="black">
                  <a:alpha val="40000"/>
                </a:prstClr>
              </a:outerShdw>
            </a:effectLst>
          </p:spPr>
          <p:txBody>
            <a:bodyPr vert="horz" wrap="square" lIns="91440" tIns="45720" rIns="91440" bIns="45720" numCol="1" anchor="t" anchorCtr="0" compatLnSpc="1"/>
            <a:lstStyle/>
            <a:p>
              <a:endParaRPr lang="zh-CN" altLang="en-US"/>
            </a:p>
          </p:txBody>
        </p:sp>
        <p:sp>
          <p:nvSpPr>
            <p:cNvPr id="36" name="Freeform 5"/>
            <p:cNvSpPr/>
            <p:nvPr>
              <p:custDataLst>
                <p:tags r:id="rId4"/>
              </p:custDataLst>
            </p:nvPr>
          </p:nvSpPr>
          <p:spPr bwMode="auto">
            <a:xfrm rot="5400000">
              <a:off x="8582836" y="3866516"/>
              <a:ext cx="1324745" cy="1174112"/>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679E2A"/>
            </a:solidFill>
            <a:ln w="15875">
              <a:noFill/>
            </a:ln>
            <a:effectLst>
              <a:innerShdw blurRad="63500" dist="25400" dir="8100000">
                <a:prstClr val="black">
                  <a:alpha val="50000"/>
                </a:prstClr>
              </a:innerShdw>
            </a:effectLst>
          </p:spPr>
          <p:txBody>
            <a:bodyPr vert="horz" wrap="square" lIns="91440" tIns="45720" rIns="91440" bIns="45720" numCol="1" anchor="t" anchorCtr="0" compatLnSpc="1"/>
            <a:lstStyle/>
            <a:p>
              <a:endParaRPr lang="zh-CN" altLang="en-US"/>
            </a:p>
          </p:txBody>
        </p:sp>
        <p:sp>
          <p:nvSpPr>
            <p:cNvPr id="49" name="文本框 15"/>
            <p:cNvSpPr txBox="1"/>
            <p:nvPr>
              <p:custDataLst>
                <p:tags r:id="rId5"/>
              </p:custDataLst>
            </p:nvPr>
          </p:nvSpPr>
          <p:spPr>
            <a:xfrm>
              <a:off x="8780373" y="4098519"/>
              <a:ext cx="929672" cy="733576"/>
            </a:xfrm>
            <a:prstGeom prst="rect">
              <a:avLst/>
            </a:prstGeom>
            <a:noFill/>
          </p:spPr>
          <p:txBody>
            <a:bodyPr wrap="square" rtlCol="0">
              <a:spAutoFit/>
            </a:bodyPr>
            <a:lstStyle/>
            <a:p>
              <a:pPr algn="ctr"/>
              <a:r>
                <a:rPr lang="en-US" altLang="zh-CN" sz="2400" dirty="0">
                  <a:solidFill>
                    <a:schemeClr val="bg1"/>
                  </a:solidFill>
                  <a:latin typeface="Impact" panose="020B0806030902050204" pitchFamily="34" charset="0"/>
                </a:rPr>
                <a:t>01</a:t>
              </a:r>
              <a:endParaRPr lang="zh-CN" altLang="en-US" sz="2400" dirty="0">
                <a:solidFill>
                  <a:schemeClr val="bg1"/>
                </a:solidFill>
                <a:latin typeface="Impact" panose="020B0806030902050204" pitchFamily="34" charset="0"/>
              </a:endParaRPr>
            </a:p>
          </p:txBody>
        </p:sp>
      </p:grpSp>
      <p:grpSp>
        <p:nvGrpSpPr>
          <p:cNvPr id="50" name="组合 49"/>
          <p:cNvGrpSpPr>
            <a:grpSpLocks noChangeAspect="1"/>
          </p:cNvGrpSpPr>
          <p:nvPr>
            <p:custDataLst>
              <p:tags r:id="rId6"/>
            </p:custDataLst>
          </p:nvPr>
        </p:nvGrpSpPr>
        <p:grpSpPr>
          <a:xfrm>
            <a:off x="3203848" y="2057698"/>
            <a:ext cx="1290303" cy="1455842"/>
            <a:chOff x="8220075" y="3296921"/>
            <a:chExt cx="2050264" cy="2313302"/>
          </a:xfrm>
        </p:grpSpPr>
        <p:sp>
          <p:nvSpPr>
            <p:cNvPr id="51" name="Freeform 5"/>
            <p:cNvSpPr/>
            <p:nvPr>
              <p:custDataLst>
                <p:tags r:id="rId7"/>
              </p:custDataLst>
            </p:nvPr>
          </p:nvSpPr>
          <p:spPr bwMode="auto">
            <a:xfrm rot="5400000">
              <a:off x="8088556" y="3428440"/>
              <a:ext cx="2313302" cy="205026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a:gsLst>
                <a:gs pos="0">
                  <a:schemeClr val="bg1"/>
                </a:gs>
                <a:gs pos="100000">
                  <a:srgbClr val="D3D3D3"/>
                </a:gs>
              </a:gsLst>
              <a:lin ang="8100000" scaled="0"/>
            </a:gradFill>
            <a:ln w="19050">
              <a:gradFill>
                <a:gsLst>
                  <a:gs pos="0">
                    <a:srgbClr val="ADADAD"/>
                  </a:gs>
                  <a:gs pos="100000">
                    <a:schemeClr val="bg1"/>
                  </a:gs>
                </a:gsLst>
                <a:lin ang="8100000" scaled="0"/>
              </a:gradFill>
            </a:ln>
            <a:effectLst>
              <a:outerShdw blurRad="203200" dist="76200" dir="2700000" algn="tl" rotWithShape="0">
                <a:prstClr val="black">
                  <a:alpha val="40000"/>
                </a:prstClr>
              </a:outerShdw>
            </a:effectLst>
          </p:spPr>
          <p:txBody>
            <a:bodyPr vert="horz" wrap="square" lIns="91440" tIns="45720" rIns="91440" bIns="45720" numCol="1" anchor="t" anchorCtr="0" compatLnSpc="1"/>
            <a:lstStyle/>
            <a:p>
              <a:endParaRPr lang="zh-CN" altLang="en-US"/>
            </a:p>
          </p:txBody>
        </p:sp>
        <p:sp>
          <p:nvSpPr>
            <p:cNvPr id="52" name="Freeform 5"/>
            <p:cNvSpPr/>
            <p:nvPr>
              <p:custDataLst>
                <p:tags r:id="rId8"/>
              </p:custDataLst>
            </p:nvPr>
          </p:nvSpPr>
          <p:spPr bwMode="auto">
            <a:xfrm rot="5400000">
              <a:off x="8336283" y="3647999"/>
              <a:ext cx="1817848" cy="16111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a:gsLst>
                <a:gs pos="0">
                  <a:schemeClr val="bg1"/>
                </a:gs>
                <a:gs pos="100000">
                  <a:srgbClr val="D3D3D3"/>
                </a:gs>
              </a:gsLst>
              <a:lin ang="8100000" scaled="0"/>
            </a:gradFill>
            <a:ln w="19050">
              <a:gradFill>
                <a:gsLst>
                  <a:gs pos="0">
                    <a:srgbClr val="ADADAD"/>
                  </a:gs>
                  <a:gs pos="100000">
                    <a:schemeClr val="bg1"/>
                  </a:gs>
                </a:gsLst>
                <a:lin ang="8100000" scaled="0"/>
              </a:gradFill>
            </a:ln>
            <a:effectLst>
              <a:outerShdw blurRad="203200" dist="76200" dir="2700000" algn="tl" rotWithShape="0">
                <a:prstClr val="black">
                  <a:alpha val="40000"/>
                </a:prstClr>
              </a:outerShdw>
            </a:effectLst>
          </p:spPr>
          <p:txBody>
            <a:bodyPr vert="horz" wrap="square" lIns="91440" tIns="45720" rIns="91440" bIns="45720" numCol="1" anchor="t" anchorCtr="0" compatLnSpc="1"/>
            <a:lstStyle/>
            <a:p>
              <a:endParaRPr lang="zh-CN" altLang="en-US"/>
            </a:p>
          </p:txBody>
        </p:sp>
        <p:sp>
          <p:nvSpPr>
            <p:cNvPr id="53" name="Freeform 5"/>
            <p:cNvSpPr/>
            <p:nvPr>
              <p:custDataLst>
                <p:tags r:id="rId9"/>
              </p:custDataLst>
            </p:nvPr>
          </p:nvSpPr>
          <p:spPr bwMode="auto">
            <a:xfrm rot="5400000">
              <a:off x="8572384" y="3866516"/>
              <a:ext cx="1324745" cy="1174112"/>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679E2A"/>
            </a:solidFill>
            <a:ln w="15875">
              <a:noFill/>
            </a:ln>
            <a:effectLst>
              <a:innerShdw blurRad="63500" dist="25400" dir="8100000">
                <a:prstClr val="black">
                  <a:alpha val="50000"/>
                </a:prstClr>
              </a:innerShdw>
            </a:effectLst>
          </p:spPr>
          <p:txBody>
            <a:bodyPr vert="horz" wrap="square" lIns="91440" tIns="45720" rIns="91440" bIns="45720" numCol="1" anchor="t" anchorCtr="0" compatLnSpc="1"/>
            <a:lstStyle/>
            <a:p>
              <a:endParaRPr lang="zh-CN" altLang="en-US"/>
            </a:p>
          </p:txBody>
        </p:sp>
        <p:sp>
          <p:nvSpPr>
            <p:cNvPr id="54" name="文本框 54"/>
            <p:cNvSpPr txBox="1"/>
            <p:nvPr>
              <p:custDataLst>
                <p:tags r:id="rId10"/>
              </p:custDataLst>
            </p:nvPr>
          </p:nvSpPr>
          <p:spPr>
            <a:xfrm>
              <a:off x="8678975" y="4098519"/>
              <a:ext cx="1111564" cy="733576"/>
            </a:xfrm>
            <a:prstGeom prst="rect">
              <a:avLst/>
            </a:prstGeom>
            <a:noFill/>
          </p:spPr>
          <p:txBody>
            <a:bodyPr wrap="square" rtlCol="0">
              <a:spAutoFit/>
            </a:bodyPr>
            <a:lstStyle/>
            <a:p>
              <a:pPr algn="ctr"/>
              <a:r>
                <a:rPr lang="en-US" altLang="zh-CN" sz="2400" dirty="0">
                  <a:solidFill>
                    <a:schemeClr val="bg1"/>
                  </a:solidFill>
                  <a:latin typeface="Impact" panose="020B0806030902050204" pitchFamily="34" charset="0"/>
                </a:rPr>
                <a:t>02</a:t>
              </a:r>
              <a:endParaRPr lang="zh-CN" altLang="en-US" sz="2400" dirty="0">
                <a:solidFill>
                  <a:schemeClr val="bg1"/>
                </a:solidFill>
                <a:latin typeface="Impact" panose="020B0806030902050204" pitchFamily="34" charset="0"/>
              </a:endParaRPr>
            </a:p>
          </p:txBody>
        </p:sp>
      </p:grpSp>
      <p:grpSp>
        <p:nvGrpSpPr>
          <p:cNvPr id="55" name="组合 54"/>
          <p:cNvGrpSpPr>
            <a:grpSpLocks noChangeAspect="1"/>
          </p:cNvGrpSpPr>
          <p:nvPr>
            <p:custDataLst>
              <p:tags r:id="rId11"/>
            </p:custDataLst>
          </p:nvPr>
        </p:nvGrpSpPr>
        <p:grpSpPr>
          <a:xfrm>
            <a:off x="4574921" y="2052423"/>
            <a:ext cx="1290303" cy="1455842"/>
            <a:chOff x="8220075" y="3296921"/>
            <a:chExt cx="2050264" cy="2313302"/>
          </a:xfrm>
        </p:grpSpPr>
        <p:sp>
          <p:nvSpPr>
            <p:cNvPr id="56" name="Freeform 5"/>
            <p:cNvSpPr/>
            <p:nvPr>
              <p:custDataLst>
                <p:tags r:id="rId12"/>
              </p:custDataLst>
            </p:nvPr>
          </p:nvSpPr>
          <p:spPr bwMode="auto">
            <a:xfrm rot="5400000">
              <a:off x="8088556" y="3428440"/>
              <a:ext cx="2313302" cy="205026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a:gsLst>
                <a:gs pos="0">
                  <a:schemeClr val="bg1"/>
                </a:gs>
                <a:gs pos="100000">
                  <a:srgbClr val="D3D3D3"/>
                </a:gs>
              </a:gsLst>
              <a:lin ang="8100000" scaled="0"/>
            </a:gradFill>
            <a:ln w="19050">
              <a:gradFill>
                <a:gsLst>
                  <a:gs pos="0">
                    <a:srgbClr val="ADADAD"/>
                  </a:gs>
                  <a:gs pos="100000">
                    <a:schemeClr val="bg1"/>
                  </a:gs>
                </a:gsLst>
                <a:lin ang="8100000" scaled="0"/>
              </a:gradFill>
            </a:ln>
            <a:effectLst>
              <a:outerShdw blurRad="203200" dist="76200" dir="2700000" algn="tl" rotWithShape="0">
                <a:prstClr val="black">
                  <a:alpha val="40000"/>
                </a:prstClr>
              </a:outerShdw>
            </a:effectLst>
          </p:spPr>
          <p:txBody>
            <a:bodyPr vert="horz" wrap="square" lIns="91440" tIns="45720" rIns="91440" bIns="45720" numCol="1" anchor="t" anchorCtr="0" compatLnSpc="1"/>
            <a:lstStyle/>
            <a:p>
              <a:endParaRPr lang="zh-CN" altLang="en-US"/>
            </a:p>
          </p:txBody>
        </p:sp>
        <p:sp>
          <p:nvSpPr>
            <p:cNvPr id="57" name="Freeform 5"/>
            <p:cNvSpPr/>
            <p:nvPr>
              <p:custDataLst>
                <p:tags r:id="rId13"/>
              </p:custDataLst>
            </p:nvPr>
          </p:nvSpPr>
          <p:spPr bwMode="auto">
            <a:xfrm rot="5400000">
              <a:off x="8336283" y="3647999"/>
              <a:ext cx="1817848" cy="16111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a:gsLst>
                <a:gs pos="0">
                  <a:schemeClr val="bg1"/>
                </a:gs>
                <a:gs pos="100000">
                  <a:srgbClr val="D3D3D3"/>
                </a:gs>
              </a:gsLst>
              <a:lin ang="8100000" scaled="0"/>
            </a:gradFill>
            <a:ln w="19050">
              <a:gradFill>
                <a:gsLst>
                  <a:gs pos="0">
                    <a:srgbClr val="ADADAD"/>
                  </a:gs>
                  <a:gs pos="100000">
                    <a:schemeClr val="bg1"/>
                  </a:gs>
                </a:gsLst>
                <a:lin ang="8100000" scaled="0"/>
              </a:gradFill>
            </a:ln>
            <a:effectLst>
              <a:outerShdw blurRad="203200" dist="76200" dir="2700000" algn="tl" rotWithShape="0">
                <a:prstClr val="black">
                  <a:alpha val="40000"/>
                </a:prstClr>
              </a:outerShdw>
            </a:effectLst>
          </p:spPr>
          <p:txBody>
            <a:bodyPr vert="horz" wrap="square" lIns="91440" tIns="45720" rIns="91440" bIns="45720" numCol="1" anchor="t" anchorCtr="0" compatLnSpc="1"/>
            <a:lstStyle/>
            <a:p>
              <a:endParaRPr lang="zh-CN" altLang="en-US"/>
            </a:p>
          </p:txBody>
        </p:sp>
        <p:sp>
          <p:nvSpPr>
            <p:cNvPr id="58" name="Freeform 5"/>
            <p:cNvSpPr/>
            <p:nvPr>
              <p:custDataLst>
                <p:tags r:id="rId14"/>
              </p:custDataLst>
            </p:nvPr>
          </p:nvSpPr>
          <p:spPr bwMode="auto">
            <a:xfrm rot="5400000">
              <a:off x="8582835" y="3866516"/>
              <a:ext cx="1324744" cy="1174112"/>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679E2A"/>
            </a:solidFill>
            <a:ln w="15875">
              <a:noFill/>
            </a:ln>
            <a:effectLst>
              <a:innerShdw blurRad="63500" dist="25400" dir="8100000">
                <a:prstClr val="black">
                  <a:alpha val="50000"/>
                </a:prstClr>
              </a:innerShdw>
            </a:effectLst>
          </p:spPr>
          <p:txBody>
            <a:bodyPr vert="horz" wrap="square" lIns="91440" tIns="45720" rIns="91440" bIns="45720" numCol="1" anchor="t" anchorCtr="0" compatLnSpc="1"/>
            <a:lstStyle/>
            <a:p>
              <a:endParaRPr lang="zh-CN" altLang="en-US"/>
            </a:p>
          </p:txBody>
        </p:sp>
        <p:sp>
          <p:nvSpPr>
            <p:cNvPr id="59" name="文本框 59"/>
            <p:cNvSpPr txBox="1"/>
            <p:nvPr>
              <p:custDataLst>
                <p:tags r:id="rId15"/>
              </p:custDataLst>
            </p:nvPr>
          </p:nvSpPr>
          <p:spPr>
            <a:xfrm>
              <a:off x="8803281" y="4099629"/>
              <a:ext cx="921511" cy="733576"/>
            </a:xfrm>
            <a:prstGeom prst="rect">
              <a:avLst/>
            </a:prstGeom>
            <a:noFill/>
          </p:spPr>
          <p:txBody>
            <a:bodyPr wrap="square" rtlCol="0">
              <a:spAutoFit/>
            </a:bodyPr>
            <a:lstStyle/>
            <a:p>
              <a:pPr algn="ctr"/>
              <a:r>
                <a:rPr lang="en-US" altLang="zh-CN" sz="2400" dirty="0">
                  <a:solidFill>
                    <a:schemeClr val="bg1"/>
                  </a:solidFill>
                  <a:latin typeface="Impact" panose="020B0806030902050204" pitchFamily="34" charset="0"/>
                </a:rPr>
                <a:t>03</a:t>
              </a:r>
              <a:endParaRPr lang="zh-CN" altLang="en-US" sz="2400" dirty="0">
                <a:solidFill>
                  <a:schemeClr val="bg1"/>
                </a:solidFill>
                <a:latin typeface="Impact" panose="020B0806030902050204" pitchFamily="34" charset="0"/>
              </a:endParaRPr>
            </a:p>
          </p:txBody>
        </p:sp>
      </p:grpSp>
      <p:grpSp>
        <p:nvGrpSpPr>
          <p:cNvPr id="60" name="组合 59"/>
          <p:cNvGrpSpPr>
            <a:grpSpLocks noChangeAspect="1"/>
          </p:cNvGrpSpPr>
          <p:nvPr>
            <p:custDataLst>
              <p:tags r:id="rId16"/>
            </p:custDataLst>
          </p:nvPr>
        </p:nvGrpSpPr>
        <p:grpSpPr>
          <a:xfrm>
            <a:off x="3929769" y="3276148"/>
            <a:ext cx="1290303" cy="1455842"/>
            <a:chOff x="8220075" y="3296921"/>
            <a:chExt cx="2050264" cy="2313302"/>
          </a:xfrm>
        </p:grpSpPr>
        <p:sp>
          <p:nvSpPr>
            <p:cNvPr id="61" name="Freeform 5"/>
            <p:cNvSpPr/>
            <p:nvPr>
              <p:custDataLst>
                <p:tags r:id="rId17"/>
              </p:custDataLst>
            </p:nvPr>
          </p:nvSpPr>
          <p:spPr bwMode="auto">
            <a:xfrm rot="5400000">
              <a:off x="8088556" y="3428440"/>
              <a:ext cx="2313302" cy="205026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a:gsLst>
                <a:gs pos="0">
                  <a:schemeClr val="bg1"/>
                </a:gs>
                <a:gs pos="100000">
                  <a:srgbClr val="D3D3D3"/>
                </a:gs>
              </a:gsLst>
              <a:lin ang="8100000" scaled="0"/>
            </a:gradFill>
            <a:ln w="19050">
              <a:gradFill>
                <a:gsLst>
                  <a:gs pos="0">
                    <a:srgbClr val="ADADAD"/>
                  </a:gs>
                  <a:gs pos="100000">
                    <a:schemeClr val="bg1"/>
                  </a:gs>
                </a:gsLst>
                <a:lin ang="8100000" scaled="0"/>
              </a:gradFill>
            </a:ln>
            <a:effectLst>
              <a:outerShdw blurRad="203200" dist="76200" dir="2700000" algn="tl" rotWithShape="0">
                <a:prstClr val="black">
                  <a:alpha val="40000"/>
                </a:prstClr>
              </a:outerShdw>
            </a:effectLst>
          </p:spPr>
          <p:txBody>
            <a:bodyPr vert="horz" wrap="square" lIns="91440" tIns="45720" rIns="91440" bIns="45720" numCol="1" anchor="t" anchorCtr="0" compatLnSpc="1"/>
            <a:lstStyle/>
            <a:p>
              <a:endParaRPr lang="zh-CN" altLang="en-US"/>
            </a:p>
          </p:txBody>
        </p:sp>
        <p:sp>
          <p:nvSpPr>
            <p:cNvPr id="62" name="Freeform 5"/>
            <p:cNvSpPr/>
            <p:nvPr>
              <p:custDataLst>
                <p:tags r:id="rId18"/>
              </p:custDataLst>
            </p:nvPr>
          </p:nvSpPr>
          <p:spPr bwMode="auto">
            <a:xfrm rot="5400000">
              <a:off x="8336283" y="3648000"/>
              <a:ext cx="1817849" cy="1611147"/>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a:gsLst>
                <a:gs pos="0">
                  <a:schemeClr val="bg1"/>
                </a:gs>
                <a:gs pos="100000">
                  <a:srgbClr val="D3D3D3"/>
                </a:gs>
              </a:gsLst>
              <a:lin ang="8100000" scaled="0"/>
            </a:gradFill>
            <a:ln w="19050">
              <a:gradFill>
                <a:gsLst>
                  <a:gs pos="0">
                    <a:srgbClr val="ADADAD"/>
                  </a:gs>
                  <a:gs pos="100000">
                    <a:schemeClr val="bg1"/>
                  </a:gs>
                </a:gsLst>
                <a:lin ang="8100000" scaled="0"/>
              </a:gradFill>
            </a:ln>
            <a:effectLst>
              <a:outerShdw blurRad="203200" dist="76200" dir="2700000" algn="tl" rotWithShape="0">
                <a:prstClr val="black">
                  <a:alpha val="40000"/>
                </a:prstClr>
              </a:outerShdw>
            </a:effectLst>
          </p:spPr>
          <p:txBody>
            <a:bodyPr vert="horz" wrap="square" lIns="91440" tIns="45720" rIns="91440" bIns="45720" numCol="1" anchor="t" anchorCtr="0" compatLnSpc="1"/>
            <a:lstStyle/>
            <a:p>
              <a:endParaRPr lang="zh-CN" altLang="en-US"/>
            </a:p>
          </p:txBody>
        </p:sp>
        <p:sp>
          <p:nvSpPr>
            <p:cNvPr id="63" name="Freeform 5"/>
            <p:cNvSpPr/>
            <p:nvPr>
              <p:custDataLst>
                <p:tags r:id="rId19"/>
              </p:custDataLst>
            </p:nvPr>
          </p:nvSpPr>
          <p:spPr bwMode="auto">
            <a:xfrm rot="5400000">
              <a:off x="8582836" y="3866516"/>
              <a:ext cx="1324745" cy="1174112"/>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679E2A"/>
            </a:solidFill>
            <a:ln w="15875">
              <a:noFill/>
            </a:ln>
            <a:effectLst>
              <a:innerShdw blurRad="63500" dist="25400" dir="8100000">
                <a:prstClr val="black">
                  <a:alpha val="50000"/>
                </a:prstClr>
              </a:innerShdw>
            </a:effectLst>
          </p:spPr>
          <p:txBody>
            <a:bodyPr vert="horz" wrap="square" lIns="91440" tIns="45720" rIns="91440" bIns="45720" numCol="1" anchor="t" anchorCtr="0" compatLnSpc="1"/>
            <a:lstStyle/>
            <a:p>
              <a:endParaRPr lang="zh-CN" altLang="en-US"/>
            </a:p>
          </p:txBody>
        </p:sp>
        <p:sp>
          <p:nvSpPr>
            <p:cNvPr id="64" name="文本框 87"/>
            <p:cNvSpPr txBox="1"/>
            <p:nvPr>
              <p:custDataLst>
                <p:tags r:id="rId20"/>
              </p:custDataLst>
            </p:nvPr>
          </p:nvSpPr>
          <p:spPr>
            <a:xfrm>
              <a:off x="8641925" y="4098523"/>
              <a:ext cx="1206566" cy="733576"/>
            </a:xfrm>
            <a:prstGeom prst="rect">
              <a:avLst/>
            </a:prstGeom>
            <a:noFill/>
          </p:spPr>
          <p:txBody>
            <a:bodyPr wrap="square" rtlCol="0">
              <a:spAutoFit/>
            </a:bodyPr>
            <a:lstStyle/>
            <a:p>
              <a:pPr algn="ctr"/>
              <a:r>
                <a:rPr lang="en-US" altLang="zh-CN" sz="2400" dirty="0">
                  <a:solidFill>
                    <a:schemeClr val="bg1"/>
                  </a:solidFill>
                  <a:latin typeface="Impact" panose="020B0806030902050204" pitchFamily="34" charset="0"/>
                </a:rPr>
                <a:t>04</a:t>
              </a:r>
              <a:endParaRPr lang="zh-CN" altLang="en-US" sz="2400" dirty="0">
                <a:solidFill>
                  <a:schemeClr val="bg1"/>
                </a:solidFill>
                <a:latin typeface="Impact" panose="020B0806030902050204" pitchFamily="34" charset="0"/>
              </a:endParaRPr>
            </a:p>
          </p:txBody>
        </p:sp>
      </p:grpSp>
      <p:grpSp>
        <p:nvGrpSpPr>
          <p:cNvPr id="71" name="组合 70"/>
          <p:cNvGrpSpPr/>
          <p:nvPr>
            <p:custDataLst>
              <p:tags r:id="rId21"/>
            </p:custDataLst>
          </p:nvPr>
        </p:nvGrpSpPr>
        <p:grpSpPr>
          <a:xfrm>
            <a:off x="5436096" y="1203598"/>
            <a:ext cx="2736303" cy="719705"/>
            <a:chOff x="331734" y="1101181"/>
            <a:chExt cx="1697819" cy="719705"/>
          </a:xfrm>
        </p:grpSpPr>
        <p:sp>
          <p:nvSpPr>
            <p:cNvPr id="72" name="文本框 164"/>
            <p:cNvSpPr txBox="1"/>
            <p:nvPr>
              <p:custDataLst>
                <p:tags r:id="rId22"/>
              </p:custDataLst>
            </p:nvPr>
          </p:nvSpPr>
          <p:spPr>
            <a:xfrm>
              <a:off x="331734" y="1101181"/>
              <a:ext cx="990715" cy="314325"/>
            </a:xfrm>
            <a:prstGeom prst="rect">
              <a:avLst/>
            </a:prstGeom>
            <a:noFill/>
          </p:spPr>
          <p:txBody>
            <a:bodyPr wrap="square" lIns="68580" tIns="34290" rIns="68580" bIns="34290" rtlCol="0">
              <a:spAutoFit/>
            </a:bodyPr>
            <a:lstStyle/>
            <a:p>
              <a:r>
                <a:rPr lang="en-US" altLang="zh-CN" sz="1600" b="1" dirty="0">
                  <a:solidFill>
                    <a:schemeClr val="tx1">
                      <a:lumMod val="75000"/>
                      <a:lumOff val="25000"/>
                    </a:schemeClr>
                  </a:solidFill>
                  <a:latin typeface="微软雅黑" panose="020B0503020204020204" pitchFamily="34" charset="-122"/>
                  <a:ea typeface="微软雅黑" panose="020B0503020204020204" pitchFamily="34" charset="-122"/>
                </a:rPr>
                <a:t>CSRF</a:t>
              </a:r>
              <a:endParaRPr lang="en-US" altLang="zh-CN" sz="16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73" name="文本框 165"/>
            <p:cNvSpPr txBox="1"/>
            <p:nvPr>
              <p:custDataLst>
                <p:tags r:id="rId23"/>
              </p:custDataLst>
            </p:nvPr>
          </p:nvSpPr>
          <p:spPr>
            <a:xfrm>
              <a:off x="331734" y="1383371"/>
              <a:ext cx="1697819" cy="437515"/>
            </a:xfrm>
            <a:prstGeom prst="rect">
              <a:avLst/>
            </a:prstGeom>
            <a:noFill/>
          </p:spPr>
          <p:txBody>
            <a:bodyPr wrap="square" lIns="68580" tIns="34290" rIns="68580" bIns="34290" rtlCol="0">
              <a:spAutoFit/>
            </a:bodyPr>
            <a:lstStyle/>
            <a:p>
              <a:pPr algn="just"/>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攻击者欺骗受害者向目标网站的登录端点执行跨站请求。</a:t>
              </a:r>
              <a:endPar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grpSp>
      <p:grpSp>
        <p:nvGrpSpPr>
          <p:cNvPr id="77" name="组合 76"/>
          <p:cNvGrpSpPr/>
          <p:nvPr>
            <p:custDataLst>
              <p:tags r:id="rId24"/>
            </p:custDataLst>
          </p:nvPr>
        </p:nvGrpSpPr>
        <p:grpSpPr>
          <a:xfrm>
            <a:off x="5940152" y="2355726"/>
            <a:ext cx="2736304" cy="904490"/>
            <a:chOff x="331734" y="1101181"/>
            <a:chExt cx="2046091" cy="904490"/>
          </a:xfrm>
        </p:grpSpPr>
        <p:sp>
          <p:nvSpPr>
            <p:cNvPr id="78" name="文本框 164"/>
            <p:cNvSpPr txBox="1"/>
            <p:nvPr>
              <p:custDataLst>
                <p:tags r:id="rId25"/>
              </p:custDataLst>
            </p:nvPr>
          </p:nvSpPr>
          <p:spPr>
            <a:xfrm>
              <a:off x="331734" y="1101181"/>
              <a:ext cx="1322390" cy="314325"/>
            </a:xfrm>
            <a:prstGeom prst="rect">
              <a:avLst/>
            </a:prstGeom>
            <a:noFill/>
          </p:spPr>
          <p:txBody>
            <a:bodyPr wrap="square" lIns="68580" tIns="34290" rIns="68580" bIns="34290" rtlCol="0">
              <a:spAutoFit/>
            </a:bodyPr>
            <a:lstStyle/>
            <a:p>
              <a:r>
                <a:rPr lang="zh-CN" altLang="en-US" sz="1600" b="1" dirty="0">
                  <a:solidFill>
                    <a:schemeClr val="tx1">
                      <a:lumMod val="75000"/>
                      <a:lumOff val="25000"/>
                    </a:schemeClr>
                  </a:solidFill>
                  <a:latin typeface="微软雅黑" panose="020B0503020204020204" pitchFamily="34" charset="-122"/>
                  <a:ea typeface="微软雅黑" panose="020B0503020204020204" pitchFamily="34" charset="-122"/>
                </a:rPr>
                <a:t>重定向</a:t>
              </a:r>
              <a:r>
                <a:rPr lang="en-US" altLang="zh-CN" sz="1600" b="1" dirty="0">
                  <a:solidFill>
                    <a:schemeClr val="tx1">
                      <a:lumMod val="75000"/>
                      <a:lumOff val="25000"/>
                    </a:schemeClr>
                  </a:solidFill>
                  <a:latin typeface="微软雅黑" panose="020B0503020204020204" pitchFamily="34" charset="-122"/>
                  <a:ea typeface="微软雅黑" panose="020B0503020204020204" pitchFamily="34" charset="-122"/>
                </a:rPr>
                <a:t>URI</a:t>
              </a:r>
              <a:r>
                <a:rPr lang="zh-CN" altLang="en-US" sz="1600" b="1" dirty="0">
                  <a:solidFill>
                    <a:schemeClr val="tx1">
                      <a:lumMod val="75000"/>
                      <a:lumOff val="25000"/>
                    </a:schemeClr>
                  </a:solidFill>
                  <a:latin typeface="微软雅黑" panose="020B0503020204020204" pitchFamily="34" charset="-122"/>
                  <a:ea typeface="微软雅黑" panose="020B0503020204020204" pitchFamily="34" charset="-122"/>
                </a:rPr>
                <a:t>攻击</a:t>
              </a:r>
              <a:endParaRPr lang="zh-CN" altLang="en-US" sz="16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79" name="文本框 165"/>
            <p:cNvSpPr txBox="1"/>
            <p:nvPr>
              <p:custDataLst>
                <p:tags r:id="rId26"/>
              </p:custDataLst>
            </p:nvPr>
          </p:nvSpPr>
          <p:spPr>
            <a:xfrm>
              <a:off x="331734" y="1383371"/>
              <a:ext cx="2046091" cy="622300"/>
            </a:xfrm>
            <a:prstGeom prst="rect">
              <a:avLst/>
            </a:prstGeom>
            <a:noFill/>
          </p:spPr>
          <p:txBody>
            <a:bodyPr wrap="square" lIns="68580" tIns="34290" rIns="68580" bIns="34290" rtlCol="0">
              <a:spAutoFit/>
            </a:bodyPr>
            <a:lstStyle/>
            <a:p>
              <a:pPr algn="just"/>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攻击者通过构造视觉相似或被截断的重定向</a:t>
              </a:r>
              <a:r>
                <a:rPr lang="en-US" altLang="zh-CN" sz="1200" dirty="0">
                  <a:solidFill>
                    <a:schemeClr val="tx1">
                      <a:lumMod val="75000"/>
                      <a:lumOff val="25000"/>
                    </a:schemeClr>
                  </a:solidFill>
                  <a:latin typeface="微软雅黑" panose="020B0503020204020204" pitchFamily="34" charset="-122"/>
                  <a:ea typeface="微软雅黑" panose="020B0503020204020204" pitchFamily="34" charset="-122"/>
                </a:rPr>
                <a:t> URI </a:t>
              </a: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绕过合法性校验，将授权码重定向到其控制的地址，从而窃取令牌</a:t>
              </a:r>
              <a:endPar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grpSp>
      <p:grpSp>
        <p:nvGrpSpPr>
          <p:cNvPr id="81" name="组合 80"/>
          <p:cNvGrpSpPr/>
          <p:nvPr>
            <p:custDataLst>
              <p:tags r:id="rId27"/>
            </p:custDataLst>
          </p:nvPr>
        </p:nvGrpSpPr>
        <p:grpSpPr>
          <a:xfrm>
            <a:off x="395535" y="2458400"/>
            <a:ext cx="2736305" cy="1089275"/>
            <a:chOff x="465772" y="1101181"/>
            <a:chExt cx="1697820" cy="1089275"/>
          </a:xfrm>
        </p:grpSpPr>
        <p:sp>
          <p:nvSpPr>
            <p:cNvPr id="82" name="文本框 164"/>
            <p:cNvSpPr txBox="1"/>
            <p:nvPr>
              <p:custDataLst>
                <p:tags r:id="rId28"/>
              </p:custDataLst>
            </p:nvPr>
          </p:nvSpPr>
          <p:spPr>
            <a:xfrm>
              <a:off x="1172877" y="1101181"/>
              <a:ext cx="990715" cy="314325"/>
            </a:xfrm>
            <a:prstGeom prst="rect">
              <a:avLst/>
            </a:prstGeom>
            <a:noFill/>
          </p:spPr>
          <p:txBody>
            <a:bodyPr wrap="square" lIns="68580" tIns="34290" rIns="68580" bIns="34290" rtlCol="0">
              <a:spAutoFit/>
            </a:bodyPr>
            <a:lstStyle/>
            <a:p>
              <a:pPr algn="r"/>
              <a:r>
                <a:rPr lang="zh-CN" altLang="en-US" sz="1600" b="1" dirty="0">
                  <a:solidFill>
                    <a:schemeClr val="tx1">
                      <a:lumMod val="75000"/>
                      <a:lumOff val="25000"/>
                    </a:schemeClr>
                  </a:solidFill>
                  <a:latin typeface="微软雅黑" panose="020B0503020204020204" pitchFamily="34" charset="-122"/>
                  <a:ea typeface="微软雅黑" panose="020B0503020204020204" pitchFamily="34" charset="-122"/>
                </a:rPr>
                <a:t>授权码拦截</a:t>
              </a:r>
              <a:endParaRPr lang="zh-CN" altLang="en-US" sz="16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83" name="文本框 165"/>
            <p:cNvSpPr txBox="1"/>
            <p:nvPr>
              <p:custDataLst>
                <p:tags r:id="rId29"/>
              </p:custDataLst>
            </p:nvPr>
          </p:nvSpPr>
          <p:spPr>
            <a:xfrm>
              <a:off x="465772" y="1383371"/>
              <a:ext cx="1697820" cy="807085"/>
            </a:xfrm>
            <a:prstGeom prst="rect">
              <a:avLst/>
            </a:prstGeom>
            <a:noFill/>
          </p:spPr>
          <p:txBody>
            <a:bodyPr wrap="square" lIns="68580" tIns="34290" rIns="68580" bIns="34290" rtlCol="0">
              <a:spAutoFit/>
            </a:bodyPr>
            <a:lstStyle/>
            <a:p>
              <a:pPr algn="just"/>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攻击者通过监听或操纵</a:t>
              </a:r>
              <a:r>
                <a:rPr lang="en-US" altLang="zh-CN" sz="1200" dirty="0">
                  <a:solidFill>
                    <a:schemeClr val="tx1">
                      <a:lumMod val="75000"/>
                      <a:lumOff val="25000"/>
                    </a:schemeClr>
                  </a:solidFill>
                  <a:latin typeface="微软雅黑" panose="020B0503020204020204" pitchFamily="34" charset="-122"/>
                  <a:ea typeface="微软雅黑" panose="020B0503020204020204" pitchFamily="34" charset="-122"/>
                </a:rPr>
                <a:t> redirect_uri </a:t>
              </a: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的接收路径，获取授权服务器发放的授权码，并在随后步骤中伪装客户端完成令牌交换。</a:t>
              </a:r>
              <a:endPar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grpSp>
      <p:grpSp>
        <p:nvGrpSpPr>
          <p:cNvPr id="84" name="组合 83"/>
          <p:cNvGrpSpPr/>
          <p:nvPr>
            <p:custDataLst>
              <p:tags r:id="rId30"/>
            </p:custDataLst>
          </p:nvPr>
        </p:nvGrpSpPr>
        <p:grpSpPr>
          <a:xfrm>
            <a:off x="1115616" y="3579862"/>
            <a:ext cx="2736306" cy="719705"/>
            <a:chOff x="547111" y="1101181"/>
            <a:chExt cx="2046093" cy="719705"/>
          </a:xfrm>
        </p:grpSpPr>
        <p:sp>
          <p:nvSpPr>
            <p:cNvPr id="85" name="文本框 164"/>
            <p:cNvSpPr txBox="1"/>
            <p:nvPr>
              <p:custDataLst>
                <p:tags r:id="rId31"/>
              </p:custDataLst>
            </p:nvPr>
          </p:nvSpPr>
          <p:spPr>
            <a:xfrm>
              <a:off x="1602488" y="1101181"/>
              <a:ext cx="990715" cy="314325"/>
            </a:xfrm>
            <a:prstGeom prst="rect">
              <a:avLst/>
            </a:prstGeom>
            <a:noFill/>
          </p:spPr>
          <p:txBody>
            <a:bodyPr wrap="square" lIns="68580" tIns="34290" rIns="68580" bIns="34290" rtlCol="0">
              <a:spAutoFit/>
            </a:bodyPr>
            <a:lstStyle/>
            <a:p>
              <a:pPr algn="r"/>
              <a:r>
                <a:rPr lang="zh-CN" altLang="en-US" sz="1600" b="1" dirty="0">
                  <a:solidFill>
                    <a:schemeClr val="tx1">
                      <a:lumMod val="75000"/>
                      <a:lumOff val="25000"/>
                    </a:schemeClr>
                  </a:solidFill>
                  <a:latin typeface="微软雅黑" panose="020B0503020204020204" pitchFamily="34" charset="-122"/>
                  <a:ea typeface="微软雅黑" panose="020B0503020204020204" pitchFamily="34" charset="-122"/>
                </a:rPr>
                <a:t>客户端冒充</a:t>
              </a:r>
              <a:endParaRPr lang="zh-CN" altLang="en-US" sz="16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86" name="文本框 165"/>
            <p:cNvSpPr txBox="1"/>
            <p:nvPr>
              <p:custDataLst>
                <p:tags r:id="rId32"/>
              </p:custDataLst>
            </p:nvPr>
          </p:nvSpPr>
          <p:spPr>
            <a:xfrm>
              <a:off x="547111" y="1383371"/>
              <a:ext cx="2046093" cy="437515"/>
            </a:xfrm>
            <a:prstGeom prst="rect">
              <a:avLst/>
            </a:prstGeom>
            <a:noFill/>
          </p:spPr>
          <p:txBody>
            <a:bodyPr wrap="square" lIns="68580" tIns="34290" rIns="68580" bIns="34290" rtlCol="0">
              <a:spAutoFit/>
            </a:bodyPr>
            <a:lstStyle/>
            <a:p>
              <a:pPr algn="just"/>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恶意行为者试图冒充合法客户端以获得对用户资源的未经授权访问</a:t>
              </a:r>
              <a:endPar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grpSp>
      <p:pic>
        <p:nvPicPr>
          <p:cNvPr id="40" name="图片 39" descr="图片包含 物体&#10;&#10;描述已自动生成"/>
          <p:cNvPicPr>
            <a:picLocks noChangeAspect="1"/>
          </p:cNvPicPr>
          <p:nvPr/>
        </p:nvPicPr>
        <p:blipFill>
          <a:blip r:embed="rId33" cstate="print">
            <a:extLst>
              <a:ext uri="{28A0092B-C50C-407E-A947-70E740481C1C}">
                <a14:useLocalDpi xmlns:a14="http://schemas.microsoft.com/office/drawing/2010/main" val="0"/>
              </a:ext>
            </a:extLst>
          </a:blip>
          <a:stretch>
            <a:fillRect/>
          </a:stretch>
        </p:blipFill>
        <p:spPr>
          <a:xfrm>
            <a:off x="94423" y="655329"/>
            <a:ext cx="388986" cy="1907371"/>
          </a:xfrm>
          <a:prstGeom prst="rect">
            <a:avLst/>
          </a:prstGeom>
        </p:spPr>
      </p:pic>
      <p:sp>
        <p:nvSpPr>
          <p:cNvPr id="2" name="文本框 1"/>
          <p:cNvSpPr txBox="1"/>
          <p:nvPr/>
        </p:nvSpPr>
        <p:spPr>
          <a:xfrm>
            <a:off x="899160" y="641985"/>
            <a:ext cx="3813175" cy="337185"/>
          </a:xfrm>
          <a:prstGeom prst="rect">
            <a:avLst/>
          </a:prstGeom>
          <a:noFill/>
        </p:spPr>
        <p:txBody>
          <a:bodyPr wrap="square" rtlCol="0">
            <a:spAutoFit/>
          </a:bodyPr>
          <a:p>
            <a:r>
              <a:rPr lang="zh-CN" altLang="en-US" sz="1600" spc="300" dirty="0">
                <a:solidFill>
                  <a:schemeClr val="tx1">
                    <a:lumMod val="65000"/>
                    <a:lumOff val="35000"/>
                  </a:schemeClr>
                </a:solidFill>
                <a:latin typeface="微软雅黑" panose="020B0503020204020204" pitchFamily="34" charset="-122"/>
                <a:ea typeface="微软雅黑" panose="020B0503020204020204" pitchFamily="34" charset="-122"/>
              </a:rPr>
              <a:t>OAuth实现中的常见攻击</a:t>
            </a:r>
            <a:endParaRPr lang="zh-CN" altLang="en-US" sz="1600" spc="3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Tree>
    <p:custDataLst>
      <p:tags r:id="rId34"/>
    </p:custDataLst>
  </p:cSld>
  <p:clrMapOvr>
    <a:masterClrMapping/>
  </p:clrMapOvr>
  <p:transition spd="slow" advClick="0" advTm="0">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wipe(left)">
                                      <p:cBhvr>
                                        <p:cTn id="7" dur="300"/>
                                        <p:tgtEl>
                                          <p:spTgt spid="24"/>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25"/>
                                        </p:tgtEl>
                                        <p:attrNameLst>
                                          <p:attrName>style.visibility</p:attrName>
                                        </p:attrNameLst>
                                      </p:cBhvr>
                                      <p:to>
                                        <p:strVal val="visible"/>
                                      </p:to>
                                    </p:set>
                                    <p:animEffect transition="in" filter="wipe(down)">
                                      <p:cBhvr>
                                        <p:cTn id="11" dur="300"/>
                                        <p:tgtEl>
                                          <p:spTgt spid="25"/>
                                        </p:tgtEl>
                                      </p:cBhvr>
                                    </p:animEffect>
                                  </p:childTnLst>
                                </p:cTn>
                              </p:par>
                            </p:childTnLst>
                          </p:cTn>
                        </p:par>
                        <p:par>
                          <p:cTn id="12" fill="hold">
                            <p:stCondLst>
                              <p:cond delay="1000"/>
                            </p:stCondLst>
                            <p:childTnLst>
                              <p:par>
                                <p:cTn id="13" presetID="12" presetClass="entr" presetSubtype="8" fill="hold" grpId="0" nodeType="afterEffect">
                                  <p:stCondLst>
                                    <p:cond delay="0"/>
                                  </p:stCondLst>
                                  <p:childTnLst>
                                    <p:set>
                                      <p:cBhvr>
                                        <p:cTn id="14" dur="1" fill="hold">
                                          <p:stCondLst>
                                            <p:cond delay="0"/>
                                          </p:stCondLst>
                                        </p:cTn>
                                        <p:tgtEl>
                                          <p:spTgt spid="26"/>
                                        </p:tgtEl>
                                        <p:attrNameLst>
                                          <p:attrName>style.visibility</p:attrName>
                                        </p:attrNameLst>
                                      </p:cBhvr>
                                      <p:to>
                                        <p:strVal val="visible"/>
                                      </p:to>
                                    </p:set>
                                    <p:anim calcmode="lin" valueType="num">
                                      <p:cBhvr additive="base">
                                        <p:cTn id="15" dur="500"/>
                                        <p:tgtEl>
                                          <p:spTgt spid="26"/>
                                        </p:tgtEl>
                                        <p:attrNameLst>
                                          <p:attrName>ppt_x</p:attrName>
                                        </p:attrNameLst>
                                      </p:cBhvr>
                                      <p:tavLst>
                                        <p:tav tm="0">
                                          <p:val>
                                            <p:strVal val="#ppt_x-#ppt_w*1.125000"/>
                                          </p:val>
                                        </p:tav>
                                        <p:tav tm="100000">
                                          <p:val>
                                            <p:strVal val="#ppt_x"/>
                                          </p:val>
                                        </p:tav>
                                      </p:tavLst>
                                    </p:anim>
                                    <p:animEffect transition="in" filter="wipe(right)">
                                      <p:cBhvr>
                                        <p:cTn id="16" dur="500"/>
                                        <p:tgtEl>
                                          <p:spTgt spid="26"/>
                                        </p:tgtEl>
                                      </p:cBhvr>
                                    </p:animEffect>
                                  </p:childTnLst>
                                </p:cTn>
                              </p:par>
                              <p:par>
                                <p:cTn id="17" presetID="12" presetClass="entr" presetSubtype="8" fill="hold" nodeType="withEffect">
                                  <p:stCondLst>
                                    <p:cond delay="0"/>
                                  </p:stCondLst>
                                  <p:childTnLst>
                                    <p:set>
                                      <p:cBhvr>
                                        <p:cTn id="18" dur="1" fill="hold">
                                          <p:stCondLst>
                                            <p:cond delay="0"/>
                                          </p:stCondLst>
                                        </p:cTn>
                                        <p:tgtEl>
                                          <p:spTgt spid="28"/>
                                        </p:tgtEl>
                                        <p:attrNameLst>
                                          <p:attrName>style.visibility</p:attrName>
                                        </p:attrNameLst>
                                      </p:cBhvr>
                                      <p:to>
                                        <p:strVal val="visible"/>
                                      </p:to>
                                    </p:set>
                                    <p:anim calcmode="lin" valueType="num">
                                      <p:cBhvr additive="base">
                                        <p:cTn id="19" dur="500"/>
                                        <p:tgtEl>
                                          <p:spTgt spid="28"/>
                                        </p:tgtEl>
                                        <p:attrNameLst>
                                          <p:attrName>ppt_x</p:attrName>
                                        </p:attrNameLst>
                                      </p:cBhvr>
                                      <p:tavLst>
                                        <p:tav tm="0">
                                          <p:val>
                                            <p:strVal val="#ppt_x-#ppt_w*1.125000"/>
                                          </p:val>
                                        </p:tav>
                                        <p:tav tm="100000">
                                          <p:val>
                                            <p:strVal val="#ppt_x"/>
                                          </p:val>
                                        </p:tav>
                                      </p:tavLst>
                                    </p:anim>
                                    <p:animEffect transition="in" filter="wipe(right)">
                                      <p:cBhvr>
                                        <p:cTn id="20" dur="500"/>
                                        <p:tgtEl>
                                          <p:spTgt spid="28"/>
                                        </p:tgtEl>
                                      </p:cBhvr>
                                    </p:animEffect>
                                  </p:childTnLst>
                                </p:cTn>
                              </p:par>
                              <p:par>
                                <p:cTn id="21" presetID="12" presetClass="entr" presetSubtype="8" fill="hold" grpId="0" nodeType="withEffect">
                                  <p:stCondLst>
                                    <p:cond delay="0"/>
                                  </p:stCondLst>
                                  <p:childTnLst>
                                    <p:set>
                                      <p:cBhvr>
                                        <p:cTn id="22" dur="1" fill="hold">
                                          <p:stCondLst>
                                            <p:cond delay="0"/>
                                          </p:stCondLst>
                                        </p:cTn>
                                        <p:tgtEl>
                                          <p:spTgt spid="27"/>
                                        </p:tgtEl>
                                        <p:attrNameLst>
                                          <p:attrName>style.visibility</p:attrName>
                                        </p:attrNameLst>
                                      </p:cBhvr>
                                      <p:to>
                                        <p:strVal val="visible"/>
                                      </p:to>
                                    </p:set>
                                    <p:anim calcmode="lin" valueType="num">
                                      <p:cBhvr additive="base">
                                        <p:cTn id="23" dur="500"/>
                                        <p:tgtEl>
                                          <p:spTgt spid="27"/>
                                        </p:tgtEl>
                                        <p:attrNameLst>
                                          <p:attrName>ppt_x</p:attrName>
                                        </p:attrNameLst>
                                      </p:cBhvr>
                                      <p:tavLst>
                                        <p:tav tm="0">
                                          <p:val>
                                            <p:strVal val="#ppt_x-#ppt_w*1.125000"/>
                                          </p:val>
                                        </p:tav>
                                        <p:tav tm="100000">
                                          <p:val>
                                            <p:strVal val="#ppt_x"/>
                                          </p:val>
                                        </p:tav>
                                      </p:tavLst>
                                    </p:anim>
                                    <p:animEffect transition="in" filter="wipe(right)">
                                      <p:cBhvr>
                                        <p:cTn id="24" dur="500"/>
                                        <p:tgtEl>
                                          <p:spTgt spid="27"/>
                                        </p:tgtEl>
                                      </p:cBhvr>
                                    </p:animEffect>
                                  </p:childTnLst>
                                </p:cTn>
                              </p:par>
                            </p:childTnLst>
                          </p:cTn>
                        </p:par>
                        <p:par>
                          <p:cTn id="25" fill="hold">
                            <p:stCondLst>
                              <p:cond delay="1500"/>
                            </p:stCondLst>
                            <p:childTnLst>
                              <p:par>
                                <p:cTn id="26" presetID="2" presetClass="entr" presetSubtype="4" fill="hold" nodeType="afterEffect">
                                  <p:stCondLst>
                                    <p:cond delay="0"/>
                                  </p:stCondLst>
                                  <p:childTnLst>
                                    <p:set>
                                      <p:cBhvr>
                                        <p:cTn id="27" dur="1" fill="hold">
                                          <p:stCondLst>
                                            <p:cond delay="0"/>
                                          </p:stCondLst>
                                        </p:cTn>
                                        <p:tgtEl>
                                          <p:spTgt spid="30"/>
                                        </p:tgtEl>
                                        <p:attrNameLst>
                                          <p:attrName>style.visibility</p:attrName>
                                        </p:attrNameLst>
                                      </p:cBhvr>
                                      <p:to>
                                        <p:strVal val="visible"/>
                                      </p:to>
                                    </p:set>
                                    <p:anim calcmode="lin" valueType="num">
                                      <p:cBhvr additive="base">
                                        <p:cTn id="28" dur="350" fill="hold"/>
                                        <p:tgtEl>
                                          <p:spTgt spid="30"/>
                                        </p:tgtEl>
                                        <p:attrNameLst>
                                          <p:attrName>ppt_x</p:attrName>
                                        </p:attrNameLst>
                                      </p:cBhvr>
                                      <p:tavLst>
                                        <p:tav tm="0">
                                          <p:val>
                                            <p:strVal val="#ppt_x"/>
                                          </p:val>
                                        </p:tav>
                                        <p:tav tm="100000">
                                          <p:val>
                                            <p:strVal val="#ppt_x"/>
                                          </p:val>
                                        </p:tav>
                                      </p:tavLst>
                                    </p:anim>
                                    <p:anim calcmode="lin" valueType="num">
                                      <p:cBhvr additive="base">
                                        <p:cTn id="29" dur="350" fill="hold"/>
                                        <p:tgtEl>
                                          <p:spTgt spid="30"/>
                                        </p:tgtEl>
                                        <p:attrNameLst>
                                          <p:attrName>ppt_y</p:attrName>
                                        </p:attrNameLst>
                                      </p:cBhvr>
                                      <p:tavLst>
                                        <p:tav tm="0">
                                          <p:val>
                                            <p:strVal val="1+#ppt_h/2"/>
                                          </p:val>
                                        </p:tav>
                                        <p:tav tm="100000">
                                          <p:val>
                                            <p:strVal val="#ppt_y"/>
                                          </p:val>
                                        </p:tav>
                                      </p:tavLst>
                                    </p:anim>
                                  </p:childTnLst>
                                </p:cTn>
                              </p:par>
                            </p:childTnLst>
                          </p:cTn>
                        </p:par>
                        <p:par>
                          <p:cTn id="30" fill="hold">
                            <p:stCondLst>
                              <p:cond delay="2000"/>
                            </p:stCondLst>
                            <p:childTnLst>
                              <p:par>
                                <p:cTn id="31" presetID="2" presetClass="entr" presetSubtype="2" fill="hold" nodeType="afterEffect">
                                  <p:stCondLst>
                                    <p:cond delay="0"/>
                                  </p:stCondLst>
                                  <p:childTnLst>
                                    <p:set>
                                      <p:cBhvr>
                                        <p:cTn id="32" dur="1" fill="hold">
                                          <p:stCondLst>
                                            <p:cond delay="0"/>
                                          </p:stCondLst>
                                        </p:cTn>
                                        <p:tgtEl>
                                          <p:spTgt spid="71"/>
                                        </p:tgtEl>
                                        <p:attrNameLst>
                                          <p:attrName>style.visibility</p:attrName>
                                        </p:attrNameLst>
                                      </p:cBhvr>
                                      <p:to>
                                        <p:strVal val="visible"/>
                                      </p:to>
                                    </p:set>
                                    <p:anim calcmode="lin" valueType="num">
                                      <p:cBhvr additive="base">
                                        <p:cTn id="33" dur="350" fill="hold"/>
                                        <p:tgtEl>
                                          <p:spTgt spid="71"/>
                                        </p:tgtEl>
                                        <p:attrNameLst>
                                          <p:attrName>ppt_x</p:attrName>
                                        </p:attrNameLst>
                                      </p:cBhvr>
                                      <p:tavLst>
                                        <p:tav tm="0">
                                          <p:val>
                                            <p:strVal val="1+#ppt_w/2"/>
                                          </p:val>
                                        </p:tav>
                                        <p:tav tm="100000">
                                          <p:val>
                                            <p:strVal val="#ppt_x"/>
                                          </p:val>
                                        </p:tav>
                                      </p:tavLst>
                                    </p:anim>
                                    <p:anim calcmode="lin" valueType="num">
                                      <p:cBhvr additive="base">
                                        <p:cTn id="34" dur="350" fill="hold"/>
                                        <p:tgtEl>
                                          <p:spTgt spid="71"/>
                                        </p:tgtEl>
                                        <p:attrNameLst>
                                          <p:attrName>ppt_y</p:attrName>
                                        </p:attrNameLst>
                                      </p:cBhvr>
                                      <p:tavLst>
                                        <p:tav tm="0">
                                          <p:val>
                                            <p:strVal val="#ppt_y"/>
                                          </p:val>
                                        </p:tav>
                                        <p:tav tm="100000">
                                          <p:val>
                                            <p:strVal val="#ppt_y"/>
                                          </p:val>
                                        </p:tav>
                                      </p:tavLst>
                                    </p:anim>
                                  </p:childTnLst>
                                </p:cTn>
                              </p:par>
                            </p:childTnLst>
                          </p:cTn>
                        </p:par>
                        <p:par>
                          <p:cTn id="35" fill="hold">
                            <p:stCondLst>
                              <p:cond delay="2500"/>
                            </p:stCondLst>
                            <p:childTnLst>
                              <p:par>
                                <p:cTn id="36" presetID="2" presetClass="entr" presetSubtype="4" fill="hold" nodeType="afterEffect">
                                  <p:stCondLst>
                                    <p:cond delay="0"/>
                                  </p:stCondLst>
                                  <p:childTnLst>
                                    <p:set>
                                      <p:cBhvr>
                                        <p:cTn id="37" dur="1" fill="hold">
                                          <p:stCondLst>
                                            <p:cond delay="0"/>
                                          </p:stCondLst>
                                        </p:cTn>
                                        <p:tgtEl>
                                          <p:spTgt spid="50"/>
                                        </p:tgtEl>
                                        <p:attrNameLst>
                                          <p:attrName>style.visibility</p:attrName>
                                        </p:attrNameLst>
                                      </p:cBhvr>
                                      <p:to>
                                        <p:strVal val="visible"/>
                                      </p:to>
                                    </p:set>
                                    <p:anim calcmode="lin" valueType="num">
                                      <p:cBhvr additive="base">
                                        <p:cTn id="38" dur="350" fill="hold"/>
                                        <p:tgtEl>
                                          <p:spTgt spid="50"/>
                                        </p:tgtEl>
                                        <p:attrNameLst>
                                          <p:attrName>ppt_x</p:attrName>
                                        </p:attrNameLst>
                                      </p:cBhvr>
                                      <p:tavLst>
                                        <p:tav tm="0">
                                          <p:val>
                                            <p:strVal val="#ppt_x"/>
                                          </p:val>
                                        </p:tav>
                                        <p:tav tm="100000">
                                          <p:val>
                                            <p:strVal val="#ppt_x"/>
                                          </p:val>
                                        </p:tav>
                                      </p:tavLst>
                                    </p:anim>
                                    <p:anim calcmode="lin" valueType="num">
                                      <p:cBhvr additive="base">
                                        <p:cTn id="39" dur="350" fill="hold"/>
                                        <p:tgtEl>
                                          <p:spTgt spid="50"/>
                                        </p:tgtEl>
                                        <p:attrNameLst>
                                          <p:attrName>ppt_y</p:attrName>
                                        </p:attrNameLst>
                                      </p:cBhvr>
                                      <p:tavLst>
                                        <p:tav tm="0">
                                          <p:val>
                                            <p:strVal val="1+#ppt_h/2"/>
                                          </p:val>
                                        </p:tav>
                                        <p:tav tm="100000">
                                          <p:val>
                                            <p:strVal val="#ppt_y"/>
                                          </p:val>
                                        </p:tav>
                                      </p:tavLst>
                                    </p:anim>
                                  </p:childTnLst>
                                </p:cTn>
                              </p:par>
                            </p:childTnLst>
                          </p:cTn>
                        </p:par>
                        <p:par>
                          <p:cTn id="40" fill="hold">
                            <p:stCondLst>
                              <p:cond delay="3000"/>
                            </p:stCondLst>
                            <p:childTnLst>
                              <p:par>
                                <p:cTn id="41" presetID="2" presetClass="entr" presetSubtype="8" fill="hold" nodeType="afterEffect">
                                  <p:stCondLst>
                                    <p:cond delay="0"/>
                                  </p:stCondLst>
                                  <p:childTnLst>
                                    <p:set>
                                      <p:cBhvr>
                                        <p:cTn id="42" dur="1" fill="hold">
                                          <p:stCondLst>
                                            <p:cond delay="0"/>
                                          </p:stCondLst>
                                        </p:cTn>
                                        <p:tgtEl>
                                          <p:spTgt spid="81"/>
                                        </p:tgtEl>
                                        <p:attrNameLst>
                                          <p:attrName>style.visibility</p:attrName>
                                        </p:attrNameLst>
                                      </p:cBhvr>
                                      <p:to>
                                        <p:strVal val="visible"/>
                                      </p:to>
                                    </p:set>
                                    <p:anim calcmode="lin" valueType="num">
                                      <p:cBhvr additive="base">
                                        <p:cTn id="43" dur="350" fill="hold"/>
                                        <p:tgtEl>
                                          <p:spTgt spid="81"/>
                                        </p:tgtEl>
                                        <p:attrNameLst>
                                          <p:attrName>ppt_x</p:attrName>
                                        </p:attrNameLst>
                                      </p:cBhvr>
                                      <p:tavLst>
                                        <p:tav tm="0">
                                          <p:val>
                                            <p:strVal val="0-#ppt_w/2"/>
                                          </p:val>
                                        </p:tav>
                                        <p:tav tm="100000">
                                          <p:val>
                                            <p:strVal val="#ppt_x"/>
                                          </p:val>
                                        </p:tav>
                                      </p:tavLst>
                                    </p:anim>
                                    <p:anim calcmode="lin" valueType="num">
                                      <p:cBhvr additive="base">
                                        <p:cTn id="44" dur="350" fill="hold"/>
                                        <p:tgtEl>
                                          <p:spTgt spid="81"/>
                                        </p:tgtEl>
                                        <p:attrNameLst>
                                          <p:attrName>ppt_y</p:attrName>
                                        </p:attrNameLst>
                                      </p:cBhvr>
                                      <p:tavLst>
                                        <p:tav tm="0">
                                          <p:val>
                                            <p:strVal val="#ppt_y"/>
                                          </p:val>
                                        </p:tav>
                                        <p:tav tm="100000">
                                          <p:val>
                                            <p:strVal val="#ppt_y"/>
                                          </p:val>
                                        </p:tav>
                                      </p:tavLst>
                                    </p:anim>
                                  </p:childTnLst>
                                </p:cTn>
                              </p:par>
                            </p:childTnLst>
                          </p:cTn>
                        </p:par>
                        <p:par>
                          <p:cTn id="45" fill="hold">
                            <p:stCondLst>
                              <p:cond delay="3500"/>
                            </p:stCondLst>
                            <p:childTnLst>
                              <p:par>
                                <p:cTn id="46" presetID="2" presetClass="entr" presetSubtype="4" fill="hold" nodeType="afterEffect">
                                  <p:stCondLst>
                                    <p:cond delay="0"/>
                                  </p:stCondLst>
                                  <p:childTnLst>
                                    <p:set>
                                      <p:cBhvr>
                                        <p:cTn id="47" dur="1" fill="hold">
                                          <p:stCondLst>
                                            <p:cond delay="0"/>
                                          </p:stCondLst>
                                        </p:cTn>
                                        <p:tgtEl>
                                          <p:spTgt spid="55"/>
                                        </p:tgtEl>
                                        <p:attrNameLst>
                                          <p:attrName>style.visibility</p:attrName>
                                        </p:attrNameLst>
                                      </p:cBhvr>
                                      <p:to>
                                        <p:strVal val="visible"/>
                                      </p:to>
                                    </p:set>
                                    <p:anim calcmode="lin" valueType="num">
                                      <p:cBhvr additive="base">
                                        <p:cTn id="48" dur="350" fill="hold"/>
                                        <p:tgtEl>
                                          <p:spTgt spid="55"/>
                                        </p:tgtEl>
                                        <p:attrNameLst>
                                          <p:attrName>ppt_x</p:attrName>
                                        </p:attrNameLst>
                                      </p:cBhvr>
                                      <p:tavLst>
                                        <p:tav tm="0">
                                          <p:val>
                                            <p:strVal val="#ppt_x"/>
                                          </p:val>
                                        </p:tav>
                                        <p:tav tm="100000">
                                          <p:val>
                                            <p:strVal val="#ppt_x"/>
                                          </p:val>
                                        </p:tav>
                                      </p:tavLst>
                                    </p:anim>
                                    <p:anim calcmode="lin" valueType="num">
                                      <p:cBhvr additive="base">
                                        <p:cTn id="49" dur="350" fill="hold"/>
                                        <p:tgtEl>
                                          <p:spTgt spid="55"/>
                                        </p:tgtEl>
                                        <p:attrNameLst>
                                          <p:attrName>ppt_y</p:attrName>
                                        </p:attrNameLst>
                                      </p:cBhvr>
                                      <p:tavLst>
                                        <p:tav tm="0">
                                          <p:val>
                                            <p:strVal val="1+#ppt_h/2"/>
                                          </p:val>
                                        </p:tav>
                                        <p:tav tm="100000">
                                          <p:val>
                                            <p:strVal val="#ppt_y"/>
                                          </p:val>
                                        </p:tav>
                                      </p:tavLst>
                                    </p:anim>
                                  </p:childTnLst>
                                </p:cTn>
                              </p:par>
                            </p:childTnLst>
                          </p:cTn>
                        </p:par>
                        <p:par>
                          <p:cTn id="50" fill="hold">
                            <p:stCondLst>
                              <p:cond delay="4000"/>
                            </p:stCondLst>
                            <p:childTnLst>
                              <p:par>
                                <p:cTn id="51" presetID="2" presetClass="entr" presetSubtype="2" fill="hold" nodeType="afterEffect">
                                  <p:stCondLst>
                                    <p:cond delay="0"/>
                                  </p:stCondLst>
                                  <p:childTnLst>
                                    <p:set>
                                      <p:cBhvr>
                                        <p:cTn id="52" dur="1" fill="hold">
                                          <p:stCondLst>
                                            <p:cond delay="0"/>
                                          </p:stCondLst>
                                        </p:cTn>
                                        <p:tgtEl>
                                          <p:spTgt spid="77"/>
                                        </p:tgtEl>
                                        <p:attrNameLst>
                                          <p:attrName>style.visibility</p:attrName>
                                        </p:attrNameLst>
                                      </p:cBhvr>
                                      <p:to>
                                        <p:strVal val="visible"/>
                                      </p:to>
                                    </p:set>
                                    <p:anim calcmode="lin" valueType="num">
                                      <p:cBhvr additive="base">
                                        <p:cTn id="53" dur="350" fill="hold"/>
                                        <p:tgtEl>
                                          <p:spTgt spid="77"/>
                                        </p:tgtEl>
                                        <p:attrNameLst>
                                          <p:attrName>ppt_x</p:attrName>
                                        </p:attrNameLst>
                                      </p:cBhvr>
                                      <p:tavLst>
                                        <p:tav tm="0">
                                          <p:val>
                                            <p:strVal val="1+#ppt_w/2"/>
                                          </p:val>
                                        </p:tav>
                                        <p:tav tm="100000">
                                          <p:val>
                                            <p:strVal val="#ppt_x"/>
                                          </p:val>
                                        </p:tav>
                                      </p:tavLst>
                                    </p:anim>
                                    <p:anim calcmode="lin" valueType="num">
                                      <p:cBhvr additive="base">
                                        <p:cTn id="54" dur="350" fill="hold"/>
                                        <p:tgtEl>
                                          <p:spTgt spid="77"/>
                                        </p:tgtEl>
                                        <p:attrNameLst>
                                          <p:attrName>ppt_y</p:attrName>
                                        </p:attrNameLst>
                                      </p:cBhvr>
                                      <p:tavLst>
                                        <p:tav tm="0">
                                          <p:val>
                                            <p:strVal val="#ppt_y"/>
                                          </p:val>
                                        </p:tav>
                                        <p:tav tm="100000">
                                          <p:val>
                                            <p:strVal val="#ppt_y"/>
                                          </p:val>
                                        </p:tav>
                                      </p:tavLst>
                                    </p:anim>
                                  </p:childTnLst>
                                </p:cTn>
                              </p:par>
                            </p:childTnLst>
                          </p:cTn>
                        </p:par>
                        <p:par>
                          <p:cTn id="55" fill="hold">
                            <p:stCondLst>
                              <p:cond delay="4500"/>
                            </p:stCondLst>
                            <p:childTnLst>
                              <p:par>
                                <p:cTn id="56" presetID="2" presetClass="entr" presetSubtype="4" fill="hold" nodeType="afterEffect">
                                  <p:stCondLst>
                                    <p:cond delay="0"/>
                                  </p:stCondLst>
                                  <p:childTnLst>
                                    <p:set>
                                      <p:cBhvr>
                                        <p:cTn id="57" dur="1" fill="hold">
                                          <p:stCondLst>
                                            <p:cond delay="0"/>
                                          </p:stCondLst>
                                        </p:cTn>
                                        <p:tgtEl>
                                          <p:spTgt spid="60"/>
                                        </p:tgtEl>
                                        <p:attrNameLst>
                                          <p:attrName>style.visibility</p:attrName>
                                        </p:attrNameLst>
                                      </p:cBhvr>
                                      <p:to>
                                        <p:strVal val="visible"/>
                                      </p:to>
                                    </p:set>
                                    <p:anim calcmode="lin" valueType="num">
                                      <p:cBhvr additive="base">
                                        <p:cTn id="58" dur="350" fill="hold"/>
                                        <p:tgtEl>
                                          <p:spTgt spid="60"/>
                                        </p:tgtEl>
                                        <p:attrNameLst>
                                          <p:attrName>ppt_x</p:attrName>
                                        </p:attrNameLst>
                                      </p:cBhvr>
                                      <p:tavLst>
                                        <p:tav tm="0">
                                          <p:val>
                                            <p:strVal val="#ppt_x"/>
                                          </p:val>
                                        </p:tav>
                                        <p:tav tm="100000">
                                          <p:val>
                                            <p:strVal val="#ppt_x"/>
                                          </p:val>
                                        </p:tav>
                                      </p:tavLst>
                                    </p:anim>
                                    <p:anim calcmode="lin" valueType="num">
                                      <p:cBhvr additive="base">
                                        <p:cTn id="59" dur="350" fill="hold"/>
                                        <p:tgtEl>
                                          <p:spTgt spid="60"/>
                                        </p:tgtEl>
                                        <p:attrNameLst>
                                          <p:attrName>ppt_y</p:attrName>
                                        </p:attrNameLst>
                                      </p:cBhvr>
                                      <p:tavLst>
                                        <p:tav tm="0">
                                          <p:val>
                                            <p:strVal val="1+#ppt_h/2"/>
                                          </p:val>
                                        </p:tav>
                                        <p:tav tm="100000">
                                          <p:val>
                                            <p:strVal val="#ppt_y"/>
                                          </p:val>
                                        </p:tav>
                                      </p:tavLst>
                                    </p:anim>
                                  </p:childTnLst>
                                </p:cTn>
                              </p:par>
                            </p:childTnLst>
                          </p:cTn>
                        </p:par>
                        <p:par>
                          <p:cTn id="60" fill="hold">
                            <p:stCondLst>
                              <p:cond delay="5000"/>
                            </p:stCondLst>
                            <p:childTnLst>
                              <p:par>
                                <p:cTn id="61" presetID="2" presetClass="entr" presetSubtype="8" fill="hold" nodeType="afterEffect">
                                  <p:stCondLst>
                                    <p:cond delay="0"/>
                                  </p:stCondLst>
                                  <p:childTnLst>
                                    <p:set>
                                      <p:cBhvr>
                                        <p:cTn id="62" dur="1" fill="hold">
                                          <p:stCondLst>
                                            <p:cond delay="0"/>
                                          </p:stCondLst>
                                        </p:cTn>
                                        <p:tgtEl>
                                          <p:spTgt spid="84"/>
                                        </p:tgtEl>
                                        <p:attrNameLst>
                                          <p:attrName>style.visibility</p:attrName>
                                        </p:attrNameLst>
                                      </p:cBhvr>
                                      <p:to>
                                        <p:strVal val="visible"/>
                                      </p:to>
                                    </p:set>
                                    <p:anim calcmode="lin" valueType="num">
                                      <p:cBhvr additive="base">
                                        <p:cTn id="63" dur="350" fill="hold"/>
                                        <p:tgtEl>
                                          <p:spTgt spid="84"/>
                                        </p:tgtEl>
                                        <p:attrNameLst>
                                          <p:attrName>ppt_x</p:attrName>
                                        </p:attrNameLst>
                                      </p:cBhvr>
                                      <p:tavLst>
                                        <p:tav tm="0">
                                          <p:val>
                                            <p:strVal val="0-#ppt_w/2"/>
                                          </p:val>
                                        </p:tav>
                                        <p:tav tm="100000">
                                          <p:val>
                                            <p:strVal val="#ppt_x"/>
                                          </p:val>
                                        </p:tav>
                                      </p:tavLst>
                                    </p:anim>
                                    <p:anim calcmode="lin" valueType="num">
                                      <p:cBhvr additive="base">
                                        <p:cTn id="64" dur="350" fill="hold"/>
                                        <p:tgtEl>
                                          <p:spTgt spid="8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6" grpId="0"/>
      <p:bldP spid="27"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679E2A"/>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pitchFamily="34" charset="-122"/>
            </a:endParaRPr>
          </a:p>
        </p:txBody>
      </p:sp>
      <p:sp>
        <p:nvSpPr>
          <p:cNvPr id="35" name="TextBox 34"/>
          <p:cNvSpPr txBox="1"/>
          <p:nvPr/>
        </p:nvSpPr>
        <p:spPr>
          <a:xfrm>
            <a:off x="908957" y="206330"/>
            <a:ext cx="1364476" cy="400110"/>
          </a:xfrm>
          <a:prstGeom prst="rect">
            <a:avLst/>
          </a:prstGeom>
          <a:noFill/>
        </p:spPr>
        <p:txBody>
          <a:bodyPr wrap="none" rtlCol="0">
            <a:spAutoFit/>
          </a:bodyPr>
          <a:lstStyle/>
          <a:p>
            <a:r>
              <a:rPr lang="zh-CN" altLang="en-US" sz="2000" spc="300" dirty="0">
                <a:solidFill>
                  <a:schemeClr val="tx1">
                    <a:lumMod val="65000"/>
                    <a:lumOff val="35000"/>
                  </a:schemeClr>
                </a:solidFill>
                <a:latin typeface="微软雅黑" panose="020B0503020204020204" pitchFamily="34" charset="-122"/>
                <a:ea typeface="微软雅黑" panose="020B0503020204020204" pitchFamily="34" charset="-122"/>
              </a:rPr>
              <a:t>发展情况</a:t>
            </a:r>
            <a:endParaRPr lang="zh-CN" altLang="en-US" sz="2000" spc="3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36" name="TextBox 35"/>
          <p:cNvSpPr txBox="1"/>
          <p:nvPr/>
        </p:nvSpPr>
        <p:spPr>
          <a:xfrm>
            <a:off x="2390916" y="237108"/>
            <a:ext cx="1691873" cy="338554"/>
          </a:xfrm>
          <a:prstGeom prst="rect">
            <a:avLst/>
          </a:prstGeom>
          <a:noFill/>
        </p:spPr>
        <p:txBody>
          <a:bodyPr wrap="none" rtlCol="0">
            <a:spAutoFit/>
          </a:bodyPr>
          <a:lstStyle/>
          <a:p>
            <a:r>
              <a:rPr lang="en-US" altLang="zh-CN" sz="1600" dirty="0">
                <a:solidFill>
                  <a:schemeClr val="tx1">
                    <a:lumMod val="50000"/>
                    <a:lumOff val="50000"/>
                  </a:schemeClr>
                </a:solidFill>
                <a:latin typeface="微软雅黑" panose="020B0503020204020204" pitchFamily="34" charset="-122"/>
                <a:ea typeface="微软雅黑" panose="020B0503020204020204" pitchFamily="34" charset="-122"/>
              </a:rPr>
              <a:t>DEVELOPMENT</a:t>
            </a:r>
            <a:endParaRPr lang="zh-CN" altLang="en-US" sz="1600" dirty="0">
              <a:solidFill>
                <a:schemeClr val="tx1">
                  <a:lumMod val="50000"/>
                  <a:lumOff val="50000"/>
                </a:schemeClr>
              </a:solidFill>
              <a:latin typeface="微软雅黑" panose="020B0503020204020204" pitchFamily="34" charset="-122"/>
              <a:ea typeface="微软雅黑" panose="020B0503020204020204" pitchFamily="34" charset="-122"/>
            </a:endParaRPr>
          </a:p>
        </p:txBody>
      </p:sp>
      <p:cxnSp>
        <p:nvCxnSpPr>
          <p:cNvPr id="37" name="直接连接符 36"/>
          <p:cNvCxnSpPr/>
          <p:nvPr/>
        </p:nvCxnSpPr>
        <p:spPr>
          <a:xfrm>
            <a:off x="2332175" y="302089"/>
            <a:ext cx="0" cy="208592"/>
          </a:xfrm>
          <a:prstGeom prst="line">
            <a:avLst/>
          </a:prstGeom>
          <a:ln w="190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grpSp>
        <p:nvGrpSpPr>
          <p:cNvPr id="38" name="组合 37"/>
          <p:cNvGrpSpPr/>
          <p:nvPr>
            <p:custDataLst>
              <p:tags r:id="rId1"/>
            </p:custDataLst>
          </p:nvPr>
        </p:nvGrpSpPr>
        <p:grpSpPr>
          <a:xfrm>
            <a:off x="4618029" y="1107636"/>
            <a:ext cx="1113617" cy="2136744"/>
            <a:chOff x="6156302" y="1476392"/>
            <a:chExt cx="1484565" cy="2848113"/>
          </a:xfrm>
        </p:grpSpPr>
        <p:grpSp>
          <p:nvGrpSpPr>
            <p:cNvPr id="39" name="组合 38"/>
            <p:cNvGrpSpPr/>
            <p:nvPr/>
          </p:nvGrpSpPr>
          <p:grpSpPr>
            <a:xfrm>
              <a:off x="6156302" y="1476392"/>
              <a:ext cx="1484565" cy="2848113"/>
              <a:chOff x="6156302" y="1476392"/>
              <a:chExt cx="1484565" cy="2848113"/>
            </a:xfrm>
          </p:grpSpPr>
          <p:sp>
            <p:nvSpPr>
              <p:cNvPr id="43" name="MH_Other_3"/>
              <p:cNvSpPr/>
              <p:nvPr>
                <p:custDataLst>
                  <p:tags r:id="rId2"/>
                </p:custDataLst>
              </p:nvPr>
            </p:nvSpPr>
            <p:spPr>
              <a:xfrm rot="5400000" flipV="1">
                <a:off x="5311844" y="2591146"/>
                <a:ext cx="2577817" cy="888902"/>
              </a:xfrm>
              <a:prstGeom prst="bentArrow">
                <a:avLst>
                  <a:gd name="adj1" fmla="val 7438"/>
                  <a:gd name="adj2" fmla="val 3464"/>
                  <a:gd name="adj3" fmla="val 0"/>
                  <a:gd name="adj4" fmla="val 30020"/>
                </a:avLst>
              </a:prstGeom>
              <a:solidFill>
                <a:srgbClr val="5FBD98"/>
              </a:solidFill>
              <a:ln w="76200" cap="flat" cmpd="sng" algn="ctr">
                <a:solidFill>
                  <a:srgbClr val="679E2A"/>
                </a:solidFill>
                <a:prstDash val="solid"/>
              </a:ln>
              <a:effectLst/>
            </p:spPr>
            <p:txBody>
              <a:bodyPr anchor="ctr"/>
              <a:lstStyle/>
              <a:p>
                <a:pPr algn="ctr" defTabSz="772795">
                  <a:defRPr/>
                </a:pPr>
                <a:endParaRPr lang="en-US" sz="2000" kern="0">
                  <a:solidFill>
                    <a:srgbClr val="0070C0"/>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44" name="椭圆 43"/>
              <p:cNvSpPr/>
              <p:nvPr>
                <p:custDataLst>
                  <p:tags r:id="rId3"/>
                </p:custDataLst>
              </p:nvPr>
            </p:nvSpPr>
            <p:spPr>
              <a:xfrm>
                <a:off x="7018705" y="1476392"/>
                <a:ext cx="622162" cy="622163"/>
              </a:xfrm>
              <a:prstGeom prst="ellipse">
                <a:avLst/>
              </a:prstGeom>
              <a:solidFill>
                <a:srgbClr val="679E2A"/>
              </a:solidFill>
              <a:ln>
                <a:solidFill>
                  <a:srgbClr val="679E2A"/>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070C0"/>
                  </a:solidFill>
                  <a:latin typeface="微软雅黑" panose="020B0503020204020204" pitchFamily="34" charset="-122"/>
                  <a:ea typeface="微软雅黑" panose="020B0503020204020204" pitchFamily="34" charset="-122"/>
                </a:endParaRPr>
              </a:p>
            </p:txBody>
          </p:sp>
        </p:grpSp>
        <p:grpSp>
          <p:nvGrpSpPr>
            <p:cNvPr id="40" name="组合 39"/>
            <p:cNvGrpSpPr/>
            <p:nvPr/>
          </p:nvGrpSpPr>
          <p:grpSpPr>
            <a:xfrm>
              <a:off x="7090635" y="1546559"/>
              <a:ext cx="528258" cy="464474"/>
              <a:chOff x="4405792" y="1573446"/>
              <a:chExt cx="528258" cy="464474"/>
            </a:xfrm>
          </p:grpSpPr>
          <p:sp>
            <p:nvSpPr>
              <p:cNvPr id="41" name="椭圆 40"/>
              <p:cNvSpPr/>
              <p:nvPr>
                <p:custDataLst>
                  <p:tags r:id="rId4"/>
                </p:custDataLst>
              </p:nvPr>
            </p:nvSpPr>
            <p:spPr>
              <a:xfrm>
                <a:off x="4418676" y="1573446"/>
                <a:ext cx="464474" cy="464474"/>
              </a:xfrm>
              <a:prstGeom prst="ellipse">
                <a:avLst/>
              </a:prstGeom>
              <a:gradFill>
                <a:gsLst>
                  <a:gs pos="0">
                    <a:schemeClr val="bg1">
                      <a:lumMod val="75000"/>
                    </a:schemeClr>
                  </a:gs>
                  <a:gs pos="100000">
                    <a:schemeClr val="bg1"/>
                  </a:gs>
                </a:gsLst>
                <a:lin ang="5400000" scaled="1"/>
              </a:gradFill>
              <a:ln w="25400" cap="flat">
                <a:gradFill>
                  <a:gsLst>
                    <a:gs pos="0">
                      <a:schemeClr val="bg1"/>
                    </a:gs>
                    <a:gs pos="100000">
                      <a:srgbClr val="DDDDDD"/>
                    </a:gs>
                  </a:gsLst>
                  <a:lin ang="5400000" scaled="1"/>
                </a:gradFill>
                <a:prstDash val="solid"/>
                <a:miter lim="800000"/>
              </a:ln>
              <a:effectLst>
                <a:outerShdw blurRad="228600" dist="228600" dir="5400000" algn="t" rotWithShape="0">
                  <a:schemeClr val="tx1">
                    <a:lumMod val="85000"/>
                    <a:lumOff val="15000"/>
                    <a:alpha val="28000"/>
                  </a:schemeClr>
                </a:outerShdw>
              </a:effectLst>
            </p:spPr>
            <p:txBody>
              <a:bodyPr vert="horz" wrap="square" lIns="91440" tIns="45720" rIns="91440" bIns="45720" numCol="1" anchor="t" anchorCtr="0" compatLnSpc="1"/>
              <a:lstStyle/>
              <a:p>
                <a:endParaRPr lang="zh-CN" altLang="en-US">
                  <a:solidFill>
                    <a:srgbClr val="0070C0"/>
                  </a:solidFill>
                  <a:latin typeface="微软雅黑" panose="020B0503020204020204" pitchFamily="34" charset="-122"/>
                  <a:ea typeface="微软雅黑" panose="020B0503020204020204" pitchFamily="34" charset="-122"/>
                </a:endParaRPr>
              </a:p>
            </p:txBody>
          </p:sp>
          <p:sp>
            <p:nvSpPr>
              <p:cNvPr id="42" name="文本框 114"/>
              <p:cNvSpPr txBox="1"/>
              <p:nvPr>
                <p:custDataLst>
                  <p:tags r:id="rId5"/>
                </p:custDataLst>
              </p:nvPr>
            </p:nvSpPr>
            <p:spPr>
              <a:xfrm>
                <a:off x="4405792" y="1609239"/>
                <a:ext cx="528258" cy="410243"/>
              </a:xfrm>
              <a:prstGeom prst="rect">
                <a:avLst/>
              </a:prstGeom>
              <a:noFill/>
            </p:spPr>
            <p:txBody>
              <a:bodyPr wrap="none" rtlCol="0">
                <a:spAutoFit/>
              </a:bodyPr>
              <a:lstStyle/>
              <a:p>
                <a:r>
                  <a:rPr lang="en-US" altLang="zh-CN" sz="1400" dirty="0">
                    <a:solidFill>
                      <a:srgbClr val="679E2A"/>
                    </a:solidFill>
                    <a:latin typeface="微软雅黑" panose="020B0503020204020204" pitchFamily="34" charset="-122"/>
                    <a:ea typeface="微软雅黑" panose="020B0503020204020204" pitchFamily="34" charset="-122"/>
                  </a:rPr>
                  <a:t>02</a:t>
                </a:r>
                <a:endParaRPr lang="zh-CN" altLang="en-US" sz="1400" dirty="0">
                  <a:solidFill>
                    <a:srgbClr val="679E2A"/>
                  </a:solidFill>
                  <a:latin typeface="微软雅黑" panose="020B0503020204020204" pitchFamily="34" charset="-122"/>
                  <a:ea typeface="微软雅黑" panose="020B0503020204020204" pitchFamily="34" charset="-122"/>
                </a:endParaRPr>
              </a:p>
            </p:txBody>
          </p:sp>
        </p:grpSp>
      </p:grpSp>
      <p:grpSp>
        <p:nvGrpSpPr>
          <p:cNvPr id="45" name="组合 44"/>
          <p:cNvGrpSpPr/>
          <p:nvPr>
            <p:custDataLst>
              <p:tags r:id="rId6"/>
            </p:custDataLst>
          </p:nvPr>
        </p:nvGrpSpPr>
        <p:grpSpPr>
          <a:xfrm>
            <a:off x="3839031" y="3510579"/>
            <a:ext cx="1282499" cy="1282672"/>
            <a:chOff x="4700937" y="4015204"/>
            <a:chExt cx="455921" cy="455921"/>
          </a:xfrm>
          <a:effectLst/>
        </p:grpSpPr>
        <p:sp>
          <p:nvSpPr>
            <p:cNvPr id="46" name="椭圆 45"/>
            <p:cNvSpPr/>
            <p:nvPr>
              <p:custDataLst>
                <p:tags r:id="rId7"/>
              </p:custDataLst>
            </p:nvPr>
          </p:nvSpPr>
          <p:spPr>
            <a:xfrm flipH="1">
              <a:off x="4700937" y="4015204"/>
              <a:ext cx="455921" cy="455921"/>
            </a:xfrm>
            <a:prstGeom prst="ellipse">
              <a:avLst/>
            </a:prstGeom>
            <a:gradFill flip="none" rotWithShape="1">
              <a:gsLst>
                <a:gs pos="0">
                  <a:schemeClr val="bg1"/>
                </a:gs>
                <a:gs pos="100000">
                  <a:srgbClr val="E0E0E0"/>
                </a:gs>
              </a:gsLst>
              <a:lin ang="5400000" scaled="1"/>
              <a:tileRect/>
            </a:gradFill>
            <a:ln>
              <a:noFill/>
            </a:ln>
            <a:effectLst>
              <a:outerShdw blurRad="279400" dist="2540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070C0"/>
                </a:solidFill>
                <a:latin typeface="微软雅黑" panose="020B0503020204020204" pitchFamily="34" charset="-122"/>
                <a:ea typeface="微软雅黑" panose="020B0503020204020204" pitchFamily="34" charset="-122"/>
              </a:endParaRPr>
            </a:p>
          </p:txBody>
        </p:sp>
        <p:sp>
          <p:nvSpPr>
            <p:cNvPr id="47" name="椭圆 46"/>
            <p:cNvSpPr/>
            <p:nvPr>
              <p:custDataLst>
                <p:tags r:id="rId8"/>
              </p:custDataLst>
            </p:nvPr>
          </p:nvSpPr>
          <p:spPr>
            <a:xfrm flipH="1">
              <a:off x="4711557" y="4025824"/>
              <a:ext cx="434681" cy="434681"/>
            </a:xfrm>
            <a:prstGeom prst="ellipse">
              <a:avLst/>
            </a:prstGeom>
            <a:gradFill flip="none" rotWithShape="1">
              <a:gsLst>
                <a:gs pos="0">
                  <a:schemeClr val="bg1"/>
                </a:gs>
                <a:gs pos="100000">
                  <a:srgbClr val="DDDEDD"/>
                </a:gs>
              </a:gsLst>
              <a:lin ang="189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070C0"/>
                </a:solidFill>
                <a:latin typeface="微软雅黑" panose="020B0503020204020204" pitchFamily="34" charset="-122"/>
                <a:ea typeface="微软雅黑" panose="020B0503020204020204" pitchFamily="34" charset="-122"/>
              </a:endParaRPr>
            </a:p>
          </p:txBody>
        </p:sp>
      </p:grpSp>
      <p:grpSp>
        <p:nvGrpSpPr>
          <p:cNvPr id="48" name="组合 47"/>
          <p:cNvGrpSpPr/>
          <p:nvPr>
            <p:custDataLst>
              <p:tags r:id="rId9"/>
            </p:custDataLst>
          </p:nvPr>
        </p:nvGrpSpPr>
        <p:grpSpPr>
          <a:xfrm>
            <a:off x="3257660" y="1125372"/>
            <a:ext cx="1069605" cy="2852578"/>
            <a:chOff x="4342792" y="1500033"/>
            <a:chExt cx="1425893" cy="3802264"/>
          </a:xfrm>
        </p:grpSpPr>
        <p:grpSp>
          <p:nvGrpSpPr>
            <p:cNvPr id="49" name="组合 48"/>
            <p:cNvGrpSpPr/>
            <p:nvPr/>
          </p:nvGrpSpPr>
          <p:grpSpPr>
            <a:xfrm>
              <a:off x="4342792" y="1500033"/>
              <a:ext cx="1425893" cy="3802264"/>
              <a:chOff x="4342792" y="1500033"/>
              <a:chExt cx="1425893" cy="3802264"/>
            </a:xfrm>
          </p:grpSpPr>
          <p:sp>
            <p:nvSpPr>
              <p:cNvPr id="53" name="MH_Other_3"/>
              <p:cNvSpPr/>
              <p:nvPr>
                <p:custDataLst>
                  <p:tags r:id="rId10"/>
                </p:custDataLst>
              </p:nvPr>
            </p:nvSpPr>
            <p:spPr>
              <a:xfrm rot="16200000" flipH="1" flipV="1">
                <a:off x="3546429" y="3080042"/>
                <a:ext cx="3555609" cy="888902"/>
              </a:xfrm>
              <a:prstGeom prst="bentArrow">
                <a:avLst>
                  <a:gd name="adj1" fmla="val 7438"/>
                  <a:gd name="adj2" fmla="val 3464"/>
                  <a:gd name="adj3" fmla="val 0"/>
                  <a:gd name="adj4" fmla="val 30020"/>
                </a:avLst>
              </a:prstGeom>
              <a:solidFill>
                <a:srgbClr val="5FBD98"/>
              </a:solidFill>
              <a:ln w="76200" cap="flat" cmpd="sng" algn="ctr">
                <a:solidFill>
                  <a:srgbClr val="679E2A"/>
                </a:solidFill>
                <a:prstDash val="solid"/>
              </a:ln>
              <a:effectLst/>
            </p:spPr>
            <p:txBody>
              <a:bodyPr anchor="ctr"/>
              <a:lstStyle/>
              <a:p>
                <a:pPr algn="ctr" defTabSz="772795">
                  <a:defRPr/>
                </a:pPr>
                <a:endParaRPr lang="en-US" sz="2000" kern="0">
                  <a:solidFill>
                    <a:srgbClr val="0070C0"/>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54" name="椭圆 53"/>
              <p:cNvSpPr/>
              <p:nvPr>
                <p:custDataLst>
                  <p:tags r:id="rId11"/>
                </p:custDataLst>
              </p:nvPr>
            </p:nvSpPr>
            <p:spPr>
              <a:xfrm>
                <a:off x="4342792" y="1500033"/>
                <a:ext cx="622162" cy="622163"/>
              </a:xfrm>
              <a:prstGeom prst="ellipse">
                <a:avLst/>
              </a:prstGeom>
              <a:solidFill>
                <a:srgbClr val="679E2A"/>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070C0"/>
                  </a:solidFill>
                  <a:latin typeface="微软雅黑" panose="020B0503020204020204" pitchFamily="34" charset="-122"/>
                  <a:ea typeface="微软雅黑" panose="020B0503020204020204" pitchFamily="34" charset="-122"/>
                </a:endParaRPr>
              </a:p>
            </p:txBody>
          </p:sp>
        </p:grpSp>
        <p:grpSp>
          <p:nvGrpSpPr>
            <p:cNvPr id="50" name="组合 49"/>
            <p:cNvGrpSpPr/>
            <p:nvPr/>
          </p:nvGrpSpPr>
          <p:grpSpPr>
            <a:xfrm>
              <a:off x="4407687" y="1573446"/>
              <a:ext cx="528258" cy="464474"/>
              <a:chOff x="4407687" y="1573446"/>
              <a:chExt cx="528258" cy="464474"/>
            </a:xfrm>
          </p:grpSpPr>
          <p:sp>
            <p:nvSpPr>
              <p:cNvPr id="51" name="椭圆 50"/>
              <p:cNvSpPr/>
              <p:nvPr>
                <p:custDataLst>
                  <p:tags r:id="rId12"/>
                </p:custDataLst>
              </p:nvPr>
            </p:nvSpPr>
            <p:spPr>
              <a:xfrm>
                <a:off x="4418676" y="1573446"/>
                <a:ext cx="464474" cy="464474"/>
              </a:xfrm>
              <a:prstGeom prst="ellipse">
                <a:avLst/>
              </a:prstGeom>
              <a:gradFill>
                <a:gsLst>
                  <a:gs pos="0">
                    <a:schemeClr val="bg1">
                      <a:lumMod val="75000"/>
                    </a:schemeClr>
                  </a:gs>
                  <a:gs pos="100000">
                    <a:schemeClr val="bg1"/>
                  </a:gs>
                </a:gsLst>
                <a:lin ang="5400000" scaled="1"/>
              </a:gradFill>
              <a:ln w="25400" cap="flat">
                <a:gradFill>
                  <a:gsLst>
                    <a:gs pos="0">
                      <a:schemeClr val="bg1">
                        <a:lumMod val="75000"/>
                      </a:schemeClr>
                    </a:gs>
                    <a:gs pos="50000">
                      <a:schemeClr val="bg1">
                        <a:lumMod val="95000"/>
                      </a:schemeClr>
                    </a:gs>
                    <a:gs pos="100000">
                      <a:schemeClr val="bg1"/>
                    </a:gs>
                  </a:gsLst>
                  <a:lin ang="5400000" scaled="0"/>
                </a:gradFill>
                <a:prstDash val="solid"/>
                <a:miter lim="800000"/>
              </a:ln>
              <a:effectLst>
                <a:outerShdw blurRad="228600" dist="228600" dir="5400000" algn="t" rotWithShape="0">
                  <a:schemeClr val="tx1">
                    <a:lumMod val="85000"/>
                    <a:lumOff val="15000"/>
                    <a:alpha val="28000"/>
                  </a:schemeClr>
                </a:outerShdw>
              </a:effectLst>
            </p:spPr>
            <p:txBody>
              <a:bodyPr vert="horz" wrap="square" lIns="91440" tIns="45720" rIns="91440" bIns="45720" numCol="1" anchor="t" anchorCtr="0" compatLnSpc="1"/>
              <a:lstStyle/>
              <a:p>
                <a:endParaRPr lang="zh-CN" altLang="en-US">
                  <a:solidFill>
                    <a:srgbClr val="0070C0"/>
                  </a:solidFill>
                  <a:latin typeface="微软雅黑" panose="020B0503020204020204" pitchFamily="34" charset="-122"/>
                  <a:ea typeface="微软雅黑" panose="020B0503020204020204" pitchFamily="34" charset="-122"/>
                </a:endParaRPr>
              </a:p>
            </p:txBody>
          </p:sp>
          <p:sp>
            <p:nvSpPr>
              <p:cNvPr id="52" name="文本框 101"/>
              <p:cNvSpPr txBox="1"/>
              <p:nvPr>
                <p:custDataLst>
                  <p:tags r:id="rId13"/>
                </p:custDataLst>
              </p:nvPr>
            </p:nvSpPr>
            <p:spPr>
              <a:xfrm>
                <a:off x="4407687" y="1620522"/>
                <a:ext cx="528258" cy="410243"/>
              </a:xfrm>
              <a:prstGeom prst="rect">
                <a:avLst/>
              </a:prstGeom>
              <a:noFill/>
              <a:ln>
                <a:noFill/>
              </a:ln>
            </p:spPr>
            <p:txBody>
              <a:bodyPr wrap="none" rtlCol="0">
                <a:spAutoFit/>
              </a:bodyPr>
              <a:lstStyle/>
              <a:p>
                <a:r>
                  <a:rPr lang="en-US" altLang="zh-CN" sz="1400" dirty="0">
                    <a:solidFill>
                      <a:srgbClr val="679E2A"/>
                    </a:solidFill>
                    <a:latin typeface="微软雅黑" panose="020B0503020204020204" pitchFamily="34" charset="-122"/>
                    <a:ea typeface="微软雅黑" panose="020B0503020204020204" pitchFamily="34" charset="-122"/>
                  </a:rPr>
                  <a:t>01</a:t>
                </a:r>
                <a:endParaRPr lang="zh-CN" altLang="en-US" sz="1400" dirty="0">
                  <a:solidFill>
                    <a:srgbClr val="679E2A"/>
                  </a:solidFill>
                  <a:latin typeface="微软雅黑" panose="020B0503020204020204" pitchFamily="34" charset="-122"/>
                  <a:ea typeface="微软雅黑" panose="020B0503020204020204" pitchFamily="34" charset="-122"/>
                </a:endParaRPr>
              </a:p>
            </p:txBody>
          </p:sp>
        </p:grpSp>
      </p:grpSp>
      <p:grpSp>
        <p:nvGrpSpPr>
          <p:cNvPr id="55" name="组合 54"/>
          <p:cNvGrpSpPr/>
          <p:nvPr>
            <p:custDataLst>
              <p:tags r:id="rId14"/>
            </p:custDataLst>
          </p:nvPr>
        </p:nvGrpSpPr>
        <p:grpSpPr>
          <a:xfrm>
            <a:off x="3257550" y="2728595"/>
            <a:ext cx="902335" cy="1583055"/>
            <a:chOff x="4342792" y="3076450"/>
            <a:chExt cx="1203168" cy="2670299"/>
          </a:xfrm>
        </p:grpSpPr>
        <p:grpSp>
          <p:nvGrpSpPr>
            <p:cNvPr id="56" name="组合 55"/>
            <p:cNvGrpSpPr/>
            <p:nvPr/>
          </p:nvGrpSpPr>
          <p:grpSpPr>
            <a:xfrm>
              <a:off x="4342792" y="3076450"/>
              <a:ext cx="1203168" cy="2670299"/>
              <a:chOff x="4342792" y="3076450"/>
              <a:chExt cx="1203168" cy="2670299"/>
            </a:xfrm>
          </p:grpSpPr>
          <p:sp>
            <p:nvSpPr>
              <p:cNvPr id="60" name="MH_Other_3"/>
              <p:cNvSpPr/>
              <p:nvPr>
                <p:custDataLst>
                  <p:tags r:id="rId15"/>
                </p:custDataLst>
              </p:nvPr>
            </p:nvSpPr>
            <p:spPr>
              <a:xfrm rot="16200000" flipH="1" flipV="1">
                <a:off x="3897358" y="4098147"/>
                <a:ext cx="2408302" cy="888902"/>
              </a:xfrm>
              <a:prstGeom prst="bentArrow">
                <a:avLst>
                  <a:gd name="adj1" fmla="val 7438"/>
                  <a:gd name="adj2" fmla="val 3464"/>
                  <a:gd name="adj3" fmla="val 0"/>
                  <a:gd name="adj4" fmla="val 30020"/>
                </a:avLst>
              </a:prstGeom>
              <a:solidFill>
                <a:srgbClr val="5FBD98"/>
              </a:solidFill>
              <a:ln w="76200" cap="flat" cmpd="sng" algn="ctr">
                <a:solidFill>
                  <a:srgbClr val="679E2A"/>
                </a:solidFill>
                <a:prstDash val="solid"/>
              </a:ln>
              <a:effectLst/>
            </p:spPr>
            <p:txBody>
              <a:bodyPr anchor="ctr"/>
              <a:lstStyle/>
              <a:p>
                <a:pPr algn="ctr" defTabSz="772795">
                  <a:defRPr/>
                </a:pPr>
                <a:endParaRPr lang="en-US" sz="2000" kern="0">
                  <a:solidFill>
                    <a:srgbClr val="0070C0"/>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61" name="椭圆 60"/>
              <p:cNvSpPr/>
              <p:nvPr>
                <p:custDataLst>
                  <p:tags r:id="rId16"/>
                </p:custDataLst>
              </p:nvPr>
            </p:nvSpPr>
            <p:spPr>
              <a:xfrm>
                <a:off x="4342792" y="3076450"/>
                <a:ext cx="622162" cy="622163"/>
              </a:xfrm>
              <a:prstGeom prst="ellipse">
                <a:avLst/>
              </a:prstGeom>
              <a:solidFill>
                <a:srgbClr val="679E2A"/>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070C0"/>
                  </a:solidFill>
                  <a:latin typeface="微软雅黑" panose="020B0503020204020204" pitchFamily="34" charset="-122"/>
                  <a:ea typeface="微软雅黑" panose="020B0503020204020204" pitchFamily="34" charset="-122"/>
                </a:endParaRPr>
              </a:p>
            </p:txBody>
          </p:sp>
        </p:grpSp>
        <p:grpSp>
          <p:nvGrpSpPr>
            <p:cNvPr id="57" name="组合 56"/>
            <p:cNvGrpSpPr/>
            <p:nvPr/>
          </p:nvGrpSpPr>
          <p:grpSpPr>
            <a:xfrm>
              <a:off x="4414756" y="3155936"/>
              <a:ext cx="528257" cy="571075"/>
              <a:chOff x="4404952" y="1573446"/>
              <a:chExt cx="528257" cy="571075"/>
            </a:xfrm>
          </p:grpSpPr>
          <p:sp>
            <p:nvSpPr>
              <p:cNvPr id="58" name="椭圆 57"/>
              <p:cNvSpPr/>
              <p:nvPr>
                <p:custDataLst>
                  <p:tags r:id="rId17"/>
                </p:custDataLst>
              </p:nvPr>
            </p:nvSpPr>
            <p:spPr>
              <a:xfrm>
                <a:off x="4418676" y="1573446"/>
                <a:ext cx="464474" cy="464474"/>
              </a:xfrm>
              <a:prstGeom prst="ellipse">
                <a:avLst/>
              </a:prstGeom>
              <a:gradFill>
                <a:gsLst>
                  <a:gs pos="0">
                    <a:schemeClr val="bg1">
                      <a:lumMod val="75000"/>
                    </a:schemeClr>
                  </a:gs>
                  <a:gs pos="100000">
                    <a:schemeClr val="bg1"/>
                  </a:gs>
                </a:gsLst>
                <a:lin ang="5400000" scaled="1"/>
              </a:gradFill>
              <a:ln w="25400" cap="flat">
                <a:gradFill>
                  <a:gsLst>
                    <a:gs pos="0">
                      <a:schemeClr val="bg1">
                        <a:lumMod val="75000"/>
                      </a:schemeClr>
                    </a:gs>
                    <a:gs pos="50000">
                      <a:schemeClr val="bg1">
                        <a:lumMod val="95000"/>
                      </a:schemeClr>
                    </a:gs>
                    <a:gs pos="100000">
                      <a:schemeClr val="bg1"/>
                    </a:gs>
                  </a:gsLst>
                  <a:lin ang="5400000" scaled="0"/>
                </a:gradFill>
                <a:prstDash val="solid"/>
                <a:miter lim="800000"/>
              </a:ln>
              <a:effectLst>
                <a:outerShdw blurRad="228600" dist="228600" dir="5400000" algn="t" rotWithShape="0">
                  <a:schemeClr val="tx1">
                    <a:lumMod val="85000"/>
                    <a:lumOff val="15000"/>
                    <a:alpha val="28000"/>
                  </a:schemeClr>
                </a:outerShdw>
              </a:effectLst>
            </p:spPr>
            <p:txBody>
              <a:bodyPr vert="horz" wrap="square" lIns="91440" tIns="45720" rIns="91440" bIns="45720" numCol="1" anchor="t" anchorCtr="0" compatLnSpc="1"/>
              <a:lstStyle/>
              <a:p>
                <a:endParaRPr lang="zh-CN" altLang="en-US">
                  <a:solidFill>
                    <a:srgbClr val="0070C0"/>
                  </a:solidFill>
                  <a:latin typeface="微软雅黑" panose="020B0503020204020204" pitchFamily="34" charset="-122"/>
                  <a:ea typeface="微软雅黑" panose="020B0503020204020204" pitchFamily="34" charset="-122"/>
                </a:endParaRPr>
              </a:p>
            </p:txBody>
          </p:sp>
          <p:sp>
            <p:nvSpPr>
              <p:cNvPr id="59" name="文本框 105"/>
              <p:cNvSpPr txBox="1"/>
              <p:nvPr>
                <p:custDataLst>
                  <p:tags r:id="rId18"/>
                </p:custDataLst>
              </p:nvPr>
            </p:nvSpPr>
            <p:spPr>
              <a:xfrm>
                <a:off x="4404952" y="1627171"/>
                <a:ext cx="528257" cy="517350"/>
              </a:xfrm>
              <a:prstGeom prst="rect">
                <a:avLst/>
              </a:prstGeom>
              <a:noFill/>
              <a:ln>
                <a:noFill/>
              </a:ln>
            </p:spPr>
            <p:txBody>
              <a:bodyPr wrap="square" rtlCol="0">
                <a:spAutoFit/>
              </a:bodyPr>
              <a:lstStyle/>
              <a:p>
                <a:r>
                  <a:rPr lang="en-US" altLang="zh-CN" sz="1400" dirty="0">
                    <a:solidFill>
                      <a:srgbClr val="679E2A"/>
                    </a:solidFill>
                    <a:latin typeface="微软雅黑" panose="020B0503020204020204" pitchFamily="34" charset="-122"/>
                    <a:ea typeface="微软雅黑" panose="020B0503020204020204" pitchFamily="34" charset="-122"/>
                  </a:rPr>
                  <a:t>03</a:t>
                </a:r>
                <a:endParaRPr lang="zh-CN" altLang="en-US" sz="1400" dirty="0">
                  <a:solidFill>
                    <a:srgbClr val="679E2A"/>
                  </a:solidFill>
                  <a:latin typeface="微软雅黑" panose="020B0503020204020204" pitchFamily="34" charset="-122"/>
                  <a:ea typeface="微软雅黑" panose="020B0503020204020204" pitchFamily="34" charset="-122"/>
                </a:endParaRPr>
              </a:p>
            </p:txBody>
          </p:sp>
        </p:grpSp>
      </p:grpSp>
      <p:grpSp>
        <p:nvGrpSpPr>
          <p:cNvPr id="62" name="组合 61"/>
          <p:cNvGrpSpPr/>
          <p:nvPr>
            <p:custDataLst>
              <p:tags r:id="rId19"/>
            </p:custDataLst>
          </p:nvPr>
        </p:nvGrpSpPr>
        <p:grpSpPr>
          <a:xfrm>
            <a:off x="4617720" y="2512695"/>
            <a:ext cx="1113790" cy="1598930"/>
            <a:chOff x="6156302" y="2614250"/>
            <a:chExt cx="1484565" cy="2865828"/>
          </a:xfrm>
        </p:grpSpPr>
        <p:grpSp>
          <p:nvGrpSpPr>
            <p:cNvPr id="63" name="组合 62"/>
            <p:cNvGrpSpPr/>
            <p:nvPr/>
          </p:nvGrpSpPr>
          <p:grpSpPr>
            <a:xfrm>
              <a:off x="6156302" y="2614250"/>
              <a:ext cx="1484565" cy="2865828"/>
              <a:chOff x="6156302" y="2614250"/>
              <a:chExt cx="1484565" cy="2865828"/>
            </a:xfrm>
          </p:grpSpPr>
          <p:sp>
            <p:nvSpPr>
              <p:cNvPr id="67" name="MH_Other_3"/>
              <p:cNvSpPr/>
              <p:nvPr>
                <p:custDataLst>
                  <p:tags r:id="rId20"/>
                </p:custDataLst>
              </p:nvPr>
            </p:nvSpPr>
            <p:spPr>
              <a:xfrm rot="5400000" flipV="1">
                <a:off x="5311844" y="3746719"/>
                <a:ext cx="2577817" cy="888902"/>
              </a:xfrm>
              <a:prstGeom prst="bentArrow">
                <a:avLst>
                  <a:gd name="adj1" fmla="val 7438"/>
                  <a:gd name="adj2" fmla="val 3464"/>
                  <a:gd name="adj3" fmla="val 0"/>
                  <a:gd name="adj4" fmla="val 30020"/>
                </a:avLst>
              </a:prstGeom>
              <a:solidFill>
                <a:srgbClr val="5FBD98"/>
              </a:solidFill>
              <a:ln w="76200" cap="flat" cmpd="sng" algn="ctr">
                <a:solidFill>
                  <a:srgbClr val="679E2A"/>
                </a:solidFill>
                <a:prstDash val="solid"/>
              </a:ln>
              <a:effectLst/>
            </p:spPr>
            <p:txBody>
              <a:bodyPr anchor="ctr"/>
              <a:lstStyle/>
              <a:p>
                <a:pPr algn="ctr" defTabSz="772795">
                  <a:defRPr/>
                </a:pPr>
                <a:endParaRPr lang="en-US" sz="2000" kern="0">
                  <a:solidFill>
                    <a:srgbClr val="0070C0"/>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68" name="椭圆 67"/>
              <p:cNvSpPr/>
              <p:nvPr>
                <p:custDataLst>
                  <p:tags r:id="rId21"/>
                </p:custDataLst>
              </p:nvPr>
            </p:nvSpPr>
            <p:spPr>
              <a:xfrm>
                <a:off x="7018705" y="2614250"/>
                <a:ext cx="622162" cy="622163"/>
              </a:xfrm>
              <a:prstGeom prst="ellipse">
                <a:avLst/>
              </a:prstGeom>
              <a:solidFill>
                <a:srgbClr val="679E2A"/>
              </a:solidFill>
              <a:ln>
                <a:solidFill>
                  <a:srgbClr val="679E2A"/>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070C0"/>
                  </a:solidFill>
                  <a:latin typeface="微软雅黑" panose="020B0503020204020204" pitchFamily="34" charset="-122"/>
                  <a:ea typeface="微软雅黑" panose="020B0503020204020204" pitchFamily="34" charset="-122"/>
                </a:endParaRPr>
              </a:p>
            </p:txBody>
          </p:sp>
        </p:grpSp>
        <p:grpSp>
          <p:nvGrpSpPr>
            <p:cNvPr id="64" name="组合 63"/>
            <p:cNvGrpSpPr/>
            <p:nvPr/>
          </p:nvGrpSpPr>
          <p:grpSpPr>
            <a:xfrm>
              <a:off x="7082031" y="2690388"/>
              <a:ext cx="528258" cy="586535"/>
              <a:chOff x="4397188" y="1573446"/>
              <a:chExt cx="528258" cy="586535"/>
            </a:xfrm>
          </p:grpSpPr>
          <p:sp>
            <p:nvSpPr>
              <p:cNvPr id="65" name="椭圆 64"/>
              <p:cNvSpPr/>
              <p:nvPr>
                <p:custDataLst>
                  <p:tags r:id="rId22"/>
                </p:custDataLst>
              </p:nvPr>
            </p:nvSpPr>
            <p:spPr>
              <a:xfrm>
                <a:off x="4418676" y="1573446"/>
                <a:ext cx="464474" cy="464474"/>
              </a:xfrm>
              <a:prstGeom prst="ellipse">
                <a:avLst/>
              </a:prstGeom>
              <a:gradFill>
                <a:gsLst>
                  <a:gs pos="0">
                    <a:schemeClr val="bg1">
                      <a:lumMod val="75000"/>
                    </a:schemeClr>
                  </a:gs>
                  <a:gs pos="100000">
                    <a:schemeClr val="bg1"/>
                  </a:gs>
                </a:gsLst>
                <a:lin ang="5400000" scaled="1"/>
              </a:gradFill>
              <a:ln w="25400" cap="flat">
                <a:gradFill>
                  <a:gsLst>
                    <a:gs pos="0">
                      <a:schemeClr val="bg1"/>
                    </a:gs>
                    <a:gs pos="100000">
                      <a:srgbClr val="DDDDDD"/>
                    </a:gs>
                  </a:gsLst>
                  <a:lin ang="5400000" scaled="1"/>
                </a:gradFill>
                <a:prstDash val="solid"/>
                <a:miter lim="800000"/>
              </a:ln>
              <a:effectLst>
                <a:outerShdw blurRad="228600" dist="228600" dir="5400000" algn="t" rotWithShape="0">
                  <a:schemeClr val="tx1">
                    <a:lumMod val="85000"/>
                    <a:lumOff val="15000"/>
                    <a:alpha val="28000"/>
                  </a:schemeClr>
                </a:outerShdw>
              </a:effectLst>
            </p:spPr>
            <p:txBody>
              <a:bodyPr vert="horz" wrap="square" lIns="91440" tIns="45720" rIns="91440" bIns="45720" numCol="1" anchor="t" anchorCtr="0" compatLnSpc="1"/>
              <a:lstStyle/>
              <a:p>
                <a:endParaRPr lang="zh-CN" altLang="en-US">
                  <a:solidFill>
                    <a:srgbClr val="0070C0"/>
                  </a:solidFill>
                  <a:latin typeface="微软雅黑" panose="020B0503020204020204" pitchFamily="34" charset="-122"/>
                  <a:ea typeface="微软雅黑" panose="020B0503020204020204" pitchFamily="34" charset="-122"/>
                </a:endParaRPr>
              </a:p>
            </p:txBody>
          </p:sp>
          <p:sp>
            <p:nvSpPr>
              <p:cNvPr id="66" name="文本框 108"/>
              <p:cNvSpPr txBox="1"/>
              <p:nvPr>
                <p:custDataLst>
                  <p:tags r:id="rId23"/>
                </p:custDataLst>
              </p:nvPr>
            </p:nvSpPr>
            <p:spPr>
              <a:xfrm>
                <a:off x="4397188" y="1610261"/>
                <a:ext cx="528258" cy="549720"/>
              </a:xfrm>
              <a:prstGeom prst="rect">
                <a:avLst/>
              </a:prstGeom>
              <a:noFill/>
            </p:spPr>
            <p:txBody>
              <a:bodyPr wrap="square" rtlCol="0">
                <a:spAutoFit/>
              </a:bodyPr>
              <a:lstStyle/>
              <a:p>
                <a:r>
                  <a:rPr lang="en-US" altLang="zh-CN" sz="1400" dirty="0">
                    <a:solidFill>
                      <a:srgbClr val="679E2A"/>
                    </a:solidFill>
                    <a:latin typeface="微软雅黑" panose="020B0503020204020204" pitchFamily="34" charset="-122"/>
                    <a:ea typeface="微软雅黑" panose="020B0503020204020204" pitchFamily="34" charset="-122"/>
                  </a:rPr>
                  <a:t>04</a:t>
                </a:r>
                <a:endParaRPr lang="zh-CN" altLang="en-US" sz="1400" dirty="0">
                  <a:solidFill>
                    <a:srgbClr val="679E2A"/>
                  </a:solidFill>
                  <a:latin typeface="微软雅黑" panose="020B0503020204020204" pitchFamily="34" charset="-122"/>
                  <a:ea typeface="微软雅黑" panose="020B0503020204020204" pitchFamily="34" charset="-122"/>
                </a:endParaRPr>
              </a:p>
            </p:txBody>
          </p:sp>
        </p:grpSp>
      </p:grpSp>
      <p:grpSp>
        <p:nvGrpSpPr>
          <p:cNvPr id="83" name="组合 82"/>
          <p:cNvGrpSpPr/>
          <p:nvPr>
            <p:custDataLst>
              <p:tags r:id="rId24"/>
            </p:custDataLst>
          </p:nvPr>
        </p:nvGrpSpPr>
        <p:grpSpPr>
          <a:xfrm>
            <a:off x="5740602" y="1062455"/>
            <a:ext cx="2468993" cy="983578"/>
            <a:chOff x="7652807" y="1416170"/>
            <a:chExt cx="3291419" cy="1311032"/>
          </a:xfrm>
        </p:grpSpPr>
        <p:cxnSp>
          <p:nvCxnSpPr>
            <p:cNvPr id="84" name="直接连接符 83"/>
            <p:cNvCxnSpPr/>
            <p:nvPr>
              <p:custDataLst>
                <p:tags r:id="rId25"/>
              </p:custDataLst>
            </p:nvPr>
          </p:nvCxnSpPr>
          <p:spPr>
            <a:xfrm>
              <a:off x="7652807" y="1796348"/>
              <a:ext cx="2786593" cy="0"/>
            </a:xfrm>
            <a:prstGeom prst="line">
              <a:avLst/>
            </a:prstGeom>
            <a:ln w="19050">
              <a:solidFill>
                <a:schemeClr val="tx1">
                  <a:lumMod val="65000"/>
                  <a:lumOff val="35000"/>
                </a:schemeClr>
              </a:solidFill>
              <a:prstDash val="sysDot"/>
              <a:tailEnd type="oval"/>
            </a:ln>
          </p:spPr>
          <p:style>
            <a:lnRef idx="1">
              <a:schemeClr val="accent1"/>
            </a:lnRef>
            <a:fillRef idx="0">
              <a:schemeClr val="accent1"/>
            </a:fillRef>
            <a:effectRef idx="0">
              <a:schemeClr val="accent1"/>
            </a:effectRef>
            <a:fontRef idx="minor">
              <a:schemeClr val="tx1"/>
            </a:fontRef>
          </p:style>
        </p:cxnSp>
        <p:grpSp>
          <p:nvGrpSpPr>
            <p:cNvPr id="85" name="组合 84"/>
            <p:cNvGrpSpPr/>
            <p:nvPr/>
          </p:nvGrpSpPr>
          <p:grpSpPr>
            <a:xfrm>
              <a:off x="7814472" y="1416170"/>
              <a:ext cx="3129754" cy="1311032"/>
              <a:chOff x="5919359" y="1447486"/>
              <a:chExt cx="3129754" cy="1311032"/>
            </a:xfrm>
          </p:grpSpPr>
          <p:sp>
            <p:nvSpPr>
              <p:cNvPr id="86" name="MH_SubTitle_1"/>
              <p:cNvSpPr>
                <a:spLocks noChangeArrowheads="1"/>
              </p:cNvSpPr>
              <p:nvPr>
                <p:custDataLst>
                  <p:tags r:id="rId26"/>
                </p:custDataLst>
              </p:nvPr>
            </p:nvSpPr>
            <p:spPr bwMode="auto">
              <a:xfrm flipH="1">
                <a:off x="5919359" y="1447486"/>
                <a:ext cx="1333268" cy="429127"/>
              </a:xfrm>
              <a:prstGeom prst="rect">
                <a:avLst/>
              </a:prstGeom>
              <a:noFill/>
            </p:spPr>
            <p:txBody>
              <a:bodyPr wrap="none" rtlCol="0">
                <a:spAutoFit/>
              </a:bodyPr>
              <a:lstStyle/>
              <a:p>
                <a:pPr algn="r"/>
                <a:r>
                  <a:rPr lang="en-US" altLang="zh-CN" sz="1500" dirty="0">
                    <a:solidFill>
                      <a:schemeClr val="tx1">
                        <a:lumMod val="75000"/>
                        <a:lumOff val="25000"/>
                      </a:schemeClr>
                    </a:solidFill>
                    <a:latin typeface="微软雅黑" panose="020B0503020204020204" pitchFamily="34" charset="-122"/>
                    <a:ea typeface="微软雅黑" panose="020B0503020204020204" pitchFamily="34" charset="-122"/>
                  </a:rPr>
                  <a:t>Cerberus</a:t>
                </a:r>
                <a:endParaRPr lang="en-US" altLang="zh-CN" sz="15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87" name="Rectangle 5"/>
              <p:cNvSpPr/>
              <p:nvPr>
                <p:custDataLst>
                  <p:tags r:id="rId27"/>
                </p:custDataLst>
              </p:nvPr>
            </p:nvSpPr>
            <p:spPr bwMode="auto">
              <a:xfrm>
                <a:off x="5980705" y="1871156"/>
                <a:ext cx="3068408" cy="887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type="none" w="med" len="med"/>
                    <a:tailEnd type="none" w="med" len="med"/>
                  </a14:hiddenLine>
                </a:ext>
              </a:extLst>
            </p:spPr>
            <p:txBody>
              <a:bodyPr lIns="0" tIns="0" rIns="0" bIns="0" anchor="t"/>
              <a:lstStyle/>
              <a:p>
                <a:pPr fontAlgn="base">
                  <a:lnSpc>
                    <a:spcPct val="150000"/>
                  </a:lnSpc>
                  <a:spcBef>
                    <a:spcPct val="0"/>
                  </a:spcBef>
                  <a:spcAft>
                    <a:spcPct val="0"/>
                  </a:spcAft>
                </a:pPr>
                <a:r>
                  <a:rPr lang="en-US" altLang="zh-CN" sz="1000" dirty="0">
                    <a:solidFill>
                      <a:schemeClr val="tx1">
                        <a:lumMod val="65000"/>
                        <a:lumOff val="35000"/>
                      </a:schemeClr>
                    </a:solidFill>
                    <a:latin typeface="微软雅黑" panose="020B0503020204020204" pitchFamily="34" charset="-122"/>
                    <a:ea typeface="微软雅黑" panose="020B0503020204020204" pitchFamily="34" charset="-122"/>
                    <a:cs typeface="Lato Light" charset="0"/>
                    <a:sym typeface="Lato Light" charset="0"/>
                  </a:rPr>
                  <a:t>Cerberus </a:t>
                </a:r>
                <a:r>
                  <a:rPr lang="zh-CN" altLang="en-US" sz="1000" dirty="0">
                    <a:solidFill>
                      <a:schemeClr val="tx1">
                        <a:lumMod val="65000"/>
                        <a:lumOff val="35000"/>
                      </a:schemeClr>
                    </a:solidFill>
                    <a:latin typeface="微软雅黑" panose="020B0503020204020204" pitchFamily="34" charset="-122"/>
                    <a:ea typeface="微软雅黑" panose="020B0503020204020204" pitchFamily="34" charset="-122"/>
                    <a:cs typeface="Lato Light" charset="0"/>
                    <a:sym typeface="Lato Light" charset="0"/>
                  </a:rPr>
                  <a:t>的优势在于其对服务端代码可见性下的静态高精度漏洞检测能力，但也依赖源码可获取、</a:t>
                </a:r>
                <a:r>
                  <a:rPr lang="en-US" altLang="zh-CN" sz="1000" dirty="0">
                    <a:solidFill>
                      <a:schemeClr val="tx1">
                        <a:lumMod val="65000"/>
                        <a:lumOff val="35000"/>
                      </a:schemeClr>
                    </a:solidFill>
                    <a:latin typeface="微软雅黑" panose="020B0503020204020204" pitchFamily="34" charset="-122"/>
                    <a:ea typeface="微软雅黑" panose="020B0503020204020204" pitchFamily="34" charset="-122"/>
                    <a:cs typeface="Lato Light" charset="0"/>
                    <a:sym typeface="Lato Light" charset="0"/>
                  </a:rPr>
                  <a:t>OAuth </a:t>
                </a:r>
                <a:r>
                  <a:rPr lang="zh-CN" altLang="en-US" sz="1000" dirty="0">
                    <a:solidFill>
                      <a:schemeClr val="tx1">
                        <a:lumMod val="65000"/>
                        <a:lumOff val="35000"/>
                      </a:schemeClr>
                    </a:solidFill>
                    <a:latin typeface="微软雅黑" panose="020B0503020204020204" pitchFamily="34" charset="-122"/>
                    <a:ea typeface="微软雅黑" panose="020B0503020204020204" pitchFamily="34" charset="-122"/>
                    <a:cs typeface="Lato Light" charset="0"/>
                    <a:sym typeface="Lato Light" charset="0"/>
                  </a:rPr>
                  <a:t>实现可解析的前提，因此难以应用于对闭源系统或大规模</a:t>
                </a:r>
                <a:r>
                  <a:rPr lang="en-US" altLang="zh-CN" sz="1000" dirty="0">
                    <a:solidFill>
                      <a:schemeClr val="tx1">
                        <a:lumMod val="65000"/>
                        <a:lumOff val="35000"/>
                      </a:schemeClr>
                    </a:solidFill>
                    <a:latin typeface="微软雅黑" panose="020B0503020204020204" pitchFamily="34" charset="-122"/>
                    <a:ea typeface="微软雅黑" panose="020B0503020204020204" pitchFamily="34" charset="-122"/>
                    <a:cs typeface="Lato Light" charset="0"/>
                    <a:sym typeface="Lato Light" charset="0"/>
                  </a:rPr>
                  <a:t> Web </a:t>
                </a:r>
                <a:r>
                  <a:rPr lang="zh-CN" altLang="en-US" sz="1000" dirty="0">
                    <a:solidFill>
                      <a:schemeClr val="tx1">
                        <a:lumMod val="65000"/>
                        <a:lumOff val="35000"/>
                      </a:schemeClr>
                    </a:solidFill>
                    <a:latin typeface="微软雅黑" panose="020B0503020204020204" pitchFamily="34" charset="-122"/>
                    <a:ea typeface="微软雅黑" panose="020B0503020204020204" pitchFamily="34" charset="-122"/>
                    <a:cs typeface="Lato Light" charset="0"/>
                    <a:sym typeface="Lato Light" charset="0"/>
                  </a:rPr>
                  <a:t>服务的黑盒测量。</a:t>
                </a:r>
                <a:endParaRPr lang="zh-CN" altLang="en-US" sz="1000" dirty="0">
                  <a:solidFill>
                    <a:schemeClr val="tx1">
                      <a:lumMod val="65000"/>
                      <a:lumOff val="35000"/>
                    </a:schemeClr>
                  </a:solidFill>
                  <a:latin typeface="微软雅黑" panose="020B0503020204020204" pitchFamily="34" charset="-122"/>
                  <a:ea typeface="微软雅黑" panose="020B0503020204020204" pitchFamily="34" charset="-122"/>
                  <a:cs typeface="Lato Light" charset="0"/>
                  <a:sym typeface="Lato Light" charset="0"/>
                </a:endParaRPr>
              </a:p>
            </p:txBody>
          </p:sp>
        </p:grpSp>
      </p:grpSp>
      <p:grpSp>
        <p:nvGrpSpPr>
          <p:cNvPr id="88" name="组合 87"/>
          <p:cNvGrpSpPr/>
          <p:nvPr>
            <p:custDataLst>
              <p:tags r:id="rId28"/>
            </p:custDataLst>
          </p:nvPr>
        </p:nvGrpSpPr>
        <p:grpSpPr>
          <a:xfrm>
            <a:off x="5676938" y="2830540"/>
            <a:ext cx="2763533" cy="988060"/>
            <a:chOff x="7600950" y="2850310"/>
            <a:chExt cx="3684071" cy="1317006"/>
          </a:xfrm>
        </p:grpSpPr>
        <p:grpSp>
          <p:nvGrpSpPr>
            <p:cNvPr id="89" name="组合 88"/>
            <p:cNvGrpSpPr/>
            <p:nvPr/>
          </p:nvGrpSpPr>
          <p:grpSpPr>
            <a:xfrm>
              <a:off x="7984441" y="2850310"/>
              <a:ext cx="3300580" cy="1317006"/>
              <a:chOff x="5908353" y="1441561"/>
              <a:chExt cx="3300580" cy="1317006"/>
            </a:xfrm>
          </p:grpSpPr>
          <p:sp>
            <p:nvSpPr>
              <p:cNvPr id="91" name="MH_SubTitle_1"/>
              <p:cNvSpPr>
                <a:spLocks noChangeArrowheads="1"/>
              </p:cNvSpPr>
              <p:nvPr>
                <p:custDataLst>
                  <p:tags r:id="rId29"/>
                </p:custDataLst>
              </p:nvPr>
            </p:nvSpPr>
            <p:spPr bwMode="auto">
              <a:xfrm flipH="1">
                <a:off x="5908353" y="1441561"/>
                <a:ext cx="2094290" cy="429127"/>
              </a:xfrm>
              <a:prstGeom prst="rect">
                <a:avLst/>
              </a:prstGeom>
              <a:noFill/>
            </p:spPr>
            <p:txBody>
              <a:bodyPr wrap="none" rtlCol="0">
                <a:spAutoFit/>
              </a:bodyPr>
              <a:lstStyle/>
              <a:p>
                <a:pPr algn="r"/>
                <a:r>
                  <a:rPr lang="en-US" altLang="zh-CN" sz="1500" dirty="0">
                    <a:solidFill>
                      <a:schemeClr val="tx1">
                        <a:lumMod val="75000"/>
                        <a:lumOff val="25000"/>
                      </a:schemeClr>
                    </a:solidFill>
                    <a:latin typeface="微软雅黑" panose="020B0503020204020204" pitchFamily="34" charset="-122"/>
                    <a:ea typeface="微软雅黑" panose="020B0503020204020204" pitchFamily="34" charset="-122"/>
                  </a:rPr>
                  <a:t>SSO-MONITOR</a:t>
                </a:r>
                <a:endParaRPr lang="en-US" altLang="zh-CN" sz="15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92" name="Rectangle 5"/>
              <p:cNvSpPr/>
              <p:nvPr>
                <p:custDataLst>
                  <p:tags r:id="rId30"/>
                </p:custDataLst>
              </p:nvPr>
            </p:nvSpPr>
            <p:spPr bwMode="auto">
              <a:xfrm>
                <a:off x="5980307" y="1871535"/>
                <a:ext cx="3228626" cy="8870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type="none" w="med" len="med"/>
                    <a:tailEnd type="none" w="med" len="med"/>
                  </a14:hiddenLine>
                </a:ext>
              </a:extLst>
            </p:spPr>
            <p:txBody>
              <a:bodyPr lIns="0" tIns="0" rIns="0" bIns="0" anchor="t"/>
              <a:lstStyle/>
              <a:p>
                <a:pPr fontAlgn="base">
                  <a:lnSpc>
                    <a:spcPct val="150000"/>
                  </a:lnSpc>
                  <a:spcBef>
                    <a:spcPct val="0"/>
                  </a:spcBef>
                  <a:spcAft>
                    <a:spcPct val="0"/>
                  </a:spcAft>
                </a:pPr>
                <a:r>
                  <a:rPr lang="en-US" altLang="zh-CN" sz="1000" dirty="0">
                    <a:solidFill>
                      <a:schemeClr val="tx1">
                        <a:lumMod val="65000"/>
                        <a:lumOff val="35000"/>
                      </a:schemeClr>
                    </a:solidFill>
                    <a:latin typeface="微软雅黑" panose="020B0503020204020204" pitchFamily="34" charset="-122"/>
                    <a:ea typeface="微软雅黑" panose="020B0503020204020204" pitchFamily="34" charset="-122"/>
                    <a:cs typeface="Lato Light" charset="0"/>
                    <a:sym typeface="Lato Light" charset="0"/>
                  </a:rPr>
                  <a:t>SSO-moniter</a:t>
                </a:r>
                <a:r>
                  <a:rPr lang="zh-CN" altLang="en-US" sz="1000" dirty="0">
                    <a:solidFill>
                      <a:schemeClr val="tx1">
                        <a:lumMod val="65000"/>
                        <a:lumOff val="35000"/>
                      </a:schemeClr>
                    </a:solidFill>
                    <a:latin typeface="微软雅黑" panose="020B0503020204020204" pitchFamily="34" charset="-122"/>
                    <a:ea typeface="微软雅黑" panose="020B0503020204020204" pitchFamily="34" charset="-122"/>
                    <a:cs typeface="Lato Light" charset="0"/>
                    <a:sym typeface="Lato Light" charset="0"/>
                  </a:rPr>
                  <a:t>主要关注于如何识别出存在</a:t>
                </a:r>
                <a:r>
                  <a:rPr lang="en-US" altLang="zh-CN" sz="1000" dirty="0">
                    <a:solidFill>
                      <a:schemeClr val="tx1">
                        <a:lumMod val="65000"/>
                        <a:lumOff val="35000"/>
                      </a:schemeClr>
                    </a:solidFill>
                    <a:latin typeface="微软雅黑" panose="020B0503020204020204" pitchFamily="34" charset="-122"/>
                    <a:ea typeface="微软雅黑" panose="020B0503020204020204" pitchFamily="34" charset="-122"/>
                    <a:cs typeface="Lato Light" charset="0"/>
                    <a:sym typeface="Lato Light" charset="0"/>
                  </a:rPr>
                  <a:t>SSO</a:t>
                </a:r>
                <a:r>
                  <a:rPr lang="zh-CN" altLang="en-US" sz="1000" dirty="0">
                    <a:solidFill>
                      <a:schemeClr val="tx1">
                        <a:lumMod val="65000"/>
                        <a:lumOff val="35000"/>
                      </a:schemeClr>
                    </a:solidFill>
                    <a:latin typeface="微软雅黑" panose="020B0503020204020204" pitchFamily="34" charset="-122"/>
                    <a:ea typeface="微软雅黑" panose="020B0503020204020204" pitchFamily="34" charset="-122"/>
                    <a:cs typeface="Lato Light" charset="0"/>
                    <a:sym typeface="Lato Light" charset="0"/>
                  </a:rPr>
                  <a:t>的网站，用于识别</a:t>
                </a:r>
                <a:r>
                  <a:rPr lang="en-US" altLang="zh-CN" sz="1000" dirty="0">
                    <a:solidFill>
                      <a:schemeClr val="tx1">
                        <a:lumMod val="65000"/>
                        <a:lumOff val="35000"/>
                      </a:schemeClr>
                    </a:solidFill>
                    <a:latin typeface="微软雅黑" panose="020B0503020204020204" pitchFamily="34" charset="-122"/>
                    <a:ea typeface="微软雅黑" panose="020B0503020204020204" pitchFamily="34" charset="-122"/>
                    <a:cs typeface="Lato Light" charset="0"/>
                    <a:sym typeface="Lato Light" charset="0"/>
                  </a:rPr>
                  <a:t>SSO</a:t>
                </a:r>
                <a:r>
                  <a:rPr lang="zh-CN" altLang="en-US" sz="1000" dirty="0">
                    <a:solidFill>
                      <a:schemeClr val="tx1">
                        <a:lumMod val="65000"/>
                        <a:lumOff val="35000"/>
                      </a:schemeClr>
                    </a:solidFill>
                    <a:latin typeface="微软雅黑" panose="020B0503020204020204" pitchFamily="34" charset="-122"/>
                    <a:ea typeface="微软雅黑" panose="020B0503020204020204" pitchFamily="34" charset="-122"/>
                    <a:cs typeface="Lato Light" charset="0"/>
                    <a:sym typeface="Lato Light" charset="0"/>
                  </a:rPr>
                  <a:t>流程所存在的漏洞的功能仅仅是测试实现，且目前仍然缺少针对国内</a:t>
                </a:r>
                <a:r>
                  <a:rPr lang="en-US" altLang="zh-CN" sz="1000" dirty="0">
                    <a:solidFill>
                      <a:schemeClr val="tx1">
                        <a:lumMod val="65000"/>
                        <a:lumOff val="35000"/>
                      </a:schemeClr>
                    </a:solidFill>
                    <a:latin typeface="微软雅黑" panose="020B0503020204020204" pitchFamily="34" charset="-122"/>
                    <a:ea typeface="微软雅黑" panose="020B0503020204020204" pitchFamily="34" charset="-122"/>
                    <a:cs typeface="Lato Light" charset="0"/>
                    <a:sym typeface="Lato Light" charset="0"/>
                  </a:rPr>
                  <a:t>SSO</a:t>
                </a:r>
                <a:r>
                  <a:rPr lang="zh-CN" altLang="en-US" sz="1000" dirty="0">
                    <a:solidFill>
                      <a:schemeClr val="tx1">
                        <a:lumMod val="65000"/>
                        <a:lumOff val="35000"/>
                      </a:schemeClr>
                    </a:solidFill>
                    <a:latin typeface="微软雅黑" panose="020B0503020204020204" pitchFamily="34" charset="-122"/>
                    <a:ea typeface="微软雅黑" panose="020B0503020204020204" pitchFamily="34" charset="-122"/>
                    <a:cs typeface="Lato Light" charset="0"/>
                    <a:sym typeface="Lato Light" charset="0"/>
                  </a:rPr>
                  <a:t>系统的大规模检测报告。</a:t>
                </a:r>
                <a:endParaRPr lang="zh-CN" altLang="en-US" sz="1000" dirty="0">
                  <a:solidFill>
                    <a:schemeClr val="tx1">
                      <a:lumMod val="65000"/>
                      <a:lumOff val="35000"/>
                    </a:schemeClr>
                  </a:solidFill>
                  <a:latin typeface="微软雅黑" panose="020B0503020204020204" pitchFamily="34" charset="-122"/>
                  <a:ea typeface="微软雅黑" panose="020B0503020204020204" pitchFamily="34" charset="-122"/>
                  <a:cs typeface="Lato Light" charset="0"/>
                  <a:sym typeface="Lato Light" charset="0"/>
                </a:endParaRPr>
              </a:p>
            </p:txBody>
          </p:sp>
        </p:grpSp>
        <p:sp>
          <p:nvSpPr>
            <p:cNvPr id="90" name="任意多边形 89"/>
            <p:cNvSpPr/>
            <p:nvPr>
              <p:custDataLst>
                <p:tags r:id="rId31"/>
              </p:custDataLst>
            </p:nvPr>
          </p:nvSpPr>
          <p:spPr>
            <a:xfrm>
              <a:off x="7600950" y="3001877"/>
              <a:ext cx="2838450" cy="265198"/>
            </a:xfrm>
            <a:custGeom>
              <a:avLst/>
              <a:gdLst>
                <a:gd name="connsiteX0" fmla="*/ 0 w 3162300"/>
                <a:gd name="connsiteY0" fmla="*/ 0 h 190500"/>
                <a:gd name="connsiteX1" fmla="*/ 361950 w 3162300"/>
                <a:gd name="connsiteY1" fmla="*/ 190500 h 190500"/>
                <a:gd name="connsiteX2" fmla="*/ 3162300 w 3162300"/>
                <a:gd name="connsiteY2" fmla="*/ 190500 h 190500"/>
              </a:gdLst>
              <a:ahLst/>
              <a:cxnLst>
                <a:cxn ang="0">
                  <a:pos x="connsiteX0" y="connsiteY0"/>
                </a:cxn>
                <a:cxn ang="0">
                  <a:pos x="connsiteX1" y="connsiteY1"/>
                </a:cxn>
                <a:cxn ang="0">
                  <a:pos x="connsiteX2" y="connsiteY2"/>
                </a:cxn>
              </a:cxnLst>
              <a:rect l="l" t="t" r="r" b="b"/>
              <a:pathLst>
                <a:path w="3162300" h="190500">
                  <a:moveTo>
                    <a:pt x="0" y="0"/>
                  </a:moveTo>
                  <a:lnTo>
                    <a:pt x="361950" y="190500"/>
                  </a:lnTo>
                  <a:lnTo>
                    <a:pt x="3162300" y="190500"/>
                  </a:lnTo>
                </a:path>
              </a:pathLst>
            </a:custGeom>
            <a:ln w="19050">
              <a:solidFill>
                <a:schemeClr val="tx1">
                  <a:lumMod val="65000"/>
                  <a:lumOff val="35000"/>
                </a:schemeClr>
              </a:solidFill>
              <a:prstDash val="sysDot"/>
              <a:tailEnd type="ova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solidFill>
                  <a:schemeClr val="tx1">
                    <a:lumMod val="65000"/>
                    <a:lumOff val="35000"/>
                  </a:schemeClr>
                </a:solidFill>
                <a:latin typeface="微软雅黑" panose="020B0503020204020204" pitchFamily="34" charset="-122"/>
                <a:ea typeface="微软雅黑" panose="020B0503020204020204" pitchFamily="34" charset="-122"/>
              </a:endParaRPr>
            </a:p>
          </p:txBody>
        </p:sp>
      </p:grpSp>
      <p:grpSp>
        <p:nvGrpSpPr>
          <p:cNvPr id="98" name="组合 97"/>
          <p:cNvGrpSpPr/>
          <p:nvPr>
            <p:custDataLst>
              <p:tags r:id="rId32"/>
            </p:custDataLst>
          </p:nvPr>
        </p:nvGrpSpPr>
        <p:grpSpPr>
          <a:xfrm>
            <a:off x="578263" y="1058646"/>
            <a:ext cx="2679397" cy="987424"/>
            <a:chOff x="770883" y="1411093"/>
            <a:chExt cx="3571909" cy="1316159"/>
          </a:xfrm>
        </p:grpSpPr>
        <p:cxnSp>
          <p:nvCxnSpPr>
            <p:cNvPr id="99" name="直接连接符 98"/>
            <p:cNvCxnSpPr/>
            <p:nvPr>
              <p:custDataLst>
                <p:tags r:id="rId33"/>
              </p:custDataLst>
            </p:nvPr>
          </p:nvCxnSpPr>
          <p:spPr>
            <a:xfrm flipH="1">
              <a:off x="1556199" y="1803136"/>
              <a:ext cx="2786593" cy="0"/>
            </a:xfrm>
            <a:prstGeom prst="line">
              <a:avLst/>
            </a:prstGeom>
            <a:ln w="19050">
              <a:solidFill>
                <a:schemeClr val="tx1">
                  <a:lumMod val="65000"/>
                  <a:lumOff val="35000"/>
                </a:schemeClr>
              </a:solidFill>
              <a:prstDash val="sysDot"/>
              <a:tailEnd type="oval"/>
            </a:ln>
          </p:spPr>
          <p:style>
            <a:lnRef idx="1">
              <a:schemeClr val="accent1"/>
            </a:lnRef>
            <a:fillRef idx="0">
              <a:schemeClr val="accent1"/>
            </a:fillRef>
            <a:effectRef idx="0">
              <a:schemeClr val="accent1"/>
            </a:effectRef>
            <a:fontRef idx="minor">
              <a:schemeClr val="tx1"/>
            </a:fontRef>
          </p:style>
        </p:cxnSp>
        <p:grpSp>
          <p:nvGrpSpPr>
            <p:cNvPr id="100" name="组合 99"/>
            <p:cNvGrpSpPr/>
            <p:nvPr/>
          </p:nvGrpSpPr>
          <p:grpSpPr>
            <a:xfrm flipH="1">
              <a:off x="770883" y="1411093"/>
              <a:ext cx="3546071" cy="1316159"/>
              <a:chOff x="5773232" y="1442408"/>
              <a:chExt cx="3546071" cy="1316159"/>
            </a:xfrm>
          </p:grpSpPr>
          <p:sp>
            <p:nvSpPr>
              <p:cNvPr id="101" name="MH_SubTitle_1"/>
              <p:cNvSpPr>
                <a:spLocks noChangeArrowheads="1"/>
              </p:cNvSpPr>
              <p:nvPr>
                <p:custDataLst>
                  <p:tags r:id="rId34"/>
                </p:custDataLst>
              </p:nvPr>
            </p:nvSpPr>
            <p:spPr bwMode="auto">
              <a:xfrm flipH="1">
                <a:off x="5773232" y="1442408"/>
                <a:ext cx="1773959" cy="429127"/>
              </a:xfrm>
              <a:prstGeom prst="rect">
                <a:avLst/>
              </a:prstGeom>
              <a:noFill/>
            </p:spPr>
            <p:txBody>
              <a:bodyPr wrap="none" rtlCol="0">
                <a:spAutoFit/>
              </a:bodyPr>
              <a:lstStyle/>
              <a:p>
                <a:pPr algn="r"/>
                <a:r>
                  <a:rPr lang="en-US" altLang="zh-CN" sz="1500" dirty="0">
                    <a:solidFill>
                      <a:schemeClr val="tx1">
                        <a:lumMod val="75000"/>
                        <a:lumOff val="25000"/>
                      </a:schemeClr>
                    </a:solidFill>
                    <a:latin typeface="微软雅黑" panose="020B0503020204020204" pitchFamily="34" charset="-122"/>
                    <a:ea typeface="微软雅黑" panose="020B0503020204020204" pitchFamily="34" charset="-122"/>
                  </a:rPr>
                  <a:t>OAuth-Tester</a:t>
                </a:r>
                <a:endParaRPr lang="en-US" altLang="zh-CN" sz="15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102" name="Rectangle 5"/>
              <p:cNvSpPr/>
              <p:nvPr>
                <p:custDataLst>
                  <p:tags r:id="rId35"/>
                </p:custDataLst>
              </p:nvPr>
            </p:nvSpPr>
            <p:spPr bwMode="auto">
              <a:xfrm>
                <a:off x="5980629" y="1871535"/>
                <a:ext cx="3338674" cy="8870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type="none" w="med" len="med"/>
                    <a:tailEnd type="none" w="med" len="med"/>
                  </a14:hiddenLine>
                </a:ext>
              </a:extLst>
            </p:spPr>
            <p:txBody>
              <a:bodyPr lIns="0" tIns="0" rIns="0" bIns="0" anchor="t"/>
              <a:lstStyle/>
              <a:p>
                <a:pPr algn="r" fontAlgn="base">
                  <a:lnSpc>
                    <a:spcPct val="150000"/>
                  </a:lnSpc>
                  <a:spcBef>
                    <a:spcPct val="0"/>
                  </a:spcBef>
                  <a:spcAft>
                    <a:spcPct val="0"/>
                  </a:spcAft>
                </a:pPr>
                <a:r>
                  <a:rPr lang="zh-CN" altLang="en-US" sz="1000" dirty="0">
                    <a:solidFill>
                      <a:schemeClr val="tx1">
                        <a:lumMod val="65000"/>
                        <a:lumOff val="35000"/>
                      </a:schemeClr>
                    </a:solidFill>
                    <a:latin typeface="微软雅黑" panose="020B0503020204020204" pitchFamily="34" charset="-122"/>
                    <a:ea typeface="微软雅黑" panose="020B0503020204020204" pitchFamily="34" charset="-122"/>
                    <a:cs typeface="Lato Light" charset="0"/>
                    <a:sym typeface="Lato Light" charset="0"/>
                  </a:rPr>
                  <a:t>尽管功能灵活，但</a:t>
                </a:r>
                <a:r>
                  <a:rPr lang="en-US" altLang="zh-CN" sz="1000" dirty="0">
                    <a:solidFill>
                      <a:schemeClr val="tx1">
                        <a:lumMod val="65000"/>
                        <a:lumOff val="35000"/>
                      </a:schemeClr>
                    </a:solidFill>
                    <a:latin typeface="微软雅黑" panose="020B0503020204020204" pitchFamily="34" charset="-122"/>
                    <a:ea typeface="微软雅黑" panose="020B0503020204020204" pitchFamily="34" charset="-122"/>
                    <a:cs typeface="Lato Light" charset="0"/>
                    <a:sym typeface="Lato Light" charset="0"/>
                  </a:rPr>
                  <a:t> OAuth-Tester </a:t>
                </a:r>
                <a:r>
                  <a:rPr lang="zh-CN" altLang="en-US" sz="1000" dirty="0">
                    <a:solidFill>
                      <a:schemeClr val="tx1">
                        <a:lumMod val="65000"/>
                        <a:lumOff val="35000"/>
                      </a:schemeClr>
                    </a:solidFill>
                    <a:latin typeface="微软雅黑" panose="020B0503020204020204" pitchFamily="34" charset="-122"/>
                    <a:ea typeface="微软雅黑" panose="020B0503020204020204" pitchFamily="34" charset="-122"/>
                    <a:cs typeface="Lato Light" charset="0"/>
                    <a:sym typeface="Lato Light" charset="0"/>
                  </a:rPr>
                  <a:t>主要面向协议级漏洞测试，无法大规模自动化适配现实站点中的多样化</a:t>
                </a:r>
                <a:r>
                  <a:rPr lang="en-US" altLang="zh-CN" sz="1000" dirty="0">
                    <a:solidFill>
                      <a:schemeClr val="tx1">
                        <a:lumMod val="65000"/>
                        <a:lumOff val="35000"/>
                      </a:schemeClr>
                    </a:solidFill>
                    <a:latin typeface="微软雅黑" panose="020B0503020204020204" pitchFamily="34" charset="-122"/>
                    <a:ea typeface="微软雅黑" panose="020B0503020204020204" pitchFamily="34" charset="-122"/>
                    <a:cs typeface="Lato Light" charset="0"/>
                    <a:sym typeface="Lato Light" charset="0"/>
                  </a:rPr>
                  <a:t> OAuth </a:t>
                </a:r>
                <a:r>
                  <a:rPr lang="zh-CN" altLang="en-US" sz="1000" dirty="0">
                    <a:solidFill>
                      <a:schemeClr val="tx1">
                        <a:lumMod val="65000"/>
                        <a:lumOff val="35000"/>
                      </a:schemeClr>
                    </a:solidFill>
                    <a:latin typeface="微软雅黑" panose="020B0503020204020204" pitchFamily="34" charset="-122"/>
                    <a:ea typeface="微软雅黑" panose="020B0503020204020204" pitchFamily="34" charset="-122"/>
                    <a:cs typeface="Lato Light" charset="0"/>
                    <a:sym typeface="Lato Light" charset="0"/>
                  </a:rPr>
                  <a:t>实现差异，在动态表单识别、身份绑定等方面存在较大局限</a:t>
                </a:r>
                <a:endParaRPr lang="zh-CN" altLang="en-US" sz="1000" dirty="0">
                  <a:solidFill>
                    <a:schemeClr val="tx1">
                      <a:lumMod val="65000"/>
                      <a:lumOff val="35000"/>
                    </a:schemeClr>
                  </a:solidFill>
                  <a:latin typeface="微软雅黑" panose="020B0503020204020204" pitchFamily="34" charset="-122"/>
                  <a:ea typeface="微软雅黑" panose="020B0503020204020204" pitchFamily="34" charset="-122"/>
                  <a:cs typeface="Lato Light" charset="0"/>
                  <a:sym typeface="Lato Light" charset="0"/>
                </a:endParaRPr>
              </a:p>
            </p:txBody>
          </p:sp>
        </p:grpSp>
      </p:grpSp>
      <p:grpSp>
        <p:nvGrpSpPr>
          <p:cNvPr id="103" name="组合 102"/>
          <p:cNvGrpSpPr/>
          <p:nvPr>
            <p:custDataLst>
              <p:tags r:id="rId36"/>
            </p:custDataLst>
          </p:nvPr>
        </p:nvGrpSpPr>
        <p:grpSpPr>
          <a:xfrm>
            <a:off x="701581" y="2644195"/>
            <a:ext cx="2476719" cy="983578"/>
            <a:chOff x="1028396" y="2960800"/>
            <a:chExt cx="3301719" cy="1311032"/>
          </a:xfrm>
        </p:grpSpPr>
        <p:cxnSp>
          <p:nvCxnSpPr>
            <p:cNvPr id="104" name="直接连接符 103"/>
            <p:cNvCxnSpPr/>
            <p:nvPr>
              <p:custDataLst>
                <p:tags r:id="rId37"/>
              </p:custDataLst>
            </p:nvPr>
          </p:nvCxnSpPr>
          <p:spPr>
            <a:xfrm flipH="1">
              <a:off x="1543522" y="3347765"/>
              <a:ext cx="2786593" cy="0"/>
            </a:xfrm>
            <a:prstGeom prst="line">
              <a:avLst/>
            </a:prstGeom>
            <a:ln w="19050">
              <a:solidFill>
                <a:schemeClr val="tx1">
                  <a:lumMod val="65000"/>
                  <a:lumOff val="35000"/>
                </a:schemeClr>
              </a:solidFill>
              <a:prstDash val="sysDot"/>
              <a:tailEnd type="oval"/>
            </a:ln>
          </p:spPr>
          <p:style>
            <a:lnRef idx="1">
              <a:schemeClr val="accent1"/>
            </a:lnRef>
            <a:fillRef idx="0">
              <a:schemeClr val="accent1"/>
            </a:fillRef>
            <a:effectRef idx="0">
              <a:schemeClr val="accent1"/>
            </a:effectRef>
            <a:fontRef idx="minor">
              <a:schemeClr val="tx1"/>
            </a:fontRef>
          </p:style>
        </p:cxnSp>
        <p:grpSp>
          <p:nvGrpSpPr>
            <p:cNvPr id="105" name="组合 104"/>
            <p:cNvGrpSpPr/>
            <p:nvPr/>
          </p:nvGrpSpPr>
          <p:grpSpPr>
            <a:xfrm flipH="1">
              <a:off x="1028396" y="2960800"/>
              <a:ext cx="3227202" cy="1311032"/>
              <a:chOff x="5821911" y="1447486"/>
              <a:chExt cx="3227202" cy="1311032"/>
            </a:xfrm>
          </p:grpSpPr>
          <p:sp>
            <p:nvSpPr>
              <p:cNvPr id="106" name="MH_SubTitle_1"/>
              <p:cNvSpPr>
                <a:spLocks noChangeArrowheads="1"/>
              </p:cNvSpPr>
              <p:nvPr>
                <p:custDataLst>
                  <p:tags r:id="rId38"/>
                </p:custDataLst>
              </p:nvPr>
            </p:nvSpPr>
            <p:spPr bwMode="auto">
              <a:xfrm flipH="1">
                <a:off x="5821911" y="1447486"/>
                <a:ext cx="2099441" cy="429127"/>
              </a:xfrm>
              <a:prstGeom prst="rect">
                <a:avLst/>
              </a:prstGeom>
              <a:noFill/>
            </p:spPr>
            <p:txBody>
              <a:bodyPr wrap="none" rtlCol="0">
                <a:spAutoFit/>
              </a:bodyPr>
              <a:lstStyle/>
              <a:p>
                <a:pPr algn="r"/>
                <a:r>
                  <a:rPr lang="en-US" altLang="zh-CN" sz="1500" dirty="0">
                    <a:solidFill>
                      <a:schemeClr val="tx1">
                        <a:lumMod val="75000"/>
                        <a:lumOff val="25000"/>
                      </a:schemeClr>
                    </a:solidFill>
                    <a:latin typeface="微软雅黑" panose="020B0503020204020204" pitchFamily="34" charset="-122"/>
                    <a:ea typeface="微软雅黑" panose="020B0503020204020204" pitchFamily="34" charset="-122"/>
                  </a:rPr>
                  <a:t>OAuth-Detector</a:t>
                </a:r>
                <a:endParaRPr lang="en-US" altLang="zh-CN" sz="15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107" name="Rectangle 5"/>
              <p:cNvSpPr/>
              <p:nvPr>
                <p:custDataLst>
                  <p:tags r:id="rId39"/>
                </p:custDataLst>
              </p:nvPr>
            </p:nvSpPr>
            <p:spPr bwMode="auto">
              <a:xfrm>
                <a:off x="5980705" y="1871157"/>
                <a:ext cx="3068408" cy="8873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type="none" w="med" len="med"/>
                    <a:tailEnd type="none" w="med" len="med"/>
                  </a14:hiddenLine>
                </a:ext>
              </a:extLst>
            </p:spPr>
            <p:txBody>
              <a:bodyPr lIns="0" tIns="0" rIns="0" bIns="0" anchor="t"/>
              <a:lstStyle/>
              <a:p>
                <a:pPr algn="r" fontAlgn="base">
                  <a:lnSpc>
                    <a:spcPct val="150000"/>
                  </a:lnSpc>
                  <a:spcBef>
                    <a:spcPct val="0"/>
                  </a:spcBef>
                  <a:spcAft>
                    <a:spcPct val="0"/>
                  </a:spcAft>
                </a:pPr>
                <a:r>
                  <a:rPr lang="en-US" altLang="zh-CN" sz="1000" dirty="0">
                    <a:solidFill>
                      <a:schemeClr val="tx1">
                        <a:lumMod val="65000"/>
                        <a:lumOff val="35000"/>
                      </a:schemeClr>
                    </a:solidFill>
                    <a:latin typeface="微软雅黑" panose="020B0503020204020204" pitchFamily="34" charset="-122"/>
                    <a:ea typeface="微软雅黑" panose="020B0503020204020204" pitchFamily="34" charset="-122"/>
                    <a:cs typeface="Lato Light" charset="0"/>
                    <a:sym typeface="Lato Light" charset="0"/>
                  </a:rPr>
                  <a:t>OAuth-Detector </a:t>
                </a:r>
                <a:r>
                  <a:rPr lang="zh-CN" altLang="en-US" sz="1000" dirty="0">
                    <a:solidFill>
                      <a:schemeClr val="tx1">
                        <a:lumMod val="65000"/>
                        <a:lumOff val="35000"/>
                      </a:schemeClr>
                    </a:solidFill>
                    <a:latin typeface="微软雅黑" panose="020B0503020204020204" pitchFamily="34" charset="-122"/>
                    <a:ea typeface="微软雅黑" panose="020B0503020204020204" pitchFamily="34" charset="-122"/>
                    <a:cs typeface="Lato Light" charset="0"/>
                    <a:sym typeface="Lato Light" charset="0"/>
                  </a:rPr>
                  <a:t>的主要限制在于其依赖固定的网页结构模板匹配与有限的协议流程模拟能力，在复杂交互（如多步登录、弹窗授权、混合式</a:t>
                </a:r>
                <a:r>
                  <a:rPr lang="en-US" altLang="zh-CN" sz="1000" dirty="0">
                    <a:solidFill>
                      <a:schemeClr val="tx1">
                        <a:lumMod val="65000"/>
                        <a:lumOff val="35000"/>
                      </a:schemeClr>
                    </a:solidFill>
                    <a:latin typeface="微软雅黑" panose="020B0503020204020204" pitchFamily="34" charset="-122"/>
                    <a:ea typeface="微软雅黑" panose="020B0503020204020204" pitchFamily="34" charset="-122"/>
                    <a:cs typeface="Lato Light" charset="0"/>
                    <a:sym typeface="Lato Light" charset="0"/>
                  </a:rPr>
                  <a:t> SSO</a:t>
                </a:r>
                <a:r>
                  <a:rPr lang="zh-CN" altLang="en-US" sz="1000" dirty="0">
                    <a:solidFill>
                      <a:schemeClr val="tx1">
                        <a:lumMod val="65000"/>
                        <a:lumOff val="35000"/>
                      </a:schemeClr>
                    </a:solidFill>
                    <a:latin typeface="微软雅黑" panose="020B0503020204020204" pitchFamily="34" charset="-122"/>
                    <a:ea typeface="微软雅黑" panose="020B0503020204020204" pitchFamily="34" charset="-122"/>
                    <a:cs typeface="Lato Light" charset="0"/>
                    <a:sym typeface="Lato Light" charset="0"/>
                  </a:rPr>
                  <a:t>）中识别率有限。</a:t>
                </a:r>
                <a:endParaRPr lang="zh-CN" altLang="en-US" sz="1000" dirty="0">
                  <a:solidFill>
                    <a:schemeClr val="tx1">
                      <a:lumMod val="65000"/>
                      <a:lumOff val="35000"/>
                    </a:schemeClr>
                  </a:solidFill>
                  <a:latin typeface="微软雅黑" panose="020B0503020204020204" pitchFamily="34" charset="-122"/>
                  <a:ea typeface="微软雅黑" panose="020B0503020204020204" pitchFamily="34" charset="-122"/>
                  <a:cs typeface="Lato Light" charset="0"/>
                  <a:sym typeface="Lato Light" charset="0"/>
                </a:endParaRPr>
              </a:p>
            </p:txBody>
          </p:sp>
        </p:grpSp>
      </p:grpSp>
      <p:grpSp>
        <p:nvGrpSpPr>
          <p:cNvPr id="113" name="组合 112"/>
          <p:cNvGrpSpPr/>
          <p:nvPr>
            <p:custDataLst>
              <p:tags r:id="rId40"/>
            </p:custDataLst>
          </p:nvPr>
        </p:nvGrpSpPr>
        <p:grpSpPr>
          <a:xfrm>
            <a:off x="4024438" y="3692437"/>
            <a:ext cx="908342" cy="908464"/>
            <a:chOff x="5364986" y="4921729"/>
            <a:chExt cx="1210912" cy="1210912"/>
          </a:xfrm>
        </p:grpSpPr>
        <p:sp>
          <p:nvSpPr>
            <p:cNvPr id="114" name="椭圆 113"/>
            <p:cNvSpPr/>
            <p:nvPr>
              <p:custDataLst>
                <p:tags r:id="rId41"/>
              </p:custDataLst>
            </p:nvPr>
          </p:nvSpPr>
          <p:spPr>
            <a:xfrm flipH="1">
              <a:off x="5364986" y="4921729"/>
              <a:ext cx="1210912" cy="1210912"/>
            </a:xfrm>
            <a:prstGeom prst="ellipse">
              <a:avLst/>
            </a:prstGeom>
            <a:gradFill flip="none" rotWithShape="1">
              <a:gsLst>
                <a:gs pos="0">
                  <a:schemeClr val="bg1"/>
                </a:gs>
                <a:gs pos="100000">
                  <a:srgbClr val="E0E0E0"/>
                </a:gs>
              </a:gsLst>
              <a:lin ang="5400000" scaled="1"/>
              <a:tileRect/>
            </a:gradFill>
            <a:ln>
              <a:noFill/>
            </a:ln>
            <a:effectLst>
              <a:outerShdw blurRad="279400" dist="2540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070C0"/>
                </a:solidFill>
                <a:latin typeface="微软雅黑" panose="020B0503020204020204" pitchFamily="34" charset="-122"/>
                <a:ea typeface="微软雅黑" panose="020B0503020204020204" pitchFamily="34" charset="-122"/>
              </a:endParaRPr>
            </a:p>
          </p:txBody>
        </p:sp>
        <p:sp>
          <p:nvSpPr>
            <p:cNvPr id="115" name="椭圆 114"/>
            <p:cNvSpPr/>
            <p:nvPr>
              <p:custDataLst>
                <p:tags r:id="rId42"/>
              </p:custDataLst>
            </p:nvPr>
          </p:nvSpPr>
          <p:spPr>
            <a:xfrm flipH="1">
              <a:off x="5393195" y="4949933"/>
              <a:ext cx="1154499" cy="1154499"/>
            </a:xfrm>
            <a:prstGeom prst="ellipse">
              <a:avLst/>
            </a:prstGeom>
            <a:gradFill flip="none" rotWithShape="1">
              <a:gsLst>
                <a:gs pos="0">
                  <a:schemeClr val="bg1"/>
                </a:gs>
                <a:gs pos="100000">
                  <a:srgbClr val="DDDEDD"/>
                </a:gs>
              </a:gsLst>
              <a:lin ang="189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070C0"/>
                </a:solidFill>
                <a:latin typeface="微软雅黑" panose="020B0503020204020204" pitchFamily="34" charset="-122"/>
                <a:ea typeface="微软雅黑" panose="020B0503020204020204" pitchFamily="34" charset="-122"/>
              </a:endParaRPr>
            </a:p>
          </p:txBody>
        </p:sp>
      </p:grpSp>
      <p:sp>
        <p:nvSpPr>
          <p:cNvPr id="116" name="KSO_Shape"/>
          <p:cNvSpPr/>
          <p:nvPr>
            <p:custDataLst>
              <p:tags r:id="rId43"/>
            </p:custDataLst>
          </p:nvPr>
        </p:nvSpPr>
        <p:spPr bwMode="auto">
          <a:xfrm>
            <a:off x="4258426" y="3959251"/>
            <a:ext cx="437248" cy="374834"/>
          </a:xfrm>
          <a:custGeom>
            <a:avLst/>
            <a:gdLst>
              <a:gd name="T0" fmla="*/ 354482 w 1812925"/>
              <a:gd name="T1" fmla="*/ 872801 h 1511300"/>
              <a:gd name="T2" fmla="*/ 380318 w 1812925"/>
              <a:gd name="T3" fmla="*/ 984699 h 1511300"/>
              <a:gd name="T4" fmla="*/ 425879 w 1812925"/>
              <a:gd name="T5" fmla="*/ 1087433 h 1511300"/>
              <a:gd name="T6" fmla="*/ 488386 w 1812925"/>
              <a:gd name="T7" fmla="*/ 1179061 h 1511300"/>
              <a:gd name="T8" fmla="*/ 591174 w 1812925"/>
              <a:gd name="T9" fmla="*/ 1276520 h 1511300"/>
              <a:gd name="T10" fmla="*/ 711743 w 1812925"/>
              <a:gd name="T11" fmla="*/ 1346213 h 1511300"/>
              <a:gd name="T12" fmla="*/ 796474 w 1812925"/>
              <a:gd name="T13" fmla="*/ 1375922 h 1511300"/>
              <a:gd name="T14" fmla="*/ 907876 w 1812925"/>
              <a:gd name="T15" fmla="*/ 1394804 h 1511300"/>
              <a:gd name="T16" fmla="*/ 1015110 w 1812925"/>
              <a:gd name="T17" fmla="*/ 1393415 h 1511300"/>
              <a:gd name="T18" fmla="*/ 1118176 w 1812925"/>
              <a:gd name="T19" fmla="*/ 1373702 h 1511300"/>
              <a:gd name="T20" fmla="*/ 1216519 w 1812925"/>
              <a:gd name="T21" fmla="*/ 1335939 h 1511300"/>
              <a:gd name="T22" fmla="*/ 1302085 w 1812925"/>
              <a:gd name="T23" fmla="*/ 1285127 h 1511300"/>
              <a:gd name="T24" fmla="*/ 1341811 w 1812925"/>
              <a:gd name="T25" fmla="*/ 1271245 h 1511300"/>
              <a:gd name="T26" fmla="*/ 1382649 w 1812925"/>
              <a:gd name="T27" fmla="*/ 1275131 h 1511300"/>
              <a:gd name="T28" fmla="*/ 1417930 w 1812925"/>
              <a:gd name="T29" fmla="*/ 1296789 h 1511300"/>
              <a:gd name="T30" fmla="*/ 1441822 w 1812925"/>
              <a:gd name="T31" fmla="*/ 1332607 h 1511300"/>
              <a:gd name="T32" fmla="*/ 1447378 w 1812925"/>
              <a:gd name="T33" fmla="*/ 1373146 h 1511300"/>
              <a:gd name="T34" fmla="*/ 1435710 w 1812925"/>
              <a:gd name="T35" fmla="*/ 1412574 h 1511300"/>
              <a:gd name="T36" fmla="*/ 1407374 w 1812925"/>
              <a:gd name="T37" fmla="*/ 1443950 h 1511300"/>
              <a:gd name="T38" fmla="*/ 1288472 w 1812925"/>
              <a:gd name="T39" fmla="*/ 1512532 h 1511300"/>
              <a:gd name="T40" fmla="*/ 1161792 w 1812925"/>
              <a:gd name="T41" fmla="*/ 1559734 h 1511300"/>
              <a:gd name="T42" fmla="*/ 1028722 w 1812925"/>
              <a:gd name="T43" fmla="*/ 1583891 h 1511300"/>
              <a:gd name="T44" fmla="*/ 874538 w 1812925"/>
              <a:gd name="T45" fmla="*/ 1583335 h 1511300"/>
              <a:gd name="T46" fmla="*/ 770639 w 1812925"/>
              <a:gd name="T47" fmla="*/ 1565565 h 1511300"/>
              <a:gd name="T48" fmla="*/ 648125 w 1812925"/>
              <a:gd name="T49" fmla="*/ 1526415 h 1511300"/>
              <a:gd name="T50" fmla="*/ 534502 w 1812925"/>
              <a:gd name="T51" fmla="*/ 1468106 h 1511300"/>
              <a:gd name="T52" fmla="*/ 433380 w 1812925"/>
              <a:gd name="T53" fmla="*/ 1393693 h 1511300"/>
              <a:gd name="T54" fmla="*/ 342258 w 1812925"/>
              <a:gd name="T55" fmla="*/ 1300954 h 1511300"/>
              <a:gd name="T56" fmla="*/ 283085 w 1812925"/>
              <a:gd name="T57" fmla="*/ 1219322 h 1511300"/>
              <a:gd name="T58" fmla="*/ 221690 w 1812925"/>
              <a:gd name="T59" fmla="*/ 1102705 h 1511300"/>
              <a:gd name="T60" fmla="*/ 180019 w 1812925"/>
              <a:gd name="T61" fmla="*/ 976091 h 1511300"/>
              <a:gd name="T62" fmla="*/ 160017 w 1812925"/>
              <a:gd name="T63" fmla="*/ 840871 h 1511300"/>
              <a:gd name="T64" fmla="*/ 979901 w 1812925"/>
              <a:gd name="T65" fmla="*/ 833 h 1511300"/>
              <a:gd name="T66" fmla="*/ 1097691 w 1812925"/>
              <a:gd name="T67" fmla="*/ 13331 h 1511300"/>
              <a:gd name="T68" fmla="*/ 1216593 w 1812925"/>
              <a:gd name="T69" fmla="*/ 45825 h 1511300"/>
              <a:gd name="T70" fmla="*/ 1371054 w 1812925"/>
              <a:gd name="T71" fmla="*/ 119422 h 1511300"/>
              <a:gd name="T72" fmla="*/ 1533016 w 1812925"/>
              <a:gd name="T73" fmla="*/ 252454 h 1511300"/>
              <a:gd name="T74" fmla="*/ 1614691 w 1812925"/>
              <a:gd name="T75" fmla="*/ 356878 h 1511300"/>
              <a:gd name="T76" fmla="*/ 1678032 w 1812925"/>
              <a:gd name="T77" fmla="*/ 471857 h 1511300"/>
              <a:gd name="T78" fmla="*/ 1721370 w 1812925"/>
              <a:gd name="T79" fmla="*/ 597112 h 1511300"/>
              <a:gd name="T80" fmla="*/ 1743872 w 1812925"/>
              <a:gd name="T81" fmla="*/ 731254 h 1511300"/>
              <a:gd name="T82" fmla="*/ 1555796 w 1812925"/>
              <a:gd name="T83" fmla="*/ 779578 h 1511300"/>
              <a:gd name="T84" fmla="*/ 1541350 w 1812925"/>
              <a:gd name="T85" fmla="*/ 661544 h 1511300"/>
              <a:gd name="T86" fmla="*/ 1505235 w 1812925"/>
              <a:gd name="T87" fmla="*/ 551287 h 1511300"/>
              <a:gd name="T88" fmla="*/ 1449396 w 1812925"/>
              <a:gd name="T89" fmla="*/ 451583 h 1511300"/>
              <a:gd name="T90" fmla="*/ 1369110 w 1812925"/>
              <a:gd name="T91" fmla="*/ 357434 h 1511300"/>
              <a:gd name="T92" fmla="*/ 1239096 w 1812925"/>
              <a:gd name="T93" fmla="*/ 263007 h 1511300"/>
              <a:gd name="T94" fmla="*/ 1127973 w 1812925"/>
              <a:gd name="T95" fmla="*/ 216627 h 1511300"/>
              <a:gd name="T96" fmla="*/ 1010181 w 1812925"/>
              <a:gd name="T97" fmla="*/ 193297 h 1511300"/>
              <a:gd name="T98" fmla="*/ 899058 w 1812925"/>
              <a:gd name="T99" fmla="*/ 193020 h 1511300"/>
              <a:gd name="T100" fmla="*/ 796825 w 1812925"/>
              <a:gd name="T101" fmla="*/ 210794 h 1511300"/>
              <a:gd name="T102" fmla="*/ 698759 w 1812925"/>
              <a:gd name="T103" fmla="*/ 246343 h 1511300"/>
              <a:gd name="T104" fmla="*/ 606805 w 1812925"/>
              <a:gd name="T105" fmla="*/ 299667 h 1511300"/>
              <a:gd name="T106" fmla="*/ 567912 w 1812925"/>
              <a:gd name="T107" fmla="*/ 315497 h 1511300"/>
              <a:gd name="T108" fmla="*/ 526797 w 1812925"/>
              <a:gd name="T109" fmla="*/ 313275 h 1511300"/>
              <a:gd name="T110" fmla="*/ 490404 w 1812925"/>
              <a:gd name="T111" fmla="*/ 293835 h 1511300"/>
              <a:gd name="T112" fmla="*/ 465123 w 1812925"/>
              <a:gd name="T113" fmla="*/ 259119 h 1511300"/>
              <a:gd name="T114" fmla="*/ 457067 w 1812925"/>
              <a:gd name="T115" fmla="*/ 218570 h 1511300"/>
              <a:gd name="T116" fmla="*/ 467345 w 1812925"/>
              <a:gd name="T117" fmla="*/ 178856 h 1511300"/>
              <a:gd name="T118" fmla="*/ 494015 w 1812925"/>
              <a:gd name="T119" fmla="*/ 146640 h 1511300"/>
              <a:gd name="T120" fmla="*/ 602639 w 1812925"/>
              <a:gd name="T121" fmla="*/ 81374 h 1511300"/>
              <a:gd name="T122" fmla="*/ 728763 w 1812925"/>
              <a:gd name="T123" fmla="*/ 32216 h 1511300"/>
              <a:gd name="T124" fmla="*/ 860722 w 1812925"/>
              <a:gd name="T125" fmla="*/ 5555 h 1511300"/>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1812925" h="1511300">
                <a:moveTo>
                  <a:pt x="241643" y="393700"/>
                </a:moveTo>
                <a:lnTo>
                  <a:pt x="483287" y="755836"/>
                </a:lnTo>
                <a:lnTo>
                  <a:pt x="332326" y="755836"/>
                </a:lnTo>
                <a:lnTo>
                  <a:pt x="332326" y="768789"/>
                </a:lnTo>
                <a:lnTo>
                  <a:pt x="332590" y="781212"/>
                </a:lnTo>
                <a:lnTo>
                  <a:pt x="333648" y="793636"/>
                </a:lnTo>
                <a:lnTo>
                  <a:pt x="334441" y="806324"/>
                </a:lnTo>
                <a:lnTo>
                  <a:pt x="335763" y="818748"/>
                </a:lnTo>
                <a:lnTo>
                  <a:pt x="337349" y="830907"/>
                </a:lnTo>
                <a:lnTo>
                  <a:pt x="338671" y="843066"/>
                </a:lnTo>
                <a:lnTo>
                  <a:pt x="340786" y="855225"/>
                </a:lnTo>
                <a:lnTo>
                  <a:pt x="343165" y="867120"/>
                </a:lnTo>
                <a:lnTo>
                  <a:pt x="345809" y="879015"/>
                </a:lnTo>
                <a:lnTo>
                  <a:pt x="348453" y="890910"/>
                </a:lnTo>
                <a:lnTo>
                  <a:pt x="351361" y="902805"/>
                </a:lnTo>
                <a:lnTo>
                  <a:pt x="354534" y="914436"/>
                </a:lnTo>
                <a:lnTo>
                  <a:pt x="357971" y="925802"/>
                </a:lnTo>
                <a:lnTo>
                  <a:pt x="361936" y="937433"/>
                </a:lnTo>
                <a:lnTo>
                  <a:pt x="365902" y="948799"/>
                </a:lnTo>
                <a:lnTo>
                  <a:pt x="369868" y="959901"/>
                </a:lnTo>
                <a:lnTo>
                  <a:pt x="374362" y="971003"/>
                </a:lnTo>
                <a:lnTo>
                  <a:pt x="379121" y="981841"/>
                </a:lnTo>
                <a:lnTo>
                  <a:pt x="383880" y="992943"/>
                </a:lnTo>
                <a:lnTo>
                  <a:pt x="388639" y="1003781"/>
                </a:lnTo>
                <a:lnTo>
                  <a:pt x="394191" y="1014354"/>
                </a:lnTo>
                <a:lnTo>
                  <a:pt x="399743" y="1024927"/>
                </a:lnTo>
                <a:lnTo>
                  <a:pt x="405295" y="1035236"/>
                </a:lnTo>
                <a:lnTo>
                  <a:pt x="411375" y="1045545"/>
                </a:lnTo>
                <a:lnTo>
                  <a:pt x="417456" y="1055590"/>
                </a:lnTo>
                <a:lnTo>
                  <a:pt x="423537" y="1065635"/>
                </a:lnTo>
                <a:lnTo>
                  <a:pt x="430146" y="1075415"/>
                </a:lnTo>
                <a:lnTo>
                  <a:pt x="436756" y="1085195"/>
                </a:lnTo>
                <a:lnTo>
                  <a:pt x="443630" y="1094976"/>
                </a:lnTo>
                <a:lnTo>
                  <a:pt x="450769" y="1104492"/>
                </a:lnTo>
                <a:lnTo>
                  <a:pt x="458171" y="1113479"/>
                </a:lnTo>
                <a:lnTo>
                  <a:pt x="464781" y="1122466"/>
                </a:lnTo>
                <a:lnTo>
                  <a:pt x="473241" y="1132247"/>
                </a:lnTo>
                <a:lnTo>
                  <a:pt x="481701" y="1141498"/>
                </a:lnTo>
                <a:lnTo>
                  <a:pt x="490161" y="1150750"/>
                </a:lnTo>
                <a:lnTo>
                  <a:pt x="498886" y="1159737"/>
                </a:lnTo>
                <a:lnTo>
                  <a:pt x="500736" y="1161852"/>
                </a:lnTo>
                <a:lnTo>
                  <a:pt x="515806" y="1175861"/>
                </a:lnTo>
                <a:lnTo>
                  <a:pt x="530876" y="1189607"/>
                </a:lnTo>
                <a:lnTo>
                  <a:pt x="546474" y="1202823"/>
                </a:lnTo>
                <a:lnTo>
                  <a:pt x="562601" y="1215247"/>
                </a:lnTo>
                <a:lnTo>
                  <a:pt x="579257" y="1227406"/>
                </a:lnTo>
                <a:lnTo>
                  <a:pt x="596178" y="1238773"/>
                </a:lnTo>
                <a:lnTo>
                  <a:pt x="613627" y="1249346"/>
                </a:lnTo>
                <a:lnTo>
                  <a:pt x="631605" y="1259655"/>
                </a:lnTo>
                <a:lnTo>
                  <a:pt x="633455" y="1260712"/>
                </a:lnTo>
                <a:lnTo>
                  <a:pt x="644031" y="1266528"/>
                </a:lnTo>
                <a:lnTo>
                  <a:pt x="654870" y="1271550"/>
                </a:lnTo>
                <a:lnTo>
                  <a:pt x="665974" y="1276837"/>
                </a:lnTo>
                <a:lnTo>
                  <a:pt x="677342" y="1281595"/>
                </a:lnTo>
                <a:lnTo>
                  <a:pt x="681573" y="1283709"/>
                </a:lnTo>
                <a:lnTo>
                  <a:pt x="685803" y="1285560"/>
                </a:lnTo>
                <a:lnTo>
                  <a:pt x="695320" y="1289525"/>
                </a:lnTo>
                <a:lnTo>
                  <a:pt x="704838" y="1292961"/>
                </a:lnTo>
                <a:lnTo>
                  <a:pt x="724402" y="1299834"/>
                </a:lnTo>
                <a:lnTo>
                  <a:pt x="732598" y="1302741"/>
                </a:lnTo>
                <a:lnTo>
                  <a:pt x="740794" y="1305385"/>
                </a:lnTo>
                <a:lnTo>
                  <a:pt x="749518" y="1307764"/>
                </a:lnTo>
                <a:lnTo>
                  <a:pt x="757978" y="1309878"/>
                </a:lnTo>
                <a:lnTo>
                  <a:pt x="775428" y="1314372"/>
                </a:lnTo>
                <a:lnTo>
                  <a:pt x="786267" y="1316751"/>
                </a:lnTo>
                <a:lnTo>
                  <a:pt x="796842" y="1319130"/>
                </a:lnTo>
                <a:lnTo>
                  <a:pt x="806096" y="1320716"/>
                </a:lnTo>
                <a:lnTo>
                  <a:pt x="815085" y="1322302"/>
                </a:lnTo>
                <a:lnTo>
                  <a:pt x="833591" y="1324681"/>
                </a:lnTo>
                <a:lnTo>
                  <a:pt x="842845" y="1325738"/>
                </a:lnTo>
                <a:lnTo>
                  <a:pt x="852362" y="1327060"/>
                </a:lnTo>
                <a:lnTo>
                  <a:pt x="863995" y="1327853"/>
                </a:lnTo>
                <a:lnTo>
                  <a:pt x="875892" y="1328646"/>
                </a:lnTo>
                <a:lnTo>
                  <a:pt x="887525" y="1329175"/>
                </a:lnTo>
                <a:lnTo>
                  <a:pt x="899158" y="1329439"/>
                </a:lnTo>
                <a:lnTo>
                  <a:pt x="910526" y="1329439"/>
                </a:lnTo>
                <a:lnTo>
                  <a:pt x="921894" y="1329175"/>
                </a:lnTo>
                <a:lnTo>
                  <a:pt x="932734" y="1328910"/>
                </a:lnTo>
                <a:lnTo>
                  <a:pt x="944102" y="1328382"/>
                </a:lnTo>
                <a:lnTo>
                  <a:pt x="954942" y="1327589"/>
                </a:lnTo>
                <a:lnTo>
                  <a:pt x="966046" y="1326531"/>
                </a:lnTo>
                <a:lnTo>
                  <a:pt x="977150" y="1325210"/>
                </a:lnTo>
                <a:lnTo>
                  <a:pt x="988254" y="1323624"/>
                </a:lnTo>
                <a:lnTo>
                  <a:pt x="999093" y="1322302"/>
                </a:lnTo>
                <a:lnTo>
                  <a:pt x="1010197" y="1320452"/>
                </a:lnTo>
                <a:lnTo>
                  <a:pt x="1020772" y="1318337"/>
                </a:lnTo>
                <a:lnTo>
                  <a:pt x="1031876" y="1315694"/>
                </a:lnTo>
                <a:lnTo>
                  <a:pt x="1042452" y="1313315"/>
                </a:lnTo>
                <a:lnTo>
                  <a:pt x="1053556" y="1310671"/>
                </a:lnTo>
                <a:lnTo>
                  <a:pt x="1064131" y="1307764"/>
                </a:lnTo>
                <a:lnTo>
                  <a:pt x="1074706" y="1304592"/>
                </a:lnTo>
                <a:lnTo>
                  <a:pt x="1085281" y="1301155"/>
                </a:lnTo>
                <a:lnTo>
                  <a:pt x="1095856" y="1297719"/>
                </a:lnTo>
                <a:lnTo>
                  <a:pt x="1106167" y="1293754"/>
                </a:lnTo>
                <a:lnTo>
                  <a:pt x="1116742" y="1289789"/>
                </a:lnTo>
                <a:lnTo>
                  <a:pt x="1126789" y="1285560"/>
                </a:lnTo>
                <a:lnTo>
                  <a:pt x="1137100" y="1281330"/>
                </a:lnTo>
                <a:lnTo>
                  <a:pt x="1147675" y="1276837"/>
                </a:lnTo>
                <a:lnTo>
                  <a:pt x="1157721" y="1271814"/>
                </a:lnTo>
                <a:lnTo>
                  <a:pt x="1167768" y="1267056"/>
                </a:lnTo>
                <a:lnTo>
                  <a:pt x="1177286" y="1261770"/>
                </a:lnTo>
                <a:lnTo>
                  <a:pt x="1187332" y="1256483"/>
                </a:lnTo>
                <a:lnTo>
                  <a:pt x="1197114" y="1250668"/>
                </a:lnTo>
                <a:lnTo>
                  <a:pt x="1206896" y="1244852"/>
                </a:lnTo>
                <a:lnTo>
                  <a:pt x="1216414" y="1238773"/>
                </a:lnTo>
                <a:lnTo>
                  <a:pt x="1225932" y="1232693"/>
                </a:lnTo>
                <a:lnTo>
                  <a:pt x="1235185" y="1225820"/>
                </a:lnTo>
                <a:lnTo>
                  <a:pt x="1239151" y="1223441"/>
                </a:lnTo>
                <a:lnTo>
                  <a:pt x="1243116" y="1221062"/>
                </a:lnTo>
                <a:lnTo>
                  <a:pt x="1247082" y="1218948"/>
                </a:lnTo>
                <a:lnTo>
                  <a:pt x="1251312" y="1217097"/>
                </a:lnTo>
                <a:lnTo>
                  <a:pt x="1255278" y="1215247"/>
                </a:lnTo>
                <a:lnTo>
                  <a:pt x="1259772" y="1213925"/>
                </a:lnTo>
                <a:lnTo>
                  <a:pt x="1264002" y="1212604"/>
                </a:lnTo>
                <a:lnTo>
                  <a:pt x="1268232" y="1211546"/>
                </a:lnTo>
                <a:lnTo>
                  <a:pt x="1272727" y="1210753"/>
                </a:lnTo>
                <a:lnTo>
                  <a:pt x="1276957" y="1210225"/>
                </a:lnTo>
                <a:lnTo>
                  <a:pt x="1281187" y="1209696"/>
                </a:lnTo>
                <a:lnTo>
                  <a:pt x="1285417" y="1209696"/>
                </a:lnTo>
                <a:lnTo>
                  <a:pt x="1290176" y="1209696"/>
                </a:lnTo>
                <a:lnTo>
                  <a:pt x="1294406" y="1209696"/>
                </a:lnTo>
                <a:lnTo>
                  <a:pt x="1298636" y="1210489"/>
                </a:lnTo>
                <a:lnTo>
                  <a:pt x="1302866" y="1211018"/>
                </a:lnTo>
                <a:lnTo>
                  <a:pt x="1307096" y="1211811"/>
                </a:lnTo>
                <a:lnTo>
                  <a:pt x="1311326" y="1212868"/>
                </a:lnTo>
                <a:lnTo>
                  <a:pt x="1315821" y="1213925"/>
                </a:lnTo>
                <a:lnTo>
                  <a:pt x="1319787" y="1215511"/>
                </a:lnTo>
                <a:lnTo>
                  <a:pt x="1324017" y="1217362"/>
                </a:lnTo>
                <a:lnTo>
                  <a:pt x="1327982" y="1219212"/>
                </a:lnTo>
                <a:lnTo>
                  <a:pt x="1331419" y="1221062"/>
                </a:lnTo>
                <a:lnTo>
                  <a:pt x="1335385" y="1223441"/>
                </a:lnTo>
                <a:lnTo>
                  <a:pt x="1339086" y="1225820"/>
                </a:lnTo>
                <a:lnTo>
                  <a:pt x="1342788" y="1228728"/>
                </a:lnTo>
                <a:lnTo>
                  <a:pt x="1346225" y="1231371"/>
                </a:lnTo>
                <a:lnTo>
                  <a:pt x="1349397" y="1234543"/>
                </a:lnTo>
                <a:lnTo>
                  <a:pt x="1352834" y="1237451"/>
                </a:lnTo>
                <a:lnTo>
                  <a:pt x="1356007" y="1240887"/>
                </a:lnTo>
                <a:lnTo>
                  <a:pt x="1358650" y="1244588"/>
                </a:lnTo>
                <a:lnTo>
                  <a:pt x="1361294" y="1248289"/>
                </a:lnTo>
                <a:lnTo>
                  <a:pt x="1364202" y="1252254"/>
                </a:lnTo>
                <a:lnTo>
                  <a:pt x="1366582" y="1256219"/>
                </a:lnTo>
                <a:lnTo>
                  <a:pt x="1368697" y="1260448"/>
                </a:lnTo>
                <a:lnTo>
                  <a:pt x="1370548" y="1264413"/>
                </a:lnTo>
                <a:lnTo>
                  <a:pt x="1372134" y="1268642"/>
                </a:lnTo>
                <a:lnTo>
                  <a:pt x="1373456" y="1272872"/>
                </a:lnTo>
                <a:lnTo>
                  <a:pt x="1374778" y="1277101"/>
                </a:lnTo>
                <a:lnTo>
                  <a:pt x="1376100" y="1281330"/>
                </a:lnTo>
                <a:lnTo>
                  <a:pt x="1376628" y="1285560"/>
                </a:lnTo>
                <a:lnTo>
                  <a:pt x="1377157" y="1289789"/>
                </a:lnTo>
                <a:lnTo>
                  <a:pt x="1377950" y="1294283"/>
                </a:lnTo>
                <a:lnTo>
                  <a:pt x="1377950" y="1298776"/>
                </a:lnTo>
                <a:lnTo>
                  <a:pt x="1377950" y="1303006"/>
                </a:lnTo>
                <a:lnTo>
                  <a:pt x="1377421" y="1307235"/>
                </a:lnTo>
                <a:lnTo>
                  <a:pt x="1377157" y="1311729"/>
                </a:lnTo>
                <a:lnTo>
                  <a:pt x="1376628" y="1316222"/>
                </a:lnTo>
                <a:lnTo>
                  <a:pt x="1375835" y="1320452"/>
                </a:lnTo>
                <a:lnTo>
                  <a:pt x="1374513" y="1324417"/>
                </a:lnTo>
                <a:lnTo>
                  <a:pt x="1373191" y="1328646"/>
                </a:lnTo>
                <a:lnTo>
                  <a:pt x="1372134" y="1332875"/>
                </a:lnTo>
                <a:lnTo>
                  <a:pt x="1370283" y="1336840"/>
                </a:lnTo>
                <a:lnTo>
                  <a:pt x="1368432" y="1340805"/>
                </a:lnTo>
                <a:lnTo>
                  <a:pt x="1366317" y="1344770"/>
                </a:lnTo>
                <a:lnTo>
                  <a:pt x="1364202" y="1348471"/>
                </a:lnTo>
                <a:lnTo>
                  <a:pt x="1361823" y="1351907"/>
                </a:lnTo>
                <a:lnTo>
                  <a:pt x="1358915" y="1355608"/>
                </a:lnTo>
                <a:lnTo>
                  <a:pt x="1356271" y="1359044"/>
                </a:lnTo>
                <a:lnTo>
                  <a:pt x="1353098" y="1362481"/>
                </a:lnTo>
                <a:lnTo>
                  <a:pt x="1350190" y="1365653"/>
                </a:lnTo>
                <a:lnTo>
                  <a:pt x="1346753" y="1368825"/>
                </a:lnTo>
                <a:lnTo>
                  <a:pt x="1343052" y="1371732"/>
                </a:lnTo>
                <a:lnTo>
                  <a:pt x="1339351" y="1374640"/>
                </a:lnTo>
                <a:lnTo>
                  <a:pt x="1327189" y="1382834"/>
                </a:lnTo>
                <a:lnTo>
                  <a:pt x="1315028" y="1390764"/>
                </a:lnTo>
                <a:lnTo>
                  <a:pt x="1302602" y="1398694"/>
                </a:lnTo>
                <a:lnTo>
                  <a:pt x="1290176" y="1406360"/>
                </a:lnTo>
                <a:lnTo>
                  <a:pt x="1277750" y="1413497"/>
                </a:lnTo>
                <a:lnTo>
                  <a:pt x="1264795" y="1420634"/>
                </a:lnTo>
                <a:lnTo>
                  <a:pt x="1252105" y="1427242"/>
                </a:lnTo>
                <a:lnTo>
                  <a:pt x="1239151" y="1433851"/>
                </a:lnTo>
                <a:lnTo>
                  <a:pt x="1226196" y="1439930"/>
                </a:lnTo>
                <a:lnTo>
                  <a:pt x="1212977" y="1446274"/>
                </a:lnTo>
                <a:lnTo>
                  <a:pt x="1200022" y="1451825"/>
                </a:lnTo>
                <a:lnTo>
                  <a:pt x="1186803" y="1457376"/>
                </a:lnTo>
                <a:lnTo>
                  <a:pt x="1173320" y="1462663"/>
                </a:lnTo>
                <a:lnTo>
                  <a:pt x="1160101" y="1467421"/>
                </a:lnTo>
                <a:lnTo>
                  <a:pt x="1146353" y="1472443"/>
                </a:lnTo>
                <a:lnTo>
                  <a:pt x="1132870" y="1476672"/>
                </a:lnTo>
                <a:lnTo>
                  <a:pt x="1119122" y="1480902"/>
                </a:lnTo>
                <a:lnTo>
                  <a:pt x="1105639" y="1484867"/>
                </a:lnTo>
                <a:lnTo>
                  <a:pt x="1091626" y="1488567"/>
                </a:lnTo>
                <a:lnTo>
                  <a:pt x="1077879" y="1491739"/>
                </a:lnTo>
                <a:lnTo>
                  <a:pt x="1063866" y="1494911"/>
                </a:lnTo>
                <a:lnTo>
                  <a:pt x="1049854" y="1497555"/>
                </a:lnTo>
                <a:lnTo>
                  <a:pt x="1035842" y="1500462"/>
                </a:lnTo>
                <a:lnTo>
                  <a:pt x="1021830" y="1502841"/>
                </a:lnTo>
                <a:lnTo>
                  <a:pt x="1007818" y="1504692"/>
                </a:lnTo>
                <a:lnTo>
                  <a:pt x="993541" y="1506542"/>
                </a:lnTo>
                <a:lnTo>
                  <a:pt x="979000" y="1507864"/>
                </a:lnTo>
                <a:lnTo>
                  <a:pt x="964988" y="1509185"/>
                </a:lnTo>
                <a:lnTo>
                  <a:pt x="950712" y="1510243"/>
                </a:lnTo>
                <a:lnTo>
                  <a:pt x="936435" y="1510771"/>
                </a:lnTo>
                <a:lnTo>
                  <a:pt x="922159" y="1511300"/>
                </a:lnTo>
                <a:lnTo>
                  <a:pt x="907618" y="1511300"/>
                </a:lnTo>
                <a:lnTo>
                  <a:pt x="888847" y="1511036"/>
                </a:lnTo>
                <a:lnTo>
                  <a:pt x="870076" y="1510507"/>
                </a:lnTo>
                <a:lnTo>
                  <a:pt x="851040" y="1508921"/>
                </a:lnTo>
                <a:lnTo>
                  <a:pt x="832269" y="1507335"/>
                </a:lnTo>
                <a:lnTo>
                  <a:pt x="816935" y="1505220"/>
                </a:lnTo>
                <a:lnTo>
                  <a:pt x="796049" y="1502841"/>
                </a:lnTo>
                <a:lnTo>
                  <a:pt x="785738" y="1501255"/>
                </a:lnTo>
                <a:lnTo>
                  <a:pt x="774899" y="1499669"/>
                </a:lnTo>
                <a:lnTo>
                  <a:pt x="768818" y="1498612"/>
                </a:lnTo>
                <a:lnTo>
                  <a:pt x="762737" y="1497026"/>
                </a:lnTo>
                <a:lnTo>
                  <a:pt x="755335" y="1495440"/>
                </a:lnTo>
                <a:lnTo>
                  <a:pt x="747932" y="1493590"/>
                </a:lnTo>
                <a:lnTo>
                  <a:pt x="733391" y="1490418"/>
                </a:lnTo>
                <a:lnTo>
                  <a:pt x="710919" y="1484867"/>
                </a:lnTo>
                <a:lnTo>
                  <a:pt x="700079" y="1482223"/>
                </a:lnTo>
                <a:lnTo>
                  <a:pt x="688975" y="1478787"/>
                </a:lnTo>
                <a:lnTo>
                  <a:pt x="677342" y="1475086"/>
                </a:lnTo>
                <a:lnTo>
                  <a:pt x="665710" y="1471121"/>
                </a:lnTo>
                <a:lnTo>
                  <a:pt x="653548" y="1466892"/>
                </a:lnTo>
                <a:lnTo>
                  <a:pt x="640858" y="1462663"/>
                </a:lnTo>
                <a:lnTo>
                  <a:pt x="628697" y="1457905"/>
                </a:lnTo>
                <a:lnTo>
                  <a:pt x="616799" y="1453147"/>
                </a:lnTo>
                <a:lnTo>
                  <a:pt x="602787" y="1447067"/>
                </a:lnTo>
                <a:lnTo>
                  <a:pt x="589304" y="1440723"/>
                </a:lnTo>
                <a:lnTo>
                  <a:pt x="575292" y="1434379"/>
                </a:lnTo>
                <a:lnTo>
                  <a:pt x="561544" y="1427507"/>
                </a:lnTo>
                <a:lnTo>
                  <a:pt x="548061" y="1420634"/>
                </a:lnTo>
                <a:lnTo>
                  <a:pt x="543302" y="1417462"/>
                </a:lnTo>
                <a:lnTo>
                  <a:pt x="531669" y="1411118"/>
                </a:lnTo>
                <a:lnTo>
                  <a:pt x="520036" y="1404510"/>
                </a:lnTo>
                <a:lnTo>
                  <a:pt x="508668" y="1397637"/>
                </a:lnTo>
                <a:lnTo>
                  <a:pt x="497564" y="1390500"/>
                </a:lnTo>
                <a:lnTo>
                  <a:pt x="486196" y="1383099"/>
                </a:lnTo>
                <a:lnTo>
                  <a:pt x="475356" y="1375697"/>
                </a:lnTo>
                <a:lnTo>
                  <a:pt x="464516" y="1368296"/>
                </a:lnTo>
                <a:lnTo>
                  <a:pt x="453941" y="1360366"/>
                </a:lnTo>
                <a:lnTo>
                  <a:pt x="443366" y="1351907"/>
                </a:lnTo>
                <a:lnTo>
                  <a:pt x="432790" y="1343713"/>
                </a:lnTo>
                <a:lnTo>
                  <a:pt x="422479" y="1335519"/>
                </a:lnTo>
                <a:lnTo>
                  <a:pt x="412433" y="1326796"/>
                </a:lnTo>
                <a:lnTo>
                  <a:pt x="402387" y="1317808"/>
                </a:lnTo>
                <a:lnTo>
                  <a:pt x="392604" y="1309085"/>
                </a:lnTo>
                <a:lnTo>
                  <a:pt x="383087" y="1299834"/>
                </a:lnTo>
                <a:lnTo>
                  <a:pt x="373569" y="1290582"/>
                </a:lnTo>
                <a:lnTo>
                  <a:pt x="369339" y="1285824"/>
                </a:lnTo>
                <a:lnTo>
                  <a:pt x="357971" y="1274458"/>
                </a:lnTo>
                <a:lnTo>
                  <a:pt x="347131" y="1262827"/>
                </a:lnTo>
                <a:lnTo>
                  <a:pt x="336291" y="1250668"/>
                </a:lnTo>
                <a:lnTo>
                  <a:pt x="325716" y="1238508"/>
                </a:lnTo>
                <a:lnTo>
                  <a:pt x="320429" y="1231636"/>
                </a:lnTo>
                <a:lnTo>
                  <a:pt x="315405" y="1224763"/>
                </a:lnTo>
                <a:lnTo>
                  <a:pt x="301393" y="1207317"/>
                </a:lnTo>
                <a:lnTo>
                  <a:pt x="294255" y="1198330"/>
                </a:lnTo>
                <a:lnTo>
                  <a:pt x="287646" y="1189078"/>
                </a:lnTo>
                <a:lnTo>
                  <a:pt x="286059" y="1186699"/>
                </a:lnTo>
                <a:lnTo>
                  <a:pt x="284737" y="1183791"/>
                </a:lnTo>
                <a:lnTo>
                  <a:pt x="277070" y="1172425"/>
                </a:lnTo>
                <a:lnTo>
                  <a:pt x="269403" y="1160795"/>
                </a:lnTo>
                <a:lnTo>
                  <a:pt x="262001" y="1149164"/>
                </a:lnTo>
                <a:lnTo>
                  <a:pt x="255127" y="1137005"/>
                </a:lnTo>
                <a:lnTo>
                  <a:pt x="247988" y="1125110"/>
                </a:lnTo>
                <a:lnTo>
                  <a:pt x="241379" y="1112950"/>
                </a:lnTo>
                <a:lnTo>
                  <a:pt x="234505" y="1100527"/>
                </a:lnTo>
                <a:lnTo>
                  <a:pt x="228424" y="1087839"/>
                </a:lnTo>
                <a:lnTo>
                  <a:pt x="222344" y="1075415"/>
                </a:lnTo>
                <a:lnTo>
                  <a:pt x="216263" y="1062727"/>
                </a:lnTo>
                <a:lnTo>
                  <a:pt x="210975" y="1049775"/>
                </a:lnTo>
                <a:lnTo>
                  <a:pt x="205423" y="1037087"/>
                </a:lnTo>
                <a:lnTo>
                  <a:pt x="200400" y="1023870"/>
                </a:lnTo>
                <a:lnTo>
                  <a:pt x="195377" y="1010653"/>
                </a:lnTo>
                <a:lnTo>
                  <a:pt x="190618" y="997437"/>
                </a:lnTo>
                <a:lnTo>
                  <a:pt x="186388" y="983956"/>
                </a:lnTo>
                <a:lnTo>
                  <a:pt x="182158" y="970475"/>
                </a:lnTo>
                <a:lnTo>
                  <a:pt x="178192" y="956729"/>
                </a:lnTo>
                <a:lnTo>
                  <a:pt x="174491" y="942984"/>
                </a:lnTo>
                <a:lnTo>
                  <a:pt x="171318" y="929239"/>
                </a:lnTo>
                <a:lnTo>
                  <a:pt x="167881" y="915229"/>
                </a:lnTo>
                <a:lnTo>
                  <a:pt x="165237" y="901219"/>
                </a:lnTo>
                <a:lnTo>
                  <a:pt x="162329" y="887210"/>
                </a:lnTo>
                <a:lnTo>
                  <a:pt x="160214" y="872936"/>
                </a:lnTo>
                <a:lnTo>
                  <a:pt x="158099" y="858662"/>
                </a:lnTo>
                <a:lnTo>
                  <a:pt x="156249" y="844388"/>
                </a:lnTo>
                <a:lnTo>
                  <a:pt x="154662" y="829585"/>
                </a:lnTo>
                <a:lnTo>
                  <a:pt x="153340" y="815047"/>
                </a:lnTo>
                <a:lnTo>
                  <a:pt x="152283" y="800509"/>
                </a:lnTo>
                <a:lnTo>
                  <a:pt x="151754" y="785706"/>
                </a:lnTo>
                <a:lnTo>
                  <a:pt x="151225" y="770903"/>
                </a:lnTo>
                <a:lnTo>
                  <a:pt x="151225" y="755836"/>
                </a:lnTo>
                <a:lnTo>
                  <a:pt x="0" y="755836"/>
                </a:lnTo>
                <a:lnTo>
                  <a:pt x="241643" y="393700"/>
                </a:lnTo>
                <a:close/>
                <a:moveTo>
                  <a:pt x="906894" y="0"/>
                </a:moveTo>
                <a:lnTo>
                  <a:pt x="912182" y="264"/>
                </a:lnTo>
                <a:lnTo>
                  <a:pt x="917469" y="529"/>
                </a:lnTo>
                <a:lnTo>
                  <a:pt x="932539" y="793"/>
                </a:lnTo>
                <a:lnTo>
                  <a:pt x="947344" y="1586"/>
                </a:lnTo>
                <a:lnTo>
                  <a:pt x="962414" y="2380"/>
                </a:lnTo>
                <a:lnTo>
                  <a:pt x="977484" y="3702"/>
                </a:lnTo>
                <a:lnTo>
                  <a:pt x="989645" y="5288"/>
                </a:lnTo>
                <a:lnTo>
                  <a:pt x="1002335" y="6610"/>
                </a:lnTo>
                <a:lnTo>
                  <a:pt x="1020313" y="8725"/>
                </a:lnTo>
                <a:lnTo>
                  <a:pt x="1029038" y="10047"/>
                </a:lnTo>
                <a:lnTo>
                  <a:pt x="1038291" y="11369"/>
                </a:lnTo>
                <a:lnTo>
                  <a:pt x="1044636" y="12691"/>
                </a:lnTo>
                <a:lnTo>
                  <a:pt x="1050981" y="14277"/>
                </a:lnTo>
                <a:lnTo>
                  <a:pt x="1064465" y="17186"/>
                </a:lnTo>
                <a:lnTo>
                  <a:pt x="1077419" y="20358"/>
                </a:lnTo>
                <a:lnTo>
                  <a:pt x="1101478" y="26175"/>
                </a:lnTo>
                <a:lnTo>
                  <a:pt x="1113375" y="29348"/>
                </a:lnTo>
                <a:lnTo>
                  <a:pt x="1125008" y="32521"/>
                </a:lnTo>
                <a:lnTo>
                  <a:pt x="1134790" y="35693"/>
                </a:lnTo>
                <a:lnTo>
                  <a:pt x="1144572" y="38866"/>
                </a:lnTo>
                <a:lnTo>
                  <a:pt x="1157791" y="43625"/>
                </a:lnTo>
                <a:lnTo>
                  <a:pt x="1171274" y="48384"/>
                </a:lnTo>
                <a:lnTo>
                  <a:pt x="1184493" y="53408"/>
                </a:lnTo>
                <a:lnTo>
                  <a:pt x="1197448" y="58431"/>
                </a:lnTo>
                <a:lnTo>
                  <a:pt x="1206701" y="62397"/>
                </a:lnTo>
                <a:lnTo>
                  <a:pt x="1226794" y="71651"/>
                </a:lnTo>
                <a:lnTo>
                  <a:pt x="1246887" y="81434"/>
                </a:lnTo>
                <a:lnTo>
                  <a:pt x="1266716" y="91745"/>
                </a:lnTo>
                <a:lnTo>
                  <a:pt x="1285751" y="102321"/>
                </a:lnTo>
                <a:lnTo>
                  <a:pt x="1304786" y="113690"/>
                </a:lnTo>
                <a:lnTo>
                  <a:pt x="1323557" y="125588"/>
                </a:lnTo>
                <a:lnTo>
                  <a:pt x="1341800" y="138015"/>
                </a:lnTo>
                <a:lnTo>
                  <a:pt x="1359513" y="151234"/>
                </a:lnTo>
                <a:lnTo>
                  <a:pt x="1377227" y="164718"/>
                </a:lnTo>
                <a:lnTo>
                  <a:pt x="1394411" y="178731"/>
                </a:lnTo>
                <a:lnTo>
                  <a:pt x="1411067" y="193538"/>
                </a:lnTo>
                <a:lnTo>
                  <a:pt x="1427459" y="208608"/>
                </a:lnTo>
                <a:lnTo>
                  <a:pt x="1443322" y="224207"/>
                </a:lnTo>
                <a:lnTo>
                  <a:pt x="1458920" y="240336"/>
                </a:lnTo>
                <a:lnTo>
                  <a:pt x="1473725" y="257257"/>
                </a:lnTo>
                <a:lnTo>
                  <a:pt x="1488531" y="274178"/>
                </a:lnTo>
                <a:lnTo>
                  <a:pt x="1492496" y="279466"/>
                </a:lnTo>
                <a:lnTo>
                  <a:pt x="1509152" y="300353"/>
                </a:lnTo>
                <a:lnTo>
                  <a:pt x="1517348" y="311194"/>
                </a:lnTo>
                <a:lnTo>
                  <a:pt x="1525544" y="322034"/>
                </a:lnTo>
                <a:lnTo>
                  <a:pt x="1527130" y="325207"/>
                </a:lnTo>
                <a:lnTo>
                  <a:pt x="1528981" y="328115"/>
                </a:lnTo>
                <a:lnTo>
                  <a:pt x="1536648" y="339748"/>
                </a:lnTo>
                <a:lnTo>
                  <a:pt x="1544050" y="351382"/>
                </a:lnTo>
                <a:lnTo>
                  <a:pt x="1551453" y="362751"/>
                </a:lnTo>
                <a:lnTo>
                  <a:pt x="1558591" y="374913"/>
                </a:lnTo>
                <a:lnTo>
                  <a:pt x="1565465" y="386811"/>
                </a:lnTo>
                <a:lnTo>
                  <a:pt x="1572075" y="399237"/>
                </a:lnTo>
                <a:lnTo>
                  <a:pt x="1578684" y="411400"/>
                </a:lnTo>
                <a:lnTo>
                  <a:pt x="1585029" y="423826"/>
                </a:lnTo>
                <a:lnTo>
                  <a:pt x="1591110" y="436253"/>
                </a:lnTo>
                <a:lnTo>
                  <a:pt x="1596927" y="449208"/>
                </a:lnTo>
                <a:lnTo>
                  <a:pt x="1602214" y="461899"/>
                </a:lnTo>
                <a:lnTo>
                  <a:pt x="1607766" y="474854"/>
                </a:lnTo>
                <a:lnTo>
                  <a:pt x="1612789" y="488074"/>
                </a:lnTo>
                <a:lnTo>
                  <a:pt x="1617548" y="501294"/>
                </a:lnTo>
                <a:lnTo>
                  <a:pt x="1622571" y="514249"/>
                </a:lnTo>
                <a:lnTo>
                  <a:pt x="1626801" y="527734"/>
                </a:lnTo>
                <a:lnTo>
                  <a:pt x="1631032" y="541482"/>
                </a:lnTo>
                <a:lnTo>
                  <a:pt x="1634997" y="554702"/>
                </a:lnTo>
                <a:lnTo>
                  <a:pt x="1638170" y="568451"/>
                </a:lnTo>
                <a:lnTo>
                  <a:pt x="1641871" y="582463"/>
                </a:lnTo>
                <a:lnTo>
                  <a:pt x="1645044" y="596212"/>
                </a:lnTo>
                <a:lnTo>
                  <a:pt x="1647688" y="610225"/>
                </a:lnTo>
                <a:lnTo>
                  <a:pt x="1650596" y="624502"/>
                </a:lnTo>
                <a:lnTo>
                  <a:pt x="1652975" y="638515"/>
                </a:lnTo>
                <a:lnTo>
                  <a:pt x="1655090" y="652793"/>
                </a:lnTo>
                <a:lnTo>
                  <a:pt x="1656941" y="667334"/>
                </a:lnTo>
                <a:lnTo>
                  <a:pt x="1658263" y="681876"/>
                </a:lnTo>
                <a:lnTo>
                  <a:pt x="1659585" y="696154"/>
                </a:lnTo>
                <a:lnTo>
                  <a:pt x="1660642" y="710695"/>
                </a:lnTo>
                <a:lnTo>
                  <a:pt x="1661435" y="725501"/>
                </a:lnTo>
                <a:lnTo>
                  <a:pt x="1661700" y="740308"/>
                </a:lnTo>
                <a:lnTo>
                  <a:pt x="1661700" y="754849"/>
                </a:lnTo>
                <a:lnTo>
                  <a:pt x="1812925" y="754849"/>
                </a:lnTo>
                <a:lnTo>
                  <a:pt x="1571282" y="1117600"/>
                </a:lnTo>
                <a:lnTo>
                  <a:pt x="1329638" y="754849"/>
                </a:lnTo>
                <a:lnTo>
                  <a:pt x="1480864" y="754849"/>
                </a:lnTo>
                <a:lnTo>
                  <a:pt x="1480599" y="742158"/>
                </a:lnTo>
                <a:lnTo>
                  <a:pt x="1480070" y="729467"/>
                </a:lnTo>
                <a:lnTo>
                  <a:pt x="1479277" y="716512"/>
                </a:lnTo>
                <a:lnTo>
                  <a:pt x="1478484" y="704085"/>
                </a:lnTo>
                <a:lnTo>
                  <a:pt x="1477162" y="691394"/>
                </a:lnTo>
                <a:lnTo>
                  <a:pt x="1475576" y="678703"/>
                </a:lnTo>
                <a:lnTo>
                  <a:pt x="1473725" y="666277"/>
                </a:lnTo>
                <a:lnTo>
                  <a:pt x="1471610" y="654115"/>
                </a:lnTo>
                <a:lnTo>
                  <a:pt x="1469231" y="641952"/>
                </a:lnTo>
                <a:lnTo>
                  <a:pt x="1466851" y="629790"/>
                </a:lnTo>
                <a:lnTo>
                  <a:pt x="1463943" y="617628"/>
                </a:lnTo>
                <a:lnTo>
                  <a:pt x="1460771" y="605730"/>
                </a:lnTo>
                <a:lnTo>
                  <a:pt x="1457334" y="593832"/>
                </a:lnTo>
                <a:lnTo>
                  <a:pt x="1453897" y="581935"/>
                </a:lnTo>
                <a:lnTo>
                  <a:pt x="1449931" y="570301"/>
                </a:lnTo>
                <a:lnTo>
                  <a:pt x="1445965" y="558668"/>
                </a:lnTo>
                <a:lnTo>
                  <a:pt x="1441471" y="547299"/>
                </a:lnTo>
                <a:lnTo>
                  <a:pt x="1436976" y="535930"/>
                </a:lnTo>
                <a:lnTo>
                  <a:pt x="1432482" y="524825"/>
                </a:lnTo>
                <a:lnTo>
                  <a:pt x="1427194" y="513721"/>
                </a:lnTo>
                <a:lnTo>
                  <a:pt x="1421907" y="502616"/>
                </a:lnTo>
                <a:lnTo>
                  <a:pt x="1416619" y="492040"/>
                </a:lnTo>
                <a:lnTo>
                  <a:pt x="1410803" y="481464"/>
                </a:lnTo>
                <a:lnTo>
                  <a:pt x="1404986" y="470624"/>
                </a:lnTo>
                <a:lnTo>
                  <a:pt x="1398906" y="460313"/>
                </a:lnTo>
                <a:lnTo>
                  <a:pt x="1392561" y="450001"/>
                </a:lnTo>
                <a:lnTo>
                  <a:pt x="1385951" y="439954"/>
                </a:lnTo>
                <a:lnTo>
                  <a:pt x="1379342" y="429907"/>
                </a:lnTo>
                <a:lnTo>
                  <a:pt x="1372468" y="420125"/>
                </a:lnTo>
                <a:lnTo>
                  <a:pt x="1365065" y="410342"/>
                </a:lnTo>
                <a:lnTo>
                  <a:pt x="1357662" y="400824"/>
                </a:lnTo>
                <a:lnTo>
                  <a:pt x="1350524" y="391570"/>
                </a:lnTo>
                <a:lnTo>
                  <a:pt x="1349202" y="390248"/>
                </a:lnTo>
                <a:lnTo>
                  <a:pt x="1338363" y="377293"/>
                </a:lnTo>
                <a:lnTo>
                  <a:pt x="1326730" y="364602"/>
                </a:lnTo>
                <a:lnTo>
                  <a:pt x="1315097" y="352175"/>
                </a:lnTo>
                <a:lnTo>
                  <a:pt x="1302936" y="340277"/>
                </a:lnTo>
                <a:lnTo>
                  <a:pt x="1290510" y="328644"/>
                </a:lnTo>
                <a:lnTo>
                  <a:pt x="1277555" y="317804"/>
                </a:lnTo>
                <a:lnTo>
                  <a:pt x="1264601" y="306699"/>
                </a:lnTo>
                <a:lnTo>
                  <a:pt x="1251117" y="296387"/>
                </a:lnTo>
                <a:lnTo>
                  <a:pt x="1237369" y="286340"/>
                </a:lnTo>
                <a:lnTo>
                  <a:pt x="1223093" y="276822"/>
                </a:lnTo>
                <a:lnTo>
                  <a:pt x="1208816" y="267568"/>
                </a:lnTo>
                <a:lnTo>
                  <a:pt x="1194275" y="258579"/>
                </a:lnTo>
                <a:lnTo>
                  <a:pt x="1179206" y="250383"/>
                </a:lnTo>
                <a:lnTo>
                  <a:pt x="1163872" y="242451"/>
                </a:lnTo>
                <a:lnTo>
                  <a:pt x="1148802" y="234783"/>
                </a:lnTo>
                <a:lnTo>
                  <a:pt x="1132939" y="227909"/>
                </a:lnTo>
                <a:lnTo>
                  <a:pt x="1128709" y="226058"/>
                </a:lnTo>
                <a:lnTo>
                  <a:pt x="1117869" y="221828"/>
                </a:lnTo>
                <a:lnTo>
                  <a:pt x="1107294" y="217862"/>
                </a:lnTo>
                <a:lnTo>
                  <a:pt x="1096455" y="213896"/>
                </a:lnTo>
                <a:lnTo>
                  <a:pt x="1085615" y="210194"/>
                </a:lnTo>
                <a:lnTo>
                  <a:pt x="1073454" y="206229"/>
                </a:lnTo>
                <a:lnTo>
                  <a:pt x="1063672" y="203585"/>
                </a:lnTo>
                <a:lnTo>
                  <a:pt x="1054418" y="200676"/>
                </a:lnTo>
                <a:lnTo>
                  <a:pt x="1034590" y="196182"/>
                </a:lnTo>
                <a:lnTo>
                  <a:pt x="1026130" y="194066"/>
                </a:lnTo>
                <a:lnTo>
                  <a:pt x="1017141" y="192216"/>
                </a:lnTo>
                <a:lnTo>
                  <a:pt x="1007094" y="190365"/>
                </a:lnTo>
                <a:lnTo>
                  <a:pt x="997048" y="188778"/>
                </a:lnTo>
                <a:lnTo>
                  <a:pt x="976690" y="186134"/>
                </a:lnTo>
                <a:lnTo>
                  <a:pt x="961356" y="184019"/>
                </a:lnTo>
                <a:lnTo>
                  <a:pt x="948930" y="183226"/>
                </a:lnTo>
                <a:lnTo>
                  <a:pt x="936505" y="182169"/>
                </a:lnTo>
                <a:lnTo>
                  <a:pt x="923550" y="181904"/>
                </a:lnTo>
                <a:lnTo>
                  <a:pt x="911124" y="181640"/>
                </a:lnTo>
                <a:lnTo>
                  <a:pt x="899756" y="181640"/>
                </a:lnTo>
                <a:lnTo>
                  <a:pt x="888916" y="181904"/>
                </a:lnTo>
                <a:lnTo>
                  <a:pt x="877548" y="182169"/>
                </a:lnTo>
                <a:lnTo>
                  <a:pt x="866708" y="182697"/>
                </a:lnTo>
                <a:lnTo>
                  <a:pt x="855604" y="183755"/>
                </a:lnTo>
                <a:lnTo>
                  <a:pt x="844765" y="184548"/>
                </a:lnTo>
                <a:lnTo>
                  <a:pt x="833661" y="186134"/>
                </a:lnTo>
                <a:lnTo>
                  <a:pt x="822821" y="187721"/>
                </a:lnTo>
                <a:lnTo>
                  <a:pt x="811982" y="189307"/>
                </a:lnTo>
                <a:lnTo>
                  <a:pt x="801142" y="190894"/>
                </a:lnTo>
                <a:lnTo>
                  <a:pt x="790302" y="193273"/>
                </a:lnTo>
                <a:lnTo>
                  <a:pt x="779463" y="195653"/>
                </a:lnTo>
                <a:lnTo>
                  <a:pt x="768888" y="198032"/>
                </a:lnTo>
                <a:lnTo>
                  <a:pt x="758312" y="200676"/>
                </a:lnTo>
                <a:lnTo>
                  <a:pt x="747473" y="203849"/>
                </a:lnTo>
                <a:lnTo>
                  <a:pt x="737162" y="206757"/>
                </a:lnTo>
                <a:lnTo>
                  <a:pt x="726587" y="210194"/>
                </a:lnTo>
                <a:lnTo>
                  <a:pt x="716276" y="213896"/>
                </a:lnTo>
                <a:lnTo>
                  <a:pt x="705965" y="217598"/>
                </a:lnTo>
                <a:lnTo>
                  <a:pt x="695390" y="221563"/>
                </a:lnTo>
                <a:lnTo>
                  <a:pt x="685079" y="225794"/>
                </a:lnTo>
                <a:lnTo>
                  <a:pt x="675033" y="230024"/>
                </a:lnTo>
                <a:lnTo>
                  <a:pt x="664986" y="234519"/>
                </a:lnTo>
                <a:lnTo>
                  <a:pt x="654940" y="239542"/>
                </a:lnTo>
                <a:lnTo>
                  <a:pt x="644893" y="244302"/>
                </a:lnTo>
                <a:lnTo>
                  <a:pt x="635111" y="249589"/>
                </a:lnTo>
                <a:lnTo>
                  <a:pt x="625329" y="254877"/>
                </a:lnTo>
                <a:lnTo>
                  <a:pt x="615547" y="260430"/>
                </a:lnTo>
                <a:lnTo>
                  <a:pt x="606029" y="266511"/>
                </a:lnTo>
                <a:lnTo>
                  <a:pt x="596512" y="272327"/>
                </a:lnTo>
                <a:lnTo>
                  <a:pt x="586994" y="278673"/>
                </a:lnTo>
                <a:lnTo>
                  <a:pt x="577476" y="285283"/>
                </a:lnTo>
                <a:lnTo>
                  <a:pt x="574039" y="287662"/>
                </a:lnTo>
                <a:lnTo>
                  <a:pt x="570074" y="290042"/>
                </a:lnTo>
                <a:lnTo>
                  <a:pt x="565843" y="292157"/>
                </a:lnTo>
                <a:lnTo>
                  <a:pt x="561878" y="294008"/>
                </a:lnTo>
                <a:lnTo>
                  <a:pt x="557383" y="295859"/>
                </a:lnTo>
                <a:lnTo>
                  <a:pt x="553153" y="296916"/>
                </a:lnTo>
                <a:lnTo>
                  <a:pt x="548923" y="298503"/>
                </a:lnTo>
                <a:lnTo>
                  <a:pt x="544693" y="299560"/>
                </a:lnTo>
                <a:lnTo>
                  <a:pt x="540463" y="300353"/>
                </a:lnTo>
                <a:lnTo>
                  <a:pt x="536233" y="300882"/>
                </a:lnTo>
                <a:lnTo>
                  <a:pt x="531474" y="301411"/>
                </a:lnTo>
                <a:lnTo>
                  <a:pt x="527244" y="301675"/>
                </a:lnTo>
                <a:lnTo>
                  <a:pt x="523014" y="301411"/>
                </a:lnTo>
                <a:lnTo>
                  <a:pt x="518519" y="301411"/>
                </a:lnTo>
                <a:lnTo>
                  <a:pt x="514289" y="300618"/>
                </a:lnTo>
                <a:lnTo>
                  <a:pt x="510059" y="300089"/>
                </a:lnTo>
                <a:lnTo>
                  <a:pt x="505829" y="299296"/>
                </a:lnTo>
                <a:lnTo>
                  <a:pt x="501335" y="298238"/>
                </a:lnTo>
                <a:lnTo>
                  <a:pt x="497369" y="296916"/>
                </a:lnTo>
                <a:lnTo>
                  <a:pt x="493139" y="295594"/>
                </a:lnTo>
                <a:lnTo>
                  <a:pt x="489173" y="293744"/>
                </a:lnTo>
                <a:lnTo>
                  <a:pt x="485208" y="291893"/>
                </a:lnTo>
                <a:lnTo>
                  <a:pt x="481242" y="290042"/>
                </a:lnTo>
                <a:lnTo>
                  <a:pt x="477805" y="287662"/>
                </a:lnTo>
                <a:lnTo>
                  <a:pt x="474104" y="285283"/>
                </a:lnTo>
                <a:lnTo>
                  <a:pt x="470402" y="282639"/>
                </a:lnTo>
                <a:lnTo>
                  <a:pt x="466701" y="279731"/>
                </a:lnTo>
                <a:lnTo>
                  <a:pt x="463264" y="276558"/>
                </a:lnTo>
                <a:lnTo>
                  <a:pt x="460356" y="273649"/>
                </a:lnTo>
                <a:lnTo>
                  <a:pt x="457183" y="270212"/>
                </a:lnTo>
                <a:lnTo>
                  <a:pt x="454275" y="266511"/>
                </a:lnTo>
                <a:lnTo>
                  <a:pt x="451367" y="262809"/>
                </a:lnTo>
                <a:lnTo>
                  <a:pt x="448987" y="258843"/>
                </a:lnTo>
                <a:lnTo>
                  <a:pt x="446608" y="254877"/>
                </a:lnTo>
                <a:lnTo>
                  <a:pt x="444493" y="251176"/>
                </a:lnTo>
                <a:lnTo>
                  <a:pt x="442642" y="246681"/>
                </a:lnTo>
                <a:lnTo>
                  <a:pt x="440792" y="242451"/>
                </a:lnTo>
                <a:lnTo>
                  <a:pt x="439205" y="238220"/>
                </a:lnTo>
                <a:lnTo>
                  <a:pt x="438148" y="233990"/>
                </a:lnTo>
                <a:lnTo>
                  <a:pt x="437090" y="229760"/>
                </a:lnTo>
                <a:lnTo>
                  <a:pt x="436297" y="225529"/>
                </a:lnTo>
                <a:lnTo>
                  <a:pt x="435768" y="221299"/>
                </a:lnTo>
                <a:lnTo>
                  <a:pt x="435240" y="216804"/>
                </a:lnTo>
                <a:lnTo>
                  <a:pt x="434975" y="212310"/>
                </a:lnTo>
                <a:lnTo>
                  <a:pt x="434975" y="208079"/>
                </a:lnTo>
                <a:lnTo>
                  <a:pt x="435240" y="203849"/>
                </a:lnTo>
                <a:lnTo>
                  <a:pt x="436033" y="199354"/>
                </a:lnTo>
                <a:lnTo>
                  <a:pt x="436562" y="194860"/>
                </a:lnTo>
                <a:lnTo>
                  <a:pt x="437355" y="190629"/>
                </a:lnTo>
                <a:lnTo>
                  <a:pt x="438412" y="186663"/>
                </a:lnTo>
                <a:lnTo>
                  <a:pt x="439734" y="182433"/>
                </a:lnTo>
                <a:lnTo>
                  <a:pt x="441056" y="178203"/>
                </a:lnTo>
                <a:lnTo>
                  <a:pt x="442907" y="174237"/>
                </a:lnTo>
                <a:lnTo>
                  <a:pt x="444757" y="170271"/>
                </a:lnTo>
                <a:lnTo>
                  <a:pt x="446608" y="166305"/>
                </a:lnTo>
                <a:lnTo>
                  <a:pt x="448987" y="162603"/>
                </a:lnTo>
                <a:lnTo>
                  <a:pt x="451367" y="159166"/>
                </a:lnTo>
                <a:lnTo>
                  <a:pt x="454011" y="155465"/>
                </a:lnTo>
                <a:lnTo>
                  <a:pt x="456919" y="152027"/>
                </a:lnTo>
                <a:lnTo>
                  <a:pt x="460091" y="148590"/>
                </a:lnTo>
                <a:lnTo>
                  <a:pt x="463000" y="145418"/>
                </a:lnTo>
                <a:lnTo>
                  <a:pt x="466437" y="142245"/>
                </a:lnTo>
                <a:lnTo>
                  <a:pt x="470138" y="139601"/>
                </a:lnTo>
                <a:lnTo>
                  <a:pt x="473839" y="136693"/>
                </a:lnTo>
                <a:lnTo>
                  <a:pt x="486001" y="128232"/>
                </a:lnTo>
                <a:lnTo>
                  <a:pt x="498162" y="120300"/>
                </a:lnTo>
                <a:lnTo>
                  <a:pt x="510588" y="112368"/>
                </a:lnTo>
                <a:lnTo>
                  <a:pt x="522749" y="105229"/>
                </a:lnTo>
                <a:lnTo>
                  <a:pt x="535440" y="97826"/>
                </a:lnTo>
                <a:lnTo>
                  <a:pt x="548130" y="90688"/>
                </a:lnTo>
                <a:lnTo>
                  <a:pt x="560820" y="83813"/>
                </a:lnTo>
                <a:lnTo>
                  <a:pt x="573511" y="77468"/>
                </a:lnTo>
                <a:lnTo>
                  <a:pt x="586730" y="71387"/>
                </a:lnTo>
                <a:lnTo>
                  <a:pt x="599949" y="65306"/>
                </a:lnTo>
                <a:lnTo>
                  <a:pt x="612903" y="59489"/>
                </a:lnTo>
                <a:lnTo>
                  <a:pt x="626122" y="53937"/>
                </a:lnTo>
                <a:lnTo>
                  <a:pt x="639341" y="48649"/>
                </a:lnTo>
                <a:lnTo>
                  <a:pt x="652825" y="43890"/>
                </a:lnTo>
                <a:lnTo>
                  <a:pt x="666572" y="39395"/>
                </a:lnTo>
                <a:lnTo>
                  <a:pt x="680056" y="34636"/>
                </a:lnTo>
                <a:lnTo>
                  <a:pt x="693539" y="30670"/>
                </a:lnTo>
                <a:lnTo>
                  <a:pt x="707287" y="26704"/>
                </a:lnTo>
                <a:lnTo>
                  <a:pt x="721035" y="23267"/>
                </a:lnTo>
                <a:lnTo>
                  <a:pt x="735047" y="19830"/>
                </a:lnTo>
                <a:lnTo>
                  <a:pt x="748795" y="16657"/>
                </a:lnTo>
                <a:lnTo>
                  <a:pt x="762807" y="14013"/>
                </a:lnTo>
                <a:lnTo>
                  <a:pt x="776819" y="11369"/>
                </a:lnTo>
                <a:lnTo>
                  <a:pt x="790831" y="9254"/>
                </a:lnTo>
                <a:lnTo>
                  <a:pt x="805108" y="7139"/>
                </a:lnTo>
                <a:lnTo>
                  <a:pt x="819120" y="5288"/>
                </a:lnTo>
                <a:lnTo>
                  <a:pt x="833396" y="3702"/>
                </a:lnTo>
                <a:lnTo>
                  <a:pt x="847408" y="2380"/>
                </a:lnTo>
                <a:lnTo>
                  <a:pt x="861685" y="1586"/>
                </a:lnTo>
                <a:lnTo>
                  <a:pt x="876226" y="793"/>
                </a:lnTo>
                <a:lnTo>
                  <a:pt x="890502" y="264"/>
                </a:lnTo>
                <a:lnTo>
                  <a:pt x="904779" y="264"/>
                </a:lnTo>
                <a:lnTo>
                  <a:pt x="906894" y="0"/>
                </a:lnTo>
                <a:close/>
              </a:path>
            </a:pathLst>
          </a:custGeom>
          <a:solidFill>
            <a:schemeClr val="bg1">
              <a:lumMod val="85000"/>
            </a:schemeClr>
          </a:solidFill>
          <a:ln>
            <a:noFill/>
          </a:ln>
          <a:effectLst>
            <a:innerShdw blurRad="114300">
              <a:prstClr val="black">
                <a:alpha val="50000"/>
              </a:prstClr>
            </a:innerShdw>
          </a:effectLst>
        </p:spPr>
        <p:txBody>
          <a:bodyPr lIns="68589" tIns="34295" rIns="68589" bIns="34295" anchor="ctr">
            <a:scene3d>
              <a:camera prst="orthographicFront"/>
              <a:lightRig rig="threePt" dir="t"/>
            </a:scene3d>
            <a:sp3d>
              <a:contourClr>
                <a:srgbClr val="FFFFFF"/>
              </a:contourClr>
            </a:sp3d>
          </a:bodyPr>
          <a:lstStyle/>
          <a:p>
            <a:pPr algn="ctr">
              <a:defRPr/>
            </a:pPr>
            <a:endParaRPr lang="zh-CN" altLang="en-US" dirty="0">
              <a:solidFill>
                <a:srgbClr val="0070C0"/>
              </a:solidFill>
              <a:latin typeface="微软雅黑" panose="020B0503020204020204" pitchFamily="34" charset="-122"/>
              <a:ea typeface="微软雅黑" panose="020B0503020204020204" pitchFamily="34" charset="-122"/>
            </a:endParaRPr>
          </a:p>
        </p:txBody>
      </p:sp>
      <p:pic>
        <p:nvPicPr>
          <p:cNvPr id="117" name="图片 116" descr="图片包含 物体&#10;&#10;描述已自动生成"/>
          <p:cNvPicPr>
            <a:picLocks noChangeAspect="1"/>
          </p:cNvPicPr>
          <p:nvPr/>
        </p:nvPicPr>
        <p:blipFill>
          <a:blip r:embed="rId44" cstate="print">
            <a:extLst>
              <a:ext uri="{28A0092B-C50C-407E-A947-70E740481C1C}">
                <a14:useLocalDpi xmlns:a14="http://schemas.microsoft.com/office/drawing/2010/main" val="0"/>
              </a:ext>
            </a:extLst>
          </a:blip>
          <a:stretch>
            <a:fillRect/>
          </a:stretch>
        </p:blipFill>
        <p:spPr>
          <a:xfrm>
            <a:off x="94423" y="655329"/>
            <a:ext cx="388986" cy="1907371"/>
          </a:xfrm>
          <a:prstGeom prst="rect">
            <a:avLst/>
          </a:prstGeom>
        </p:spPr>
      </p:pic>
      <p:sp>
        <p:nvSpPr>
          <p:cNvPr id="2" name="文本框 1"/>
          <p:cNvSpPr txBox="1"/>
          <p:nvPr/>
        </p:nvSpPr>
        <p:spPr>
          <a:xfrm>
            <a:off x="827405" y="655320"/>
            <a:ext cx="4572000" cy="337185"/>
          </a:xfrm>
          <a:prstGeom prst="rect">
            <a:avLst/>
          </a:prstGeom>
          <a:noFill/>
        </p:spPr>
        <p:txBody>
          <a:bodyPr wrap="square" rtlCol="0" anchor="t">
            <a:spAutoFit/>
          </a:bodyPr>
          <a:p>
            <a:r>
              <a:rPr lang="en-US" altLang="zh-CN" sz="1600" spc="300" dirty="0">
                <a:solidFill>
                  <a:schemeClr val="tx1">
                    <a:lumMod val="65000"/>
                    <a:lumOff val="35000"/>
                  </a:schemeClr>
                </a:solidFill>
                <a:latin typeface="微软雅黑" panose="020B0503020204020204" pitchFamily="34" charset="-122"/>
                <a:ea typeface="微软雅黑" panose="020B0503020204020204" pitchFamily="34" charset="-122"/>
                <a:sym typeface="+mn-ea"/>
              </a:rPr>
              <a:t>SSO</a:t>
            </a:r>
            <a:r>
              <a:rPr lang="zh-CN" altLang="en-US" sz="1600" spc="300" dirty="0">
                <a:solidFill>
                  <a:schemeClr val="tx1">
                    <a:lumMod val="65000"/>
                    <a:lumOff val="35000"/>
                  </a:schemeClr>
                </a:solidFill>
                <a:latin typeface="微软雅黑" panose="020B0503020204020204" pitchFamily="34" charset="-122"/>
                <a:ea typeface="微软雅黑" panose="020B0503020204020204" pitchFamily="34" charset="-122"/>
                <a:sym typeface="+mn-ea"/>
              </a:rPr>
              <a:t>系统检测工具</a:t>
            </a:r>
            <a:endParaRPr lang="zh-CN" altLang="en-US" sz="1600" spc="300" dirty="0">
              <a:solidFill>
                <a:schemeClr val="tx1">
                  <a:lumMod val="65000"/>
                  <a:lumOff val="35000"/>
                </a:schemeClr>
              </a:solidFill>
              <a:latin typeface="微软雅黑" panose="020B0503020204020204" pitchFamily="34" charset="-122"/>
              <a:ea typeface="微软雅黑" panose="020B0503020204020204" pitchFamily="34" charset="-122"/>
              <a:sym typeface="+mn-ea"/>
            </a:endParaRPr>
          </a:p>
        </p:txBody>
      </p:sp>
    </p:spTree>
  </p:cSld>
  <p:clrMapOvr>
    <a:masterClrMapping/>
  </p:clrMapOvr>
  <p:transition spd="slow" advClick="0" advTm="0">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10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par>
                                <p:cTn id="17" presetID="12" presetClass="entr" presetSubtype="8" fill="hold" nodeType="withEffect">
                                  <p:stCondLst>
                                    <p:cond delay="0"/>
                                  </p:stCondLst>
                                  <p:childTnLst>
                                    <p:set>
                                      <p:cBhvr>
                                        <p:cTn id="18" dur="1" fill="hold">
                                          <p:stCondLst>
                                            <p:cond delay="0"/>
                                          </p:stCondLst>
                                        </p:cTn>
                                        <p:tgtEl>
                                          <p:spTgt spid="37"/>
                                        </p:tgtEl>
                                        <p:attrNameLst>
                                          <p:attrName>style.visibility</p:attrName>
                                        </p:attrNameLst>
                                      </p:cBhvr>
                                      <p:to>
                                        <p:strVal val="visible"/>
                                      </p:to>
                                    </p:set>
                                    <p:anim calcmode="lin" valueType="num">
                                      <p:cBhvr additive="base">
                                        <p:cTn id="19" dur="500"/>
                                        <p:tgtEl>
                                          <p:spTgt spid="37"/>
                                        </p:tgtEl>
                                        <p:attrNameLst>
                                          <p:attrName>ppt_x</p:attrName>
                                        </p:attrNameLst>
                                      </p:cBhvr>
                                      <p:tavLst>
                                        <p:tav tm="0">
                                          <p:val>
                                            <p:strVal val="#ppt_x-#ppt_w*1.125000"/>
                                          </p:val>
                                        </p:tav>
                                        <p:tav tm="100000">
                                          <p:val>
                                            <p:strVal val="#ppt_x"/>
                                          </p:val>
                                        </p:tav>
                                      </p:tavLst>
                                    </p:anim>
                                    <p:animEffect transition="in" filter="wipe(right)">
                                      <p:cBhvr>
                                        <p:cTn id="20" dur="500"/>
                                        <p:tgtEl>
                                          <p:spTgt spid="37"/>
                                        </p:tgtEl>
                                      </p:cBhvr>
                                    </p:animEffect>
                                  </p:childTnLst>
                                </p:cTn>
                              </p:par>
                              <p:par>
                                <p:cTn id="21" presetID="12" presetClass="entr" presetSubtype="8" fill="hold" grpId="0" nodeType="withEffect">
                                  <p:stCondLst>
                                    <p:cond delay="0"/>
                                  </p:stCondLst>
                                  <p:childTnLst>
                                    <p:set>
                                      <p:cBhvr>
                                        <p:cTn id="22" dur="1" fill="hold">
                                          <p:stCondLst>
                                            <p:cond delay="0"/>
                                          </p:stCondLst>
                                        </p:cTn>
                                        <p:tgtEl>
                                          <p:spTgt spid="36"/>
                                        </p:tgtEl>
                                        <p:attrNameLst>
                                          <p:attrName>style.visibility</p:attrName>
                                        </p:attrNameLst>
                                      </p:cBhvr>
                                      <p:to>
                                        <p:strVal val="visible"/>
                                      </p:to>
                                    </p:set>
                                    <p:anim calcmode="lin" valueType="num">
                                      <p:cBhvr additive="base">
                                        <p:cTn id="23" dur="500"/>
                                        <p:tgtEl>
                                          <p:spTgt spid="36"/>
                                        </p:tgtEl>
                                        <p:attrNameLst>
                                          <p:attrName>ppt_x</p:attrName>
                                        </p:attrNameLst>
                                      </p:cBhvr>
                                      <p:tavLst>
                                        <p:tav tm="0">
                                          <p:val>
                                            <p:strVal val="#ppt_x-#ppt_w*1.125000"/>
                                          </p:val>
                                        </p:tav>
                                        <p:tav tm="100000">
                                          <p:val>
                                            <p:strVal val="#ppt_x"/>
                                          </p:val>
                                        </p:tav>
                                      </p:tavLst>
                                    </p:anim>
                                    <p:animEffect transition="in" filter="wipe(right)">
                                      <p:cBhvr>
                                        <p:cTn id="24" dur="500"/>
                                        <p:tgtEl>
                                          <p:spTgt spid="36"/>
                                        </p:tgtEl>
                                      </p:cBhvr>
                                    </p:animEffect>
                                  </p:childTnLst>
                                </p:cTn>
                              </p:par>
                            </p:childTnLst>
                          </p:cTn>
                        </p:par>
                        <p:par>
                          <p:cTn id="25" fill="hold">
                            <p:stCondLst>
                              <p:cond delay="1500"/>
                            </p:stCondLst>
                            <p:childTnLst>
                              <p:par>
                                <p:cTn id="26" presetID="10" presetClass="entr" presetSubtype="0" fill="hold" nodeType="afterEffect">
                                  <p:stCondLst>
                                    <p:cond delay="0"/>
                                  </p:stCondLst>
                                  <p:childTnLst>
                                    <p:set>
                                      <p:cBhvr>
                                        <p:cTn id="27" dur="1" fill="hold">
                                          <p:stCondLst>
                                            <p:cond delay="0"/>
                                          </p:stCondLst>
                                        </p:cTn>
                                        <p:tgtEl>
                                          <p:spTgt spid="45"/>
                                        </p:tgtEl>
                                        <p:attrNameLst>
                                          <p:attrName>style.visibility</p:attrName>
                                        </p:attrNameLst>
                                      </p:cBhvr>
                                      <p:to>
                                        <p:strVal val="visible"/>
                                      </p:to>
                                    </p:set>
                                    <p:animEffect transition="in" filter="fade">
                                      <p:cBhvr>
                                        <p:cTn id="28" dur="500"/>
                                        <p:tgtEl>
                                          <p:spTgt spid="45"/>
                                        </p:tgtEl>
                                      </p:cBhvr>
                                    </p:animEffect>
                                  </p:childTnLst>
                                </p:cTn>
                              </p:par>
                              <p:par>
                                <p:cTn id="29" presetID="10" presetClass="entr" presetSubtype="0" fill="hold" nodeType="withEffect">
                                  <p:stCondLst>
                                    <p:cond delay="200"/>
                                  </p:stCondLst>
                                  <p:childTnLst>
                                    <p:set>
                                      <p:cBhvr>
                                        <p:cTn id="30" dur="1" fill="hold">
                                          <p:stCondLst>
                                            <p:cond delay="0"/>
                                          </p:stCondLst>
                                        </p:cTn>
                                        <p:tgtEl>
                                          <p:spTgt spid="113"/>
                                        </p:tgtEl>
                                        <p:attrNameLst>
                                          <p:attrName>style.visibility</p:attrName>
                                        </p:attrNameLst>
                                      </p:cBhvr>
                                      <p:to>
                                        <p:strVal val="visible"/>
                                      </p:to>
                                    </p:set>
                                    <p:animEffect transition="in" filter="fade">
                                      <p:cBhvr>
                                        <p:cTn id="31" dur="500"/>
                                        <p:tgtEl>
                                          <p:spTgt spid="113"/>
                                        </p:tgtEl>
                                      </p:cBhvr>
                                    </p:animEffect>
                                  </p:childTnLst>
                                </p:cTn>
                              </p:par>
                              <p:par>
                                <p:cTn id="32" presetID="10" presetClass="entr" presetSubtype="0" fill="hold" grpId="0" nodeType="withEffect">
                                  <p:stCondLst>
                                    <p:cond delay="200"/>
                                  </p:stCondLst>
                                  <p:childTnLst>
                                    <p:set>
                                      <p:cBhvr>
                                        <p:cTn id="33" dur="1" fill="hold">
                                          <p:stCondLst>
                                            <p:cond delay="0"/>
                                          </p:stCondLst>
                                        </p:cTn>
                                        <p:tgtEl>
                                          <p:spTgt spid="116"/>
                                        </p:tgtEl>
                                        <p:attrNameLst>
                                          <p:attrName>style.visibility</p:attrName>
                                        </p:attrNameLst>
                                      </p:cBhvr>
                                      <p:to>
                                        <p:strVal val="visible"/>
                                      </p:to>
                                    </p:set>
                                    <p:animEffect transition="in" filter="fade">
                                      <p:cBhvr>
                                        <p:cTn id="34" dur="500"/>
                                        <p:tgtEl>
                                          <p:spTgt spid="116"/>
                                        </p:tgtEl>
                                      </p:cBhvr>
                                    </p:animEffect>
                                  </p:childTnLst>
                                </p:cTn>
                              </p:par>
                              <p:par>
                                <p:cTn id="35" presetID="22" presetClass="entr" presetSubtype="8" fill="hold" nodeType="withEffect">
                                  <p:stCondLst>
                                    <p:cond delay="200"/>
                                  </p:stCondLst>
                                  <p:childTnLst>
                                    <p:set>
                                      <p:cBhvr>
                                        <p:cTn id="36" dur="1" fill="hold">
                                          <p:stCondLst>
                                            <p:cond delay="0"/>
                                          </p:stCondLst>
                                        </p:cTn>
                                        <p:tgtEl>
                                          <p:spTgt spid="62"/>
                                        </p:tgtEl>
                                        <p:attrNameLst>
                                          <p:attrName>style.visibility</p:attrName>
                                        </p:attrNameLst>
                                      </p:cBhvr>
                                      <p:to>
                                        <p:strVal val="visible"/>
                                      </p:to>
                                    </p:set>
                                    <p:animEffect transition="in" filter="wipe(left)">
                                      <p:cBhvr>
                                        <p:cTn id="37" dur="500"/>
                                        <p:tgtEl>
                                          <p:spTgt spid="62"/>
                                        </p:tgtEl>
                                      </p:cBhvr>
                                    </p:animEffect>
                                  </p:childTnLst>
                                </p:cTn>
                              </p:par>
                              <p:par>
                                <p:cTn id="38" presetID="22" presetClass="entr" presetSubtype="8" fill="hold" nodeType="withEffect">
                                  <p:stCondLst>
                                    <p:cond delay="600"/>
                                  </p:stCondLst>
                                  <p:childTnLst>
                                    <p:set>
                                      <p:cBhvr>
                                        <p:cTn id="39" dur="1" fill="hold">
                                          <p:stCondLst>
                                            <p:cond delay="0"/>
                                          </p:stCondLst>
                                        </p:cTn>
                                        <p:tgtEl>
                                          <p:spTgt spid="88"/>
                                        </p:tgtEl>
                                        <p:attrNameLst>
                                          <p:attrName>style.visibility</p:attrName>
                                        </p:attrNameLst>
                                      </p:cBhvr>
                                      <p:to>
                                        <p:strVal val="visible"/>
                                      </p:to>
                                    </p:set>
                                    <p:animEffect transition="in" filter="wipe(left)">
                                      <p:cBhvr>
                                        <p:cTn id="40" dur="500"/>
                                        <p:tgtEl>
                                          <p:spTgt spid="88"/>
                                        </p:tgtEl>
                                      </p:cBhvr>
                                    </p:animEffect>
                                  </p:childTnLst>
                                </p:cTn>
                              </p:par>
                              <p:par>
                                <p:cTn id="41" presetID="22" presetClass="entr" presetSubtype="2" fill="hold" nodeType="withEffect">
                                  <p:stCondLst>
                                    <p:cond delay="600"/>
                                  </p:stCondLst>
                                  <p:childTnLst>
                                    <p:set>
                                      <p:cBhvr>
                                        <p:cTn id="42" dur="1" fill="hold">
                                          <p:stCondLst>
                                            <p:cond delay="0"/>
                                          </p:stCondLst>
                                        </p:cTn>
                                        <p:tgtEl>
                                          <p:spTgt spid="55"/>
                                        </p:tgtEl>
                                        <p:attrNameLst>
                                          <p:attrName>style.visibility</p:attrName>
                                        </p:attrNameLst>
                                      </p:cBhvr>
                                      <p:to>
                                        <p:strVal val="visible"/>
                                      </p:to>
                                    </p:set>
                                    <p:animEffect transition="in" filter="wipe(right)">
                                      <p:cBhvr>
                                        <p:cTn id="43" dur="500"/>
                                        <p:tgtEl>
                                          <p:spTgt spid="55"/>
                                        </p:tgtEl>
                                      </p:cBhvr>
                                    </p:animEffect>
                                  </p:childTnLst>
                                </p:cTn>
                              </p:par>
                              <p:par>
                                <p:cTn id="44" presetID="22" presetClass="entr" presetSubtype="2" fill="hold" nodeType="withEffect">
                                  <p:stCondLst>
                                    <p:cond delay="1100"/>
                                  </p:stCondLst>
                                  <p:childTnLst>
                                    <p:set>
                                      <p:cBhvr>
                                        <p:cTn id="45" dur="1" fill="hold">
                                          <p:stCondLst>
                                            <p:cond delay="0"/>
                                          </p:stCondLst>
                                        </p:cTn>
                                        <p:tgtEl>
                                          <p:spTgt spid="103"/>
                                        </p:tgtEl>
                                        <p:attrNameLst>
                                          <p:attrName>style.visibility</p:attrName>
                                        </p:attrNameLst>
                                      </p:cBhvr>
                                      <p:to>
                                        <p:strVal val="visible"/>
                                      </p:to>
                                    </p:set>
                                    <p:animEffect transition="in" filter="wipe(right)">
                                      <p:cBhvr>
                                        <p:cTn id="46" dur="500"/>
                                        <p:tgtEl>
                                          <p:spTgt spid="103"/>
                                        </p:tgtEl>
                                      </p:cBhvr>
                                    </p:animEffect>
                                  </p:childTnLst>
                                </p:cTn>
                              </p:par>
                              <p:par>
                                <p:cTn id="47" presetID="22" presetClass="entr" presetSubtype="2" fill="hold" nodeType="withEffect">
                                  <p:stCondLst>
                                    <p:cond delay="900"/>
                                  </p:stCondLst>
                                  <p:childTnLst>
                                    <p:set>
                                      <p:cBhvr>
                                        <p:cTn id="48" dur="1" fill="hold">
                                          <p:stCondLst>
                                            <p:cond delay="0"/>
                                          </p:stCondLst>
                                        </p:cTn>
                                        <p:tgtEl>
                                          <p:spTgt spid="48"/>
                                        </p:tgtEl>
                                        <p:attrNameLst>
                                          <p:attrName>style.visibility</p:attrName>
                                        </p:attrNameLst>
                                      </p:cBhvr>
                                      <p:to>
                                        <p:strVal val="visible"/>
                                      </p:to>
                                    </p:set>
                                    <p:animEffect transition="in" filter="wipe(right)">
                                      <p:cBhvr>
                                        <p:cTn id="49" dur="500"/>
                                        <p:tgtEl>
                                          <p:spTgt spid="48"/>
                                        </p:tgtEl>
                                      </p:cBhvr>
                                    </p:animEffect>
                                  </p:childTnLst>
                                </p:cTn>
                              </p:par>
                              <p:par>
                                <p:cTn id="50" presetID="22" presetClass="entr" presetSubtype="2" fill="hold" nodeType="withEffect">
                                  <p:stCondLst>
                                    <p:cond delay="1400"/>
                                  </p:stCondLst>
                                  <p:childTnLst>
                                    <p:set>
                                      <p:cBhvr>
                                        <p:cTn id="51" dur="1" fill="hold">
                                          <p:stCondLst>
                                            <p:cond delay="0"/>
                                          </p:stCondLst>
                                        </p:cTn>
                                        <p:tgtEl>
                                          <p:spTgt spid="98"/>
                                        </p:tgtEl>
                                        <p:attrNameLst>
                                          <p:attrName>style.visibility</p:attrName>
                                        </p:attrNameLst>
                                      </p:cBhvr>
                                      <p:to>
                                        <p:strVal val="visible"/>
                                      </p:to>
                                    </p:set>
                                    <p:animEffect transition="in" filter="wipe(right)">
                                      <p:cBhvr>
                                        <p:cTn id="52" dur="500"/>
                                        <p:tgtEl>
                                          <p:spTgt spid="98"/>
                                        </p:tgtEl>
                                      </p:cBhvr>
                                    </p:animEffect>
                                  </p:childTnLst>
                                </p:cTn>
                              </p:par>
                              <p:par>
                                <p:cTn id="53" presetID="22" presetClass="entr" presetSubtype="8" fill="hold" nodeType="withEffect">
                                  <p:stCondLst>
                                    <p:cond delay="1200"/>
                                  </p:stCondLst>
                                  <p:childTnLst>
                                    <p:set>
                                      <p:cBhvr>
                                        <p:cTn id="54" dur="1" fill="hold">
                                          <p:stCondLst>
                                            <p:cond delay="0"/>
                                          </p:stCondLst>
                                        </p:cTn>
                                        <p:tgtEl>
                                          <p:spTgt spid="38"/>
                                        </p:tgtEl>
                                        <p:attrNameLst>
                                          <p:attrName>style.visibility</p:attrName>
                                        </p:attrNameLst>
                                      </p:cBhvr>
                                      <p:to>
                                        <p:strVal val="visible"/>
                                      </p:to>
                                    </p:set>
                                    <p:animEffect transition="in" filter="wipe(left)">
                                      <p:cBhvr>
                                        <p:cTn id="55" dur="500"/>
                                        <p:tgtEl>
                                          <p:spTgt spid="38"/>
                                        </p:tgtEl>
                                      </p:cBhvr>
                                    </p:animEffect>
                                  </p:childTnLst>
                                </p:cTn>
                              </p:par>
                              <p:par>
                                <p:cTn id="56" presetID="22" presetClass="entr" presetSubtype="8" fill="hold" nodeType="withEffect">
                                  <p:stCondLst>
                                    <p:cond delay="1700"/>
                                  </p:stCondLst>
                                  <p:childTnLst>
                                    <p:set>
                                      <p:cBhvr>
                                        <p:cTn id="57" dur="1" fill="hold">
                                          <p:stCondLst>
                                            <p:cond delay="0"/>
                                          </p:stCondLst>
                                        </p:cTn>
                                        <p:tgtEl>
                                          <p:spTgt spid="83"/>
                                        </p:tgtEl>
                                        <p:attrNameLst>
                                          <p:attrName>style.visibility</p:attrName>
                                        </p:attrNameLst>
                                      </p:cBhvr>
                                      <p:to>
                                        <p:strVal val="visible"/>
                                      </p:to>
                                    </p:set>
                                    <p:animEffect transition="in" filter="wipe(left)">
                                      <p:cBhvr>
                                        <p:cTn id="58" dur="500"/>
                                        <p:tgtEl>
                                          <p:spTgt spid="83"/>
                                        </p:tgtEl>
                                      </p:cBhvr>
                                    </p:animEffect>
                                  </p:childTnLst>
                                </p:cTn>
                              </p:par>
                              <p:par>
                                <p:cTn id="59" presetID="8" presetClass="emph" presetSubtype="0" fill="hold" grpId="1" nodeType="withEffect">
                                  <p:stCondLst>
                                    <p:cond delay="0"/>
                                  </p:stCondLst>
                                  <p:childTnLst>
                                    <p:animRot by="21600000">
                                      <p:cBhvr>
                                        <p:cTn id="60" dur="2000" fill="hold"/>
                                        <p:tgtEl>
                                          <p:spTgt spid="116"/>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P spid="36" grpId="0"/>
      <p:bldP spid="116" grpId="0" animBg="1"/>
      <p:bldP spid="116" grpId="1"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0481" name="矩形 34"/>
          <p:cNvGrpSpPr/>
          <p:nvPr/>
        </p:nvGrpSpPr>
        <p:grpSpPr bwMode="auto">
          <a:xfrm>
            <a:off x="-23812" y="2166937"/>
            <a:ext cx="9314260" cy="109538"/>
            <a:chOff x="634" y="2396"/>
            <a:chExt cx="6470" cy="238"/>
          </a:xfrm>
        </p:grpSpPr>
        <p:pic>
          <p:nvPicPr>
            <p:cNvPr id="20486" name="矩形 34"/>
            <p:cNvPicPr>
              <a:picLocks noChangeArrowheads="1"/>
            </p:cNvPicPr>
            <p:nvPr/>
          </p:nvPicPr>
          <p:blipFill>
            <a:blip r:embed="rId1" cstate="print"/>
            <a:srcRect/>
            <a:stretch>
              <a:fillRect/>
            </a:stretch>
          </p:blipFill>
          <p:spPr bwMode="auto">
            <a:xfrm>
              <a:off x="634" y="2396"/>
              <a:ext cx="6470" cy="238"/>
            </a:xfrm>
            <a:prstGeom prst="rect">
              <a:avLst/>
            </a:prstGeom>
            <a:noFill/>
            <a:ln w="9525">
              <a:noFill/>
              <a:miter lim="800000"/>
              <a:headEnd/>
              <a:tailEnd/>
            </a:ln>
          </p:spPr>
        </p:pic>
        <p:sp>
          <p:nvSpPr>
            <p:cNvPr id="20487" name="Text Box 4"/>
            <p:cNvSpPr txBox="1">
              <a:spLocks noChangeArrowheads="1"/>
            </p:cNvSpPr>
            <p:nvPr/>
          </p:nvSpPr>
          <p:spPr bwMode="auto">
            <a:xfrm rot="-5400000">
              <a:off x="3769" y="-700"/>
              <a:ext cx="102" cy="6337"/>
            </a:xfrm>
            <a:prstGeom prst="rect">
              <a:avLst/>
            </a:prstGeom>
            <a:noFill/>
            <a:ln w="9525">
              <a:noFill/>
              <a:miter lim="800000"/>
            </a:ln>
          </p:spPr>
          <p:txBody>
            <a:bodyPr vert="eaVert" anchor="ctr"/>
            <a:lstStyle/>
            <a:p>
              <a:pPr algn="ctr"/>
              <a:endParaRPr lang="zh-CN" altLang="en-US" sz="600" b="1"/>
            </a:p>
          </p:txBody>
        </p:sp>
      </p:grpSp>
      <p:sp>
        <p:nvSpPr>
          <p:cNvPr id="12" name="椭圆 11"/>
          <p:cNvSpPr/>
          <p:nvPr/>
        </p:nvSpPr>
        <p:spPr>
          <a:xfrm>
            <a:off x="3822085" y="1563280"/>
            <a:ext cx="1299658" cy="1298468"/>
          </a:xfrm>
          <a:prstGeom prst="ellipse">
            <a:avLst/>
          </a:prstGeom>
          <a:gradFill flip="none" rotWithShape="1">
            <a:gsLst>
              <a:gs pos="0">
                <a:schemeClr val="bg1">
                  <a:lumMod val="85000"/>
                </a:schemeClr>
              </a:gs>
              <a:gs pos="100000">
                <a:schemeClr val="bg1"/>
              </a:gs>
            </a:gsLst>
            <a:lin ang="2700000" scaled="1"/>
            <a:tileRect/>
          </a:gradFill>
          <a:ln w="38100">
            <a:gradFill flip="none" rotWithShape="1">
              <a:gsLst>
                <a:gs pos="0">
                  <a:schemeClr val="bg1"/>
                </a:gs>
                <a:gs pos="100000">
                  <a:schemeClr val="bg1">
                    <a:lumMod val="85000"/>
                  </a:schemeClr>
                </a:gs>
              </a:gsLst>
              <a:lin ang="2700000" scaled="1"/>
              <a:tileRect/>
            </a:gradFill>
          </a:ln>
          <a:effectLst>
            <a:outerShdw blurRad="88900" dist="101600" dir="2700000" algn="tl"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a:defRPr/>
            </a:pPr>
            <a:r>
              <a:rPr lang="en-US" altLang="zh-CN" sz="4500" b="1" dirty="0">
                <a:solidFill>
                  <a:srgbClr val="679E2A"/>
                </a:solidFill>
              </a:rPr>
              <a:t>03</a:t>
            </a:r>
            <a:endParaRPr lang="en-US" altLang="zh-CN" sz="4500" b="1" dirty="0">
              <a:solidFill>
                <a:srgbClr val="679E2A"/>
              </a:solidFill>
            </a:endParaRPr>
          </a:p>
        </p:txBody>
      </p:sp>
      <p:sp>
        <p:nvSpPr>
          <p:cNvPr id="20485" name="文本框 13"/>
          <p:cNvSpPr txBox="1">
            <a:spLocks noChangeArrowheads="1"/>
          </p:cNvSpPr>
          <p:nvPr/>
        </p:nvSpPr>
        <p:spPr bwMode="auto">
          <a:xfrm>
            <a:off x="2890850" y="2968229"/>
            <a:ext cx="3362300" cy="575945"/>
          </a:xfrm>
          <a:prstGeom prst="rect">
            <a:avLst/>
          </a:prstGeom>
          <a:noFill/>
          <a:ln w="9525">
            <a:noFill/>
            <a:miter lim="800000"/>
          </a:ln>
        </p:spPr>
        <p:txBody>
          <a:bodyPr wrap="square" lIns="68580" tIns="34290" rIns="68580" bIns="34290">
            <a:spAutoFit/>
          </a:bodyPr>
          <a:lstStyle/>
          <a:p>
            <a:pPr algn="ctr"/>
            <a:r>
              <a:rPr lang="zh-CN" altLang="en-US" sz="3300" b="1" dirty="0">
                <a:solidFill>
                  <a:schemeClr val="tx1">
                    <a:lumMod val="75000"/>
                    <a:lumOff val="25000"/>
                  </a:schemeClr>
                </a:solidFill>
                <a:latin typeface="微软雅黑" panose="020B0503020204020204" pitchFamily="34" charset="-122"/>
                <a:ea typeface="微软雅黑" panose="020B0503020204020204" pitchFamily="34" charset="-122"/>
              </a:rPr>
              <a:t>研究内容及目标</a:t>
            </a:r>
            <a:endParaRPr lang="zh-CN" altLang="en-US" sz="33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grpSp>
        <p:nvGrpSpPr>
          <p:cNvPr id="8" name="组合 7"/>
          <p:cNvGrpSpPr/>
          <p:nvPr/>
        </p:nvGrpSpPr>
        <p:grpSpPr>
          <a:xfrm>
            <a:off x="6284086" y="4299943"/>
            <a:ext cx="1178923" cy="990581"/>
            <a:chOff x="304800" y="673100"/>
            <a:chExt cx="4000500" cy="4000500"/>
          </a:xfrm>
          <a:effectLst>
            <a:outerShdw blurRad="444500" dist="254000" dir="8100000" algn="tr" rotWithShape="0">
              <a:prstClr val="black">
                <a:alpha val="50000"/>
              </a:prstClr>
            </a:outerShdw>
          </a:effectLst>
        </p:grpSpPr>
        <p:sp>
          <p:nvSpPr>
            <p:cNvPr id="9" name="同心圆 11"/>
            <p:cNvSpPr/>
            <p:nvPr/>
          </p:nvSpPr>
          <p:spPr>
            <a:xfrm>
              <a:off x="304800" y="673100"/>
              <a:ext cx="4000500" cy="4000500"/>
            </a:xfrm>
            <a:prstGeom prst="hexagon">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noFill/>
              <a:prstDash val="solid"/>
            </a:ln>
            <a:effectLst/>
          </p:spPr>
          <p:txBody>
            <a:bodyPr rtlCol="0" anchor="ctr"/>
            <a:lstStyle/>
            <a:p>
              <a:pPr defTabSz="914400">
                <a:defRPr/>
              </a:pPr>
              <a:endParaRPr lang="zh-CN" altLang="en-US" kern="0">
                <a:solidFill>
                  <a:sysClr val="windowText" lastClr="000000"/>
                </a:solidFill>
                <a:latin typeface="Calibri" panose="020F0502020204030204"/>
                <a:ea typeface="宋体" panose="02010600030101010101" pitchFamily="2" charset="-122"/>
              </a:endParaRPr>
            </a:p>
          </p:txBody>
        </p:sp>
        <p:sp>
          <p:nvSpPr>
            <p:cNvPr id="10" name="椭圆 12"/>
            <p:cNvSpPr/>
            <p:nvPr/>
          </p:nvSpPr>
          <p:spPr>
            <a:xfrm>
              <a:off x="392112" y="760412"/>
              <a:ext cx="3825874" cy="3825874"/>
            </a:xfrm>
            <a:prstGeom prst="hexagon">
              <a:avLst/>
            </a:prstGeom>
            <a:gradFill>
              <a:gsLst>
                <a:gs pos="0">
                  <a:sysClr val="window" lastClr="FFFFFF"/>
                </a:gs>
                <a:gs pos="51000">
                  <a:sysClr val="window" lastClr="FFFFFF">
                    <a:lumMod val="95000"/>
                  </a:sysClr>
                </a:gs>
                <a:gs pos="100000">
                  <a:sysClr val="window" lastClr="FFFFFF">
                    <a:lumMod val="75000"/>
                  </a:sysClr>
                </a:gs>
              </a:gsLst>
              <a:lin ang="18900000" scaled="0"/>
            </a:gradFill>
            <a:ln w="25400" cap="flat" cmpd="sng" algn="ctr">
              <a:noFill/>
              <a:prstDash val="solid"/>
            </a:ln>
            <a:effectLst/>
          </p:spPr>
          <p:txBody>
            <a:bodyPr rtlCol="0" anchor="ctr"/>
            <a:lstStyle/>
            <a:p>
              <a:pPr defTabSz="914400">
                <a:defRPr/>
              </a:pPr>
              <a:endParaRPr lang="zh-CN" altLang="en-US" kern="0">
                <a:solidFill>
                  <a:sysClr val="window" lastClr="FFFFFF"/>
                </a:solidFill>
                <a:latin typeface="Calibri" panose="020F0502020204030204"/>
                <a:ea typeface="宋体" panose="02010600030101010101" pitchFamily="2" charset="-122"/>
              </a:endParaRPr>
            </a:p>
          </p:txBody>
        </p:sp>
      </p:grpSp>
      <p:grpSp>
        <p:nvGrpSpPr>
          <p:cNvPr id="11" name="组合 10"/>
          <p:cNvGrpSpPr/>
          <p:nvPr/>
        </p:nvGrpSpPr>
        <p:grpSpPr>
          <a:xfrm>
            <a:off x="4757398" y="4707084"/>
            <a:ext cx="630038" cy="529386"/>
            <a:chOff x="304800" y="673100"/>
            <a:chExt cx="4000500" cy="4000500"/>
          </a:xfrm>
          <a:effectLst>
            <a:outerShdw blurRad="444500" dist="254000" dir="8100000" algn="tr" rotWithShape="0">
              <a:prstClr val="black">
                <a:alpha val="50000"/>
              </a:prstClr>
            </a:outerShdw>
          </a:effectLst>
        </p:grpSpPr>
        <p:sp>
          <p:nvSpPr>
            <p:cNvPr id="13" name="同心圆 14"/>
            <p:cNvSpPr/>
            <p:nvPr/>
          </p:nvSpPr>
          <p:spPr>
            <a:xfrm>
              <a:off x="304800" y="673100"/>
              <a:ext cx="4000500" cy="4000500"/>
            </a:xfrm>
            <a:prstGeom prst="hexagon">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noFill/>
              <a:prstDash val="solid"/>
            </a:ln>
            <a:effectLst/>
          </p:spPr>
          <p:txBody>
            <a:bodyPr rtlCol="0" anchor="ctr"/>
            <a:lstStyle/>
            <a:p>
              <a:pPr defTabSz="914400">
                <a:defRPr/>
              </a:pPr>
              <a:endParaRPr lang="zh-CN" altLang="en-US" sz="1200" kern="0">
                <a:solidFill>
                  <a:sysClr val="windowText" lastClr="000000"/>
                </a:solidFill>
                <a:latin typeface="Calibri" panose="020F0502020204030204"/>
                <a:ea typeface="宋体" panose="02010600030101010101" pitchFamily="2" charset="-122"/>
              </a:endParaRPr>
            </a:p>
          </p:txBody>
        </p:sp>
        <p:sp>
          <p:nvSpPr>
            <p:cNvPr id="14" name="椭圆 15"/>
            <p:cNvSpPr/>
            <p:nvPr/>
          </p:nvSpPr>
          <p:spPr>
            <a:xfrm>
              <a:off x="392112" y="760412"/>
              <a:ext cx="3825874" cy="3825874"/>
            </a:xfrm>
            <a:prstGeom prst="hexagon">
              <a:avLst/>
            </a:prstGeom>
            <a:gradFill>
              <a:gsLst>
                <a:gs pos="0">
                  <a:sysClr val="window" lastClr="FFFFFF"/>
                </a:gs>
                <a:gs pos="51000">
                  <a:sysClr val="window" lastClr="FFFFFF">
                    <a:lumMod val="95000"/>
                  </a:sysClr>
                </a:gs>
                <a:gs pos="100000">
                  <a:sysClr val="window" lastClr="FFFFFF">
                    <a:lumMod val="75000"/>
                  </a:sysClr>
                </a:gs>
              </a:gsLst>
              <a:lin ang="18900000" scaled="0"/>
            </a:gradFill>
            <a:ln w="25400" cap="flat" cmpd="sng" algn="ctr">
              <a:noFill/>
              <a:prstDash val="solid"/>
            </a:ln>
            <a:effectLst/>
          </p:spPr>
          <p:txBody>
            <a:bodyPr rtlCol="0" anchor="ctr"/>
            <a:lstStyle/>
            <a:p>
              <a:pPr defTabSz="914400">
                <a:defRPr/>
              </a:pPr>
              <a:endParaRPr lang="zh-CN" altLang="en-US" sz="1200" kern="0">
                <a:solidFill>
                  <a:sysClr val="windowText" lastClr="000000"/>
                </a:solidFill>
                <a:latin typeface="Calibri" panose="020F0502020204030204"/>
                <a:ea typeface="宋体" panose="02010600030101010101" pitchFamily="2" charset="-122"/>
              </a:endParaRPr>
            </a:p>
          </p:txBody>
        </p:sp>
      </p:grpSp>
      <p:grpSp>
        <p:nvGrpSpPr>
          <p:cNvPr id="15" name="组合 14"/>
          <p:cNvGrpSpPr/>
          <p:nvPr/>
        </p:nvGrpSpPr>
        <p:grpSpPr>
          <a:xfrm>
            <a:off x="5435980" y="5063807"/>
            <a:ext cx="890249" cy="748024"/>
            <a:chOff x="304800" y="673100"/>
            <a:chExt cx="4000500" cy="4000500"/>
          </a:xfrm>
          <a:effectLst>
            <a:outerShdw blurRad="444500" dist="254000" dir="8100000" algn="tr" rotWithShape="0">
              <a:prstClr val="black">
                <a:alpha val="50000"/>
              </a:prstClr>
            </a:outerShdw>
          </a:effectLst>
        </p:grpSpPr>
        <p:sp>
          <p:nvSpPr>
            <p:cNvPr id="16" name="同心圆 17"/>
            <p:cNvSpPr/>
            <p:nvPr/>
          </p:nvSpPr>
          <p:spPr>
            <a:xfrm>
              <a:off x="304800" y="673100"/>
              <a:ext cx="4000500" cy="4000500"/>
            </a:xfrm>
            <a:prstGeom prst="hexagon">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noFill/>
              <a:prstDash val="solid"/>
            </a:ln>
            <a:effectLst/>
          </p:spPr>
          <p:txBody>
            <a:bodyPr rtlCol="0" anchor="ctr"/>
            <a:lstStyle/>
            <a:p>
              <a:pPr defTabSz="914400">
                <a:defRPr/>
              </a:pPr>
              <a:endParaRPr lang="zh-CN" altLang="en-US" sz="1200" kern="0">
                <a:solidFill>
                  <a:sysClr val="windowText" lastClr="000000"/>
                </a:solidFill>
                <a:latin typeface="Calibri" panose="020F0502020204030204"/>
                <a:ea typeface="宋体" panose="02010600030101010101" pitchFamily="2" charset="-122"/>
              </a:endParaRPr>
            </a:p>
          </p:txBody>
        </p:sp>
        <p:sp>
          <p:nvSpPr>
            <p:cNvPr id="17" name="椭圆 18"/>
            <p:cNvSpPr/>
            <p:nvPr/>
          </p:nvSpPr>
          <p:spPr>
            <a:xfrm>
              <a:off x="392112" y="760412"/>
              <a:ext cx="3825874" cy="3825874"/>
            </a:xfrm>
            <a:prstGeom prst="hexagon">
              <a:avLst/>
            </a:prstGeom>
            <a:gradFill>
              <a:gsLst>
                <a:gs pos="0">
                  <a:sysClr val="window" lastClr="FFFFFF"/>
                </a:gs>
                <a:gs pos="51000">
                  <a:sysClr val="window" lastClr="FFFFFF">
                    <a:lumMod val="95000"/>
                  </a:sysClr>
                </a:gs>
                <a:gs pos="100000">
                  <a:sysClr val="window" lastClr="FFFFFF">
                    <a:lumMod val="75000"/>
                  </a:sysClr>
                </a:gs>
              </a:gsLst>
              <a:lin ang="18900000" scaled="0"/>
            </a:gradFill>
            <a:ln w="25400" cap="flat" cmpd="sng" algn="ctr">
              <a:noFill/>
              <a:prstDash val="solid"/>
            </a:ln>
            <a:effectLst/>
          </p:spPr>
          <p:txBody>
            <a:bodyPr rtlCol="0" anchor="ctr"/>
            <a:lstStyle/>
            <a:p>
              <a:pPr defTabSz="914400">
                <a:defRPr/>
              </a:pPr>
              <a:endParaRPr lang="zh-CN" altLang="en-US" sz="1200" kern="0">
                <a:solidFill>
                  <a:sysClr val="windowText" lastClr="000000"/>
                </a:solidFill>
                <a:latin typeface="Calibri" panose="020F0502020204030204"/>
                <a:ea typeface="宋体" panose="02010600030101010101" pitchFamily="2" charset="-122"/>
              </a:endParaRPr>
            </a:p>
          </p:txBody>
        </p:sp>
      </p:grpSp>
      <p:grpSp>
        <p:nvGrpSpPr>
          <p:cNvPr id="18" name="组合 17"/>
          <p:cNvGrpSpPr/>
          <p:nvPr/>
        </p:nvGrpSpPr>
        <p:grpSpPr>
          <a:xfrm>
            <a:off x="7757778" y="4841201"/>
            <a:ext cx="685592" cy="576062"/>
            <a:chOff x="304800" y="673100"/>
            <a:chExt cx="4000500" cy="4000500"/>
          </a:xfrm>
          <a:effectLst>
            <a:outerShdw blurRad="444500" dist="254000" dir="8100000" algn="tr" rotWithShape="0">
              <a:prstClr val="black">
                <a:alpha val="50000"/>
              </a:prstClr>
            </a:outerShdw>
          </a:effectLst>
        </p:grpSpPr>
        <p:sp>
          <p:nvSpPr>
            <p:cNvPr id="19" name="同心圆 20"/>
            <p:cNvSpPr/>
            <p:nvPr/>
          </p:nvSpPr>
          <p:spPr>
            <a:xfrm>
              <a:off x="304800" y="673100"/>
              <a:ext cx="4000500" cy="4000500"/>
            </a:xfrm>
            <a:prstGeom prst="hexagon">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noFill/>
              <a:prstDash val="solid"/>
            </a:ln>
            <a:effectLst/>
          </p:spPr>
          <p:txBody>
            <a:bodyPr rtlCol="0" anchor="ctr"/>
            <a:lstStyle/>
            <a:p>
              <a:pPr defTabSz="914400">
                <a:defRPr/>
              </a:pPr>
              <a:endParaRPr lang="zh-CN" altLang="en-US" kern="0">
                <a:solidFill>
                  <a:sysClr val="windowText" lastClr="000000"/>
                </a:solidFill>
                <a:latin typeface="Calibri" panose="020F0502020204030204"/>
                <a:ea typeface="宋体" panose="02010600030101010101" pitchFamily="2" charset="-122"/>
              </a:endParaRPr>
            </a:p>
          </p:txBody>
        </p:sp>
        <p:sp>
          <p:nvSpPr>
            <p:cNvPr id="20" name="椭圆 21"/>
            <p:cNvSpPr/>
            <p:nvPr/>
          </p:nvSpPr>
          <p:spPr>
            <a:xfrm>
              <a:off x="392112" y="760412"/>
              <a:ext cx="3825874" cy="3825874"/>
            </a:xfrm>
            <a:prstGeom prst="hexagon">
              <a:avLst/>
            </a:prstGeom>
            <a:gradFill>
              <a:gsLst>
                <a:gs pos="0">
                  <a:sysClr val="window" lastClr="FFFFFF"/>
                </a:gs>
                <a:gs pos="51000">
                  <a:sysClr val="window" lastClr="FFFFFF">
                    <a:lumMod val="95000"/>
                  </a:sysClr>
                </a:gs>
                <a:gs pos="100000">
                  <a:sysClr val="window" lastClr="FFFFFF">
                    <a:lumMod val="75000"/>
                  </a:sysClr>
                </a:gs>
              </a:gsLst>
              <a:lin ang="18900000" scaled="0"/>
            </a:gradFill>
            <a:ln w="25400" cap="flat" cmpd="sng" algn="ctr">
              <a:noFill/>
              <a:prstDash val="solid"/>
            </a:ln>
            <a:effectLst/>
          </p:spPr>
          <p:txBody>
            <a:bodyPr rtlCol="0" anchor="ctr"/>
            <a:lstStyle/>
            <a:p>
              <a:pPr defTabSz="914400">
                <a:defRPr/>
              </a:pPr>
              <a:endParaRPr lang="zh-CN" altLang="en-US" kern="0">
                <a:solidFill>
                  <a:sysClr val="window" lastClr="FFFFFF"/>
                </a:solidFill>
                <a:latin typeface="Calibri" panose="020F0502020204030204"/>
                <a:ea typeface="宋体" panose="02010600030101010101" pitchFamily="2" charset="-122"/>
              </a:endParaRPr>
            </a:p>
          </p:txBody>
        </p:sp>
      </p:grpSp>
      <p:grpSp>
        <p:nvGrpSpPr>
          <p:cNvPr id="21" name="组合 20"/>
          <p:cNvGrpSpPr/>
          <p:nvPr/>
        </p:nvGrpSpPr>
        <p:grpSpPr>
          <a:xfrm>
            <a:off x="766340" y="5134279"/>
            <a:ext cx="588678" cy="494633"/>
            <a:chOff x="304800" y="673100"/>
            <a:chExt cx="4000500" cy="4000500"/>
          </a:xfrm>
          <a:effectLst>
            <a:outerShdw blurRad="444500" dist="254000" dir="8100000" algn="tr" rotWithShape="0">
              <a:prstClr val="black">
                <a:alpha val="50000"/>
              </a:prstClr>
            </a:outerShdw>
          </a:effectLst>
        </p:grpSpPr>
        <p:sp>
          <p:nvSpPr>
            <p:cNvPr id="22" name="同心圆 23"/>
            <p:cNvSpPr/>
            <p:nvPr/>
          </p:nvSpPr>
          <p:spPr>
            <a:xfrm>
              <a:off x="304800" y="673100"/>
              <a:ext cx="4000500" cy="4000500"/>
            </a:xfrm>
            <a:prstGeom prst="hexagon">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noFill/>
              <a:prstDash val="solid"/>
            </a:ln>
            <a:effectLst/>
          </p:spPr>
          <p:txBody>
            <a:bodyPr rtlCol="0" anchor="ctr"/>
            <a:lstStyle/>
            <a:p>
              <a:pPr defTabSz="914400">
                <a:defRPr/>
              </a:pPr>
              <a:endParaRPr lang="zh-CN" altLang="en-US" sz="1200" kern="0">
                <a:solidFill>
                  <a:sysClr val="windowText" lastClr="000000"/>
                </a:solidFill>
                <a:latin typeface="Calibri" panose="020F0502020204030204"/>
                <a:ea typeface="宋体" panose="02010600030101010101" pitchFamily="2" charset="-122"/>
              </a:endParaRPr>
            </a:p>
          </p:txBody>
        </p:sp>
        <p:sp>
          <p:nvSpPr>
            <p:cNvPr id="23" name="椭圆 24"/>
            <p:cNvSpPr/>
            <p:nvPr/>
          </p:nvSpPr>
          <p:spPr>
            <a:xfrm>
              <a:off x="392112" y="760412"/>
              <a:ext cx="3825874" cy="3825874"/>
            </a:xfrm>
            <a:prstGeom prst="hexagon">
              <a:avLst/>
            </a:prstGeom>
            <a:gradFill>
              <a:gsLst>
                <a:gs pos="0">
                  <a:sysClr val="window" lastClr="FFFFFF"/>
                </a:gs>
                <a:gs pos="51000">
                  <a:sysClr val="window" lastClr="FFFFFF">
                    <a:lumMod val="95000"/>
                  </a:sysClr>
                </a:gs>
                <a:gs pos="100000">
                  <a:sysClr val="window" lastClr="FFFFFF">
                    <a:lumMod val="75000"/>
                  </a:sysClr>
                </a:gs>
              </a:gsLst>
              <a:lin ang="18900000" scaled="0"/>
            </a:gradFill>
            <a:ln w="25400" cap="flat" cmpd="sng" algn="ctr">
              <a:noFill/>
              <a:prstDash val="solid"/>
            </a:ln>
            <a:effectLst/>
          </p:spPr>
          <p:txBody>
            <a:bodyPr rtlCol="0" anchor="ctr"/>
            <a:lstStyle/>
            <a:p>
              <a:pPr defTabSz="914400">
                <a:defRPr/>
              </a:pPr>
              <a:endParaRPr lang="zh-CN" altLang="en-US" sz="1200" kern="0">
                <a:solidFill>
                  <a:sysClr val="windowText" lastClr="000000"/>
                </a:solidFill>
                <a:latin typeface="Calibri" panose="020F0502020204030204"/>
                <a:ea typeface="宋体" panose="02010600030101010101" pitchFamily="2" charset="-122"/>
              </a:endParaRPr>
            </a:p>
          </p:txBody>
        </p:sp>
      </p:grpSp>
      <p:grpSp>
        <p:nvGrpSpPr>
          <p:cNvPr id="24" name="组合 23"/>
          <p:cNvGrpSpPr/>
          <p:nvPr/>
        </p:nvGrpSpPr>
        <p:grpSpPr>
          <a:xfrm>
            <a:off x="3961991" y="4569885"/>
            <a:ext cx="252414" cy="212090"/>
            <a:chOff x="304800" y="673100"/>
            <a:chExt cx="4000500" cy="4000500"/>
          </a:xfrm>
          <a:effectLst>
            <a:outerShdw blurRad="444500" dist="254000" dir="8100000" algn="tr" rotWithShape="0">
              <a:prstClr val="black">
                <a:alpha val="50000"/>
              </a:prstClr>
            </a:outerShdw>
          </a:effectLst>
        </p:grpSpPr>
        <p:sp>
          <p:nvSpPr>
            <p:cNvPr id="25" name="同心圆 26"/>
            <p:cNvSpPr/>
            <p:nvPr/>
          </p:nvSpPr>
          <p:spPr>
            <a:xfrm>
              <a:off x="304800" y="673100"/>
              <a:ext cx="4000500" cy="4000500"/>
            </a:xfrm>
            <a:prstGeom prst="hexagon">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noFill/>
              <a:prstDash val="solid"/>
            </a:ln>
            <a:effectLst/>
          </p:spPr>
          <p:txBody>
            <a:bodyPr rtlCol="0" anchor="ctr"/>
            <a:lstStyle/>
            <a:p>
              <a:pPr defTabSz="914400">
                <a:defRPr/>
              </a:pPr>
              <a:endParaRPr lang="zh-CN" altLang="en-US" sz="1200" kern="0">
                <a:solidFill>
                  <a:sysClr val="windowText" lastClr="000000"/>
                </a:solidFill>
                <a:latin typeface="Calibri" panose="020F0502020204030204"/>
                <a:ea typeface="宋体" panose="02010600030101010101" pitchFamily="2" charset="-122"/>
              </a:endParaRPr>
            </a:p>
          </p:txBody>
        </p:sp>
        <p:sp>
          <p:nvSpPr>
            <p:cNvPr id="26" name="椭圆 27"/>
            <p:cNvSpPr/>
            <p:nvPr/>
          </p:nvSpPr>
          <p:spPr>
            <a:xfrm>
              <a:off x="392112" y="760412"/>
              <a:ext cx="3825874" cy="3825874"/>
            </a:xfrm>
            <a:prstGeom prst="hexagon">
              <a:avLst/>
            </a:prstGeom>
            <a:gradFill>
              <a:gsLst>
                <a:gs pos="0">
                  <a:sysClr val="window" lastClr="FFFFFF"/>
                </a:gs>
                <a:gs pos="51000">
                  <a:sysClr val="window" lastClr="FFFFFF">
                    <a:lumMod val="95000"/>
                  </a:sysClr>
                </a:gs>
                <a:gs pos="100000">
                  <a:sysClr val="window" lastClr="FFFFFF">
                    <a:lumMod val="75000"/>
                  </a:sysClr>
                </a:gs>
              </a:gsLst>
              <a:lin ang="18900000" scaled="0"/>
            </a:gradFill>
            <a:ln w="25400" cap="flat" cmpd="sng" algn="ctr">
              <a:noFill/>
              <a:prstDash val="solid"/>
            </a:ln>
            <a:effectLst/>
          </p:spPr>
          <p:txBody>
            <a:bodyPr rtlCol="0" anchor="ctr"/>
            <a:lstStyle/>
            <a:p>
              <a:pPr defTabSz="914400">
                <a:defRPr/>
              </a:pPr>
              <a:endParaRPr lang="zh-CN" altLang="en-US" sz="1200" kern="0">
                <a:solidFill>
                  <a:sysClr val="windowText" lastClr="000000"/>
                </a:solidFill>
                <a:latin typeface="Calibri" panose="020F0502020204030204"/>
                <a:ea typeface="宋体" panose="02010600030101010101" pitchFamily="2" charset="-122"/>
              </a:endParaRPr>
            </a:p>
          </p:txBody>
        </p:sp>
      </p:grpSp>
      <p:grpSp>
        <p:nvGrpSpPr>
          <p:cNvPr id="27" name="组合 26"/>
          <p:cNvGrpSpPr/>
          <p:nvPr/>
        </p:nvGrpSpPr>
        <p:grpSpPr>
          <a:xfrm>
            <a:off x="3180838" y="4411336"/>
            <a:ext cx="528914" cy="444416"/>
            <a:chOff x="304800" y="673100"/>
            <a:chExt cx="4000500" cy="4000500"/>
          </a:xfrm>
          <a:effectLst>
            <a:outerShdw blurRad="444500" dist="254000" dir="8100000" algn="tr" rotWithShape="0">
              <a:prstClr val="black">
                <a:alpha val="50000"/>
              </a:prstClr>
            </a:outerShdw>
          </a:effectLst>
        </p:grpSpPr>
        <p:sp>
          <p:nvSpPr>
            <p:cNvPr id="28" name="同心圆 29"/>
            <p:cNvSpPr/>
            <p:nvPr/>
          </p:nvSpPr>
          <p:spPr>
            <a:xfrm>
              <a:off x="304800" y="673100"/>
              <a:ext cx="4000500" cy="4000500"/>
            </a:xfrm>
            <a:prstGeom prst="hexagon">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noFill/>
              <a:prstDash val="solid"/>
            </a:ln>
            <a:effectLst/>
          </p:spPr>
          <p:txBody>
            <a:bodyPr rtlCol="0" anchor="ctr"/>
            <a:lstStyle/>
            <a:p>
              <a:pPr defTabSz="914400">
                <a:defRPr/>
              </a:pPr>
              <a:endParaRPr lang="zh-CN" altLang="en-US" sz="1200" kern="0">
                <a:solidFill>
                  <a:sysClr val="windowText" lastClr="000000"/>
                </a:solidFill>
                <a:latin typeface="Calibri" panose="020F0502020204030204"/>
                <a:ea typeface="宋体" panose="02010600030101010101" pitchFamily="2" charset="-122"/>
              </a:endParaRPr>
            </a:p>
          </p:txBody>
        </p:sp>
        <p:sp>
          <p:nvSpPr>
            <p:cNvPr id="29" name="椭圆 30"/>
            <p:cNvSpPr/>
            <p:nvPr/>
          </p:nvSpPr>
          <p:spPr>
            <a:xfrm>
              <a:off x="392112" y="760412"/>
              <a:ext cx="3825874" cy="3825874"/>
            </a:xfrm>
            <a:prstGeom prst="hexagon">
              <a:avLst/>
            </a:prstGeom>
            <a:gradFill>
              <a:gsLst>
                <a:gs pos="0">
                  <a:sysClr val="window" lastClr="FFFFFF"/>
                </a:gs>
                <a:gs pos="51000">
                  <a:sysClr val="window" lastClr="FFFFFF">
                    <a:lumMod val="95000"/>
                  </a:sysClr>
                </a:gs>
                <a:gs pos="100000">
                  <a:sysClr val="window" lastClr="FFFFFF">
                    <a:lumMod val="75000"/>
                  </a:sysClr>
                </a:gs>
              </a:gsLst>
              <a:lin ang="18900000" scaled="0"/>
            </a:gradFill>
            <a:ln w="25400" cap="flat" cmpd="sng" algn="ctr">
              <a:noFill/>
              <a:prstDash val="solid"/>
            </a:ln>
            <a:effectLst/>
          </p:spPr>
          <p:txBody>
            <a:bodyPr rtlCol="0" anchor="ctr"/>
            <a:lstStyle/>
            <a:p>
              <a:pPr defTabSz="914400">
                <a:defRPr/>
              </a:pPr>
              <a:endParaRPr lang="zh-CN" altLang="en-US" sz="1200" kern="0">
                <a:solidFill>
                  <a:sysClr val="windowText" lastClr="000000"/>
                </a:solidFill>
                <a:latin typeface="Calibri" panose="020F0502020204030204"/>
                <a:ea typeface="宋体" panose="02010600030101010101" pitchFamily="2" charset="-122"/>
              </a:endParaRPr>
            </a:p>
          </p:txBody>
        </p:sp>
      </p:grpSp>
      <p:grpSp>
        <p:nvGrpSpPr>
          <p:cNvPr id="30" name="组合 29"/>
          <p:cNvGrpSpPr/>
          <p:nvPr/>
        </p:nvGrpSpPr>
        <p:grpSpPr>
          <a:xfrm>
            <a:off x="8700986" y="4401221"/>
            <a:ext cx="1178923" cy="990581"/>
            <a:chOff x="304800" y="673100"/>
            <a:chExt cx="4000500" cy="4000500"/>
          </a:xfrm>
          <a:effectLst>
            <a:outerShdw blurRad="444500" dist="254000" dir="8100000" algn="tr" rotWithShape="0">
              <a:prstClr val="black">
                <a:alpha val="50000"/>
              </a:prstClr>
            </a:outerShdw>
          </a:effectLst>
        </p:grpSpPr>
        <p:sp>
          <p:nvSpPr>
            <p:cNvPr id="31" name="同心圆 32"/>
            <p:cNvSpPr/>
            <p:nvPr/>
          </p:nvSpPr>
          <p:spPr>
            <a:xfrm>
              <a:off x="304800" y="673100"/>
              <a:ext cx="4000500" cy="4000500"/>
            </a:xfrm>
            <a:prstGeom prst="hexagon">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noFill/>
              <a:prstDash val="solid"/>
            </a:ln>
            <a:effectLst/>
          </p:spPr>
          <p:txBody>
            <a:bodyPr rtlCol="0" anchor="ctr"/>
            <a:lstStyle/>
            <a:p>
              <a:pPr defTabSz="914400">
                <a:defRPr/>
              </a:pPr>
              <a:endParaRPr lang="zh-CN" altLang="en-US" kern="0">
                <a:solidFill>
                  <a:sysClr val="windowText" lastClr="000000"/>
                </a:solidFill>
                <a:latin typeface="Calibri" panose="020F0502020204030204"/>
                <a:ea typeface="宋体" panose="02010600030101010101" pitchFamily="2" charset="-122"/>
              </a:endParaRPr>
            </a:p>
          </p:txBody>
        </p:sp>
        <p:sp>
          <p:nvSpPr>
            <p:cNvPr id="32" name="椭圆 33"/>
            <p:cNvSpPr/>
            <p:nvPr/>
          </p:nvSpPr>
          <p:spPr>
            <a:xfrm>
              <a:off x="392112" y="760412"/>
              <a:ext cx="3825874" cy="3825874"/>
            </a:xfrm>
            <a:prstGeom prst="hexagon">
              <a:avLst/>
            </a:prstGeom>
            <a:gradFill>
              <a:gsLst>
                <a:gs pos="0">
                  <a:sysClr val="window" lastClr="FFFFFF"/>
                </a:gs>
                <a:gs pos="51000">
                  <a:sysClr val="window" lastClr="FFFFFF">
                    <a:lumMod val="95000"/>
                  </a:sysClr>
                </a:gs>
                <a:gs pos="100000">
                  <a:sysClr val="window" lastClr="FFFFFF">
                    <a:lumMod val="75000"/>
                  </a:sysClr>
                </a:gs>
              </a:gsLst>
              <a:lin ang="18900000" scaled="0"/>
            </a:gradFill>
            <a:ln w="25400" cap="flat" cmpd="sng" algn="ctr">
              <a:noFill/>
              <a:prstDash val="solid"/>
            </a:ln>
            <a:effectLst/>
          </p:spPr>
          <p:txBody>
            <a:bodyPr rtlCol="0" anchor="ctr"/>
            <a:lstStyle/>
            <a:p>
              <a:pPr defTabSz="914400">
                <a:defRPr/>
              </a:pPr>
              <a:endParaRPr lang="zh-CN" altLang="en-US" kern="0">
                <a:solidFill>
                  <a:sysClr val="window" lastClr="FFFFFF"/>
                </a:solidFill>
                <a:latin typeface="Calibri" panose="020F0502020204030204"/>
                <a:ea typeface="宋体" panose="02010600030101010101" pitchFamily="2" charset="-122"/>
              </a:endParaRPr>
            </a:p>
          </p:txBody>
        </p:sp>
      </p:grpSp>
      <p:grpSp>
        <p:nvGrpSpPr>
          <p:cNvPr id="33" name="组合 32"/>
          <p:cNvGrpSpPr/>
          <p:nvPr/>
        </p:nvGrpSpPr>
        <p:grpSpPr>
          <a:xfrm>
            <a:off x="4419051" y="4360488"/>
            <a:ext cx="223013" cy="187385"/>
            <a:chOff x="304800" y="673100"/>
            <a:chExt cx="4000500" cy="4000500"/>
          </a:xfrm>
          <a:effectLst>
            <a:outerShdw blurRad="444500" dist="254000" dir="8100000" algn="tr" rotWithShape="0">
              <a:prstClr val="black">
                <a:alpha val="50000"/>
              </a:prstClr>
            </a:outerShdw>
          </a:effectLst>
        </p:grpSpPr>
        <p:sp>
          <p:nvSpPr>
            <p:cNvPr id="34" name="同心圆 35"/>
            <p:cNvSpPr/>
            <p:nvPr/>
          </p:nvSpPr>
          <p:spPr>
            <a:xfrm>
              <a:off x="304800" y="673100"/>
              <a:ext cx="4000500" cy="4000500"/>
            </a:xfrm>
            <a:prstGeom prst="hexagon">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noFill/>
              <a:prstDash val="solid"/>
            </a:ln>
            <a:effectLst/>
          </p:spPr>
          <p:txBody>
            <a:bodyPr rtlCol="0" anchor="ctr"/>
            <a:lstStyle/>
            <a:p>
              <a:pPr defTabSz="914400">
                <a:defRPr/>
              </a:pPr>
              <a:endParaRPr lang="zh-CN" altLang="en-US" sz="1200" kern="0">
                <a:solidFill>
                  <a:sysClr val="windowText" lastClr="000000"/>
                </a:solidFill>
                <a:latin typeface="Calibri" panose="020F0502020204030204"/>
                <a:ea typeface="宋体" panose="02010600030101010101" pitchFamily="2" charset="-122"/>
              </a:endParaRPr>
            </a:p>
          </p:txBody>
        </p:sp>
        <p:sp>
          <p:nvSpPr>
            <p:cNvPr id="35" name="椭圆 36"/>
            <p:cNvSpPr/>
            <p:nvPr/>
          </p:nvSpPr>
          <p:spPr>
            <a:xfrm>
              <a:off x="392112" y="760412"/>
              <a:ext cx="3825874" cy="3825874"/>
            </a:xfrm>
            <a:prstGeom prst="hexagon">
              <a:avLst/>
            </a:prstGeom>
            <a:gradFill>
              <a:gsLst>
                <a:gs pos="0">
                  <a:sysClr val="window" lastClr="FFFFFF"/>
                </a:gs>
                <a:gs pos="51000">
                  <a:sysClr val="window" lastClr="FFFFFF">
                    <a:lumMod val="95000"/>
                  </a:sysClr>
                </a:gs>
                <a:gs pos="100000">
                  <a:sysClr val="window" lastClr="FFFFFF">
                    <a:lumMod val="75000"/>
                  </a:sysClr>
                </a:gs>
              </a:gsLst>
              <a:lin ang="18900000" scaled="0"/>
            </a:gradFill>
            <a:ln w="25400" cap="flat" cmpd="sng" algn="ctr">
              <a:noFill/>
              <a:prstDash val="solid"/>
            </a:ln>
            <a:effectLst/>
          </p:spPr>
          <p:txBody>
            <a:bodyPr rtlCol="0" anchor="ctr"/>
            <a:lstStyle/>
            <a:p>
              <a:pPr defTabSz="914400">
                <a:defRPr/>
              </a:pPr>
              <a:endParaRPr lang="zh-CN" altLang="en-US" sz="1200" kern="0">
                <a:solidFill>
                  <a:sysClr val="windowText" lastClr="000000"/>
                </a:solidFill>
                <a:latin typeface="Calibri" panose="020F0502020204030204"/>
                <a:ea typeface="宋体" panose="02010600030101010101" pitchFamily="2" charset="-122"/>
              </a:endParaRPr>
            </a:p>
          </p:txBody>
        </p:sp>
      </p:grpSp>
      <p:grpSp>
        <p:nvGrpSpPr>
          <p:cNvPr id="36" name="组合 35"/>
          <p:cNvGrpSpPr/>
          <p:nvPr/>
        </p:nvGrpSpPr>
        <p:grpSpPr>
          <a:xfrm>
            <a:off x="1942885" y="4894390"/>
            <a:ext cx="1178923" cy="990581"/>
            <a:chOff x="304800" y="673100"/>
            <a:chExt cx="4000500" cy="4000500"/>
          </a:xfrm>
          <a:effectLst>
            <a:outerShdw blurRad="444500" dist="254000" dir="8100000" algn="tr" rotWithShape="0">
              <a:prstClr val="black">
                <a:alpha val="50000"/>
              </a:prstClr>
            </a:outerShdw>
          </a:effectLst>
        </p:grpSpPr>
        <p:sp>
          <p:nvSpPr>
            <p:cNvPr id="37" name="同心圆 38"/>
            <p:cNvSpPr/>
            <p:nvPr/>
          </p:nvSpPr>
          <p:spPr>
            <a:xfrm>
              <a:off x="304800" y="673100"/>
              <a:ext cx="4000500" cy="4000500"/>
            </a:xfrm>
            <a:prstGeom prst="hexagon">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noFill/>
              <a:prstDash val="solid"/>
            </a:ln>
            <a:effectLst/>
          </p:spPr>
          <p:txBody>
            <a:bodyPr rtlCol="0" anchor="ctr"/>
            <a:lstStyle/>
            <a:p>
              <a:pPr defTabSz="914400">
                <a:defRPr/>
              </a:pPr>
              <a:endParaRPr lang="zh-CN" altLang="en-US" kern="0">
                <a:solidFill>
                  <a:sysClr val="windowText" lastClr="000000"/>
                </a:solidFill>
                <a:latin typeface="Calibri" panose="020F0502020204030204"/>
                <a:ea typeface="宋体" panose="02010600030101010101" pitchFamily="2" charset="-122"/>
              </a:endParaRPr>
            </a:p>
          </p:txBody>
        </p:sp>
        <p:sp>
          <p:nvSpPr>
            <p:cNvPr id="38" name="椭圆 39"/>
            <p:cNvSpPr/>
            <p:nvPr/>
          </p:nvSpPr>
          <p:spPr>
            <a:xfrm>
              <a:off x="392112" y="760412"/>
              <a:ext cx="3825873" cy="3825873"/>
            </a:xfrm>
            <a:prstGeom prst="hexagon">
              <a:avLst/>
            </a:prstGeom>
            <a:gradFill>
              <a:gsLst>
                <a:gs pos="0">
                  <a:sysClr val="window" lastClr="FFFFFF"/>
                </a:gs>
                <a:gs pos="51000">
                  <a:sysClr val="window" lastClr="FFFFFF">
                    <a:lumMod val="95000"/>
                  </a:sysClr>
                </a:gs>
                <a:gs pos="100000">
                  <a:sysClr val="window" lastClr="FFFFFF">
                    <a:lumMod val="75000"/>
                  </a:sysClr>
                </a:gs>
              </a:gsLst>
              <a:lin ang="18900000" scaled="0"/>
            </a:gradFill>
            <a:ln w="25400" cap="flat" cmpd="sng" algn="ctr">
              <a:noFill/>
              <a:prstDash val="solid"/>
            </a:ln>
            <a:effectLst/>
          </p:spPr>
          <p:txBody>
            <a:bodyPr rtlCol="0" anchor="ctr"/>
            <a:lstStyle/>
            <a:p>
              <a:pPr defTabSz="914400">
                <a:defRPr/>
              </a:pPr>
              <a:endParaRPr lang="zh-CN" altLang="en-US" kern="0">
                <a:solidFill>
                  <a:sysClr val="window" lastClr="FFFFFF"/>
                </a:solidFill>
                <a:latin typeface="Calibri" panose="020F0502020204030204"/>
                <a:ea typeface="宋体" panose="02010600030101010101" pitchFamily="2" charset="-122"/>
              </a:endParaRPr>
            </a:p>
          </p:txBody>
        </p:sp>
      </p:grpSp>
      <p:grpSp>
        <p:nvGrpSpPr>
          <p:cNvPr id="39" name="组合 38"/>
          <p:cNvGrpSpPr/>
          <p:nvPr/>
        </p:nvGrpSpPr>
        <p:grpSpPr>
          <a:xfrm>
            <a:off x="1275029" y="4689485"/>
            <a:ext cx="520034" cy="436956"/>
            <a:chOff x="304800" y="673100"/>
            <a:chExt cx="4000500" cy="4000500"/>
          </a:xfrm>
          <a:effectLst>
            <a:outerShdw blurRad="444500" dist="254000" dir="8100000" algn="tr" rotWithShape="0">
              <a:prstClr val="black">
                <a:alpha val="50000"/>
              </a:prstClr>
            </a:outerShdw>
          </a:effectLst>
        </p:grpSpPr>
        <p:sp>
          <p:nvSpPr>
            <p:cNvPr id="40" name="同心圆 41"/>
            <p:cNvSpPr/>
            <p:nvPr/>
          </p:nvSpPr>
          <p:spPr>
            <a:xfrm>
              <a:off x="304800" y="673100"/>
              <a:ext cx="4000500" cy="4000500"/>
            </a:xfrm>
            <a:prstGeom prst="hexagon">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noFill/>
              <a:prstDash val="solid"/>
            </a:ln>
            <a:effectLst/>
          </p:spPr>
          <p:txBody>
            <a:bodyPr rtlCol="0" anchor="ctr"/>
            <a:lstStyle/>
            <a:p>
              <a:pPr defTabSz="914400">
                <a:defRPr/>
              </a:pPr>
              <a:endParaRPr lang="zh-CN" altLang="en-US" sz="1200" kern="0">
                <a:solidFill>
                  <a:sysClr val="windowText" lastClr="000000"/>
                </a:solidFill>
                <a:latin typeface="Calibri" panose="020F0502020204030204"/>
                <a:ea typeface="宋体" panose="02010600030101010101" pitchFamily="2" charset="-122"/>
              </a:endParaRPr>
            </a:p>
          </p:txBody>
        </p:sp>
        <p:sp>
          <p:nvSpPr>
            <p:cNvPr id="41" name="椭圆 42"/>
            <p:cNvSpPr/>
            <p:nvPr/>
          </p:nvSpPr>
          <p:spPr>
            <a:xfrm>
              <a:off x="392112" y="760412"/>
              <a:ext cx="3825874" cy="3825874"/>
            </a:xfrm>
            <a:prstGeom prst="hexagon">
              <a:avLst/>
            </a:prstGeom>
            <a:gradFill>
              <a:gsLst>
                <a:gs pos="0">
                  <a:sysClr val="window" lastClr="FFFFFF"/>
                </a:gs>
                <a:gs pos="51000">
                  <a:sysClr val="window" lastClr="FFFFFF">
                    <a:lumMod val="95000"/>
                  </a:sysClr>
                </a:gs>
                <a:gs pos="100000">
                  <a:sysClr val="window" lastClr="FFFFFF">
                    <a:lumMod val="75000"/>
                  </a:sysClr>
                </a:gs>
              </a:gsLst>
              <a:lin ang="18900000" scaled="0"/>
            </a:gradFill>
            <a:ln w="25400" cap="flat" cmpd="sng" algn="ctr">
              <a:noFill/>
              <a:prstDash val="solid"/>
            </a:ln>
            <a:effectLst/>
          </p:spPr>
          <p:txBody>
            <a:bodyPr rtlCol="0" anchor="ctr"/>
            <a:lstStyle/>
            <a:p>
              <a:pPr defTabSz="914400">
                <a:defRPr/>
              </a:pPr>
              <a:endParaRPr lang="zh-CN" altLang="en-US" sz="1200" kern="0">
                <a:solidFill>
                  <a:sysClr val="windowText" lastClr="000000"/>
                </a:solidFill>
                <a:latin typeface="Calibri" panose="020F0502020204030204"/>
                <a:ea typeface="宋体" panose="02010600030101010101" pitchFamily="2" charset="-122"/>
              </a:endParaRPr>
            </a:p>
          </p:txBody>
        </p:sp>
      </p:grpSp>
      <p:grpSp>
        <p:nvGrpSpPr>
          <p:cNvPr id="42" name="组合 41"/>
          <p:cNvGrpSpPr/>
          <p:nvPr/>
        </p:nvGrpSpPr>
        <p:grpSpPr>
          <a:xfrm>
            <a:off x="291040" y="4972059"/>
            <a:ext cx="316781" cy="266173"/>
            <a:chOff x="304800" y="673100"/>
            <a:chExt cx="4000500" cy="4000500"/>
          </a:xfrm>
          <a:effectLst>
            <a:outerShdw blurRad="444500" dist="254000" dir="8100000" algn="tr" rotWithShape="0">
              <a:prstClr val="black">
                <a:alpha val="50000"/>
              </a:prstClr>
            </a:outerShdw>
          </a:effectLst>
        </p:grpSpPr>
        <p:sp>
          <p:nvSpPr>
            <p:cNvPr id="43" name="同心圆 44"/>
            <p:cNvSpPr/>
            <p:nvPr/>
          </p:nvSpPr>
          <p:spPr>
            <a:xfrm>
              <a:off x="304800" y="673100"/>
              <a:ext cx="4000500" cy="4000500"/>
            </a:xfrm>
            <a:prstGeom prst="hexagon">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noFill/>
              <a:prstDash val="solid"/>
            </a:ln>
            <a:effectLst/>
          </p:spPr>
          <p:txBody>
            <a:bodyPr rtlCol="0" anchor="ctr"/>
            <a:lstStyle/>
            <a:p>
              <a:pPr defTabSz="914400">
                <a:defRPr/>
              </a:pPr>
              <a:endParaRPr lang="zh-CN" altLang="en-US" sz="1200" kern="0">
                <a:solidFill>
                  <a:sysClr val="windowText" lastClr="000000"/>
                </a:solidFill>
                <a:latin typeface="Calibri" panose="020F0502020204030204"/>
                <a:ea typeface="宋体" panose="02010600030101010101" pitchFamily="2" charset="-122"/>
              </a:endParaRPr>
            </a:p>
          </p:txBody>
        </p:sp>
        <p:sp>
          <p:nvSpPr>
            <p:cNvPr id="44" name="椭圆 45"/>
            <p:cNvSpPr/>
            <p:nvPr/>
          </p:nvSpPr>
          <p:spPr>
            <a:xfrm>
              <a:off x="392112" y="760412"/>
              <a:ext cx="3825874" cy="3825874"/>
            </a:xfrm>
            <a:prstGeom prst="hexagon">
              <a:avLst/>
            </a:prstGeom>
            <a:gradFill>
              <a:gsLst>
                <a:gs pos="0">
                  <a:sysClr val="window" lastClr="FFFFFF"/>
                </a:gs>
                <a:gs pos="51000">
                  <a:sysClr val="window" lastClr="FFFFFF">
                    <a:lumMod val="95000"/>
                  </a:sysClr>
                </a:gs>
                <a:gs pos="100000">
                  <a:sysClr val="window" lastClr="FFFFFF">
                    <a:lumMod val="75000"/>
                  </a:sysClr>
                </a:gs>
              </a:gsLst>
              <a:lin ang="18900000" scaled="0"/>
            </a:gradFill>
            <a:ln w="25400" cap="flat" cmpd="sng" algn="ctr">
              <a:noFill/>
              <a:prstDash val="solid"/>
            </a:ln>
            <a:effectLst/>
          </p:spPr>
          <p:txBody>
            <a:bodyPr rtlCol="0" anchor="ctr"/>
            <a:lstStyle/>
            <a:p>
              <a:pPr defTabSz="914400">
                <a:defRPr/>
              </a:pPr>
              <a:endParaRPr lang="zh-CN" altLang="en-US" sz="1200" kern="0">
                <a:solidFill>
                  <a:sysClr val="windowText" lastClr="000000"/>
                </a:solidFill>
                <a:latin typeface="Calibri" panose="020F0502020204030204"/>
                <a:ea typeface="宋体" panose="02010600030101010101" pitchFamily="2" charset="-122"/>
              </a:endParaRPr>
            </a:p>
          </p:txBody>
        </p:sp>
      </p:grpSp>
      <p:grpSp>
        <p:nvGrpSpPr>
          <p:cNvPr id="45" name="组合 44"/>
          <p:cNvGrpSpPr/>
          <p:nvPr/>
        </p:nvGrpSpPr>
        <p:grpSpPr>
          <a:xfrm>
            <a:off x="117128" y="4763425"/>
            <a:ext cx="158390" cy="133087"/>
            <a:chOff x="304800" y="673100"/>
            <a:chExt cx="4000500" cy="4000500"/>
          </a:xfrm>
          <a:effectLst>
            <a:outerShdw blurRad="444500" dist="254000" dir="8100000" algn="tr" rotWithShape="0">
              <a:prstClr val="black">
                <a:alpha val="50000"/>
              </a:prstClr>
            </a:outerShdw>
          </a:effectLst>
        </p:grpSpPr>
        <p:sp>
          <p:nvSpPr>
            <p:cNvPr id="46" name="同心圆 47"/>
            <p:cNvSpPr/>
            <p:nvPr/>
          </p:nvSpPr>
          <p:spPr>
            <a:xfrm>
              <a:off x="304800" y="673100"/>
              <a:ext cx="4000500" cy="4000500"/>
            </a:xfrm>
            <a:prstGeom prst="hexagon">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noFill/>
              <a:prstDash val="solid"/>
            </a:ln>
            <a:effectLst/>
          </p:spPr>
          <p:txBody>
            <a:bodyPr rtlCol="0" anchor="ctr"/>
            <a:lstStyle/>
            <a:p>
              <a:pPr defTabSz="914400">
                <a:defRPr/>
              </a:pPr>
              <a:endParaRPr lang="zh-CN" altLang="en-US" sz="1200" kern="0">
                <a:solidFill>
                  <a:sysClr val="windowText" lastClr="000000"/>
                </a:solidFill>
                <a:latin typeface="Calibri" panose="020F0502020204030204"/>
                <a:ea typeface="宋体" panose="02010600030101010101" pitchFamily="2" charset="-122"/>
              </a:endParaRPr>
            </a:p>
          </p:txBody>
        </p:sp>
        <p:sp>
          <p:nvSpPr>
            <p:cNvPr id="47" name="椭圆 48"/>
            <p:cNvSpPr/>
            <p:nvPr/>
          </p:nvSpPr>
          <p:spPr>
            <a:xfrm>
              <a:off x="392112" y="760412"/>
              <a:ext cx="3825874" cy="3825874"/>
            </a:xfrm>
            <a:prstGeom prst="hexagon">
              <a:avLst/>
            </a:prstGeom>
            <a:gradFill>
              <a:gsLst>
                <a:gs pos="0">
                  <a:sysClr val="window" lastClr="FFFFFF"/>
                </a:gs>
                <a:gs pos="51000">
                  <a:sysClr val="window" lastClr="FFFFFF">
                    <a:lumMod val="95000"/>
                  </a:sysClr>
                </a:gs>
                <a:gs pos="100000">
                  <a:sysClr val="window" lastClr="FFFFFF">
                    <a:lumMod val="75000"/>
                  </a:sysClr>
                </a:gs>
              </a:gsLst>
              <a:lin ang="18900000" scaled="0"/>
            </a:gradFill>
            <a:ln w="25400" cap="flat" cmpd="sng" algn="ctr">
              <a:noFill/>
              <a:prstDash val="solid"/>
            </a:ln>
            <a:effectLst/>
          </p:spPr>
          <p:txBody>
            <a:bodyPr rtlCol="0" anchor="ctr"/>
            <a:lstStyle/>
            <a:p>
              <a:pPr defTabSz="914400">
                <a:defRPr/>
              </a:pPr>
              <a:endParaRPr lang="zh-CN" altLang="en-US" sz="1200" kern="0">
                <a:solidFill>
                  <a:sysClr val="windowText" lastClr="000000"/>
                </a:solidFill>
                <a:latin typeface="Calibri" panose="020F0502020204030204"/>
                <a:ea typeface="宋体" panose="02010600030101010101" pitchFamily="2" charset="-122"/>
              </a:endParaRPr>
            </a:p>
          </p:txBody>
        </p:sp>
      </p:grpSp>
    </p:spTree>
  </p:cSld>
  <p:clrMapOvr>
    <a:masterClrMapping/>
  </p:clrMapOvr>
  <p:transition spd="slow" advTm="0">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20481"/>
                                        </p:tgtEl>
                                        <p:attrNameLst>
                                          <p:attrName>style.visibility</p:attrName>
                                        </p:attrNameLst>
                                      </p:cBhvr>
                                      <p:to>
                                        <p:strVal val="visible"/>
                                      </p:to>
                                    </p:set>
                                    <p:anim calcmode="lin" valueType="num">
                                      <p:cBhvr>
                                        <p:cTn id="7" dur="500" fill="hold"/>
                                        <p:tgtEl>
                                          <p:spTgt spid="20481"/>
                                        </p:tgtEl>
                                        <p:attrNameLst>
                                          <p:attrName>ppt_w</p:attrName>
                                        </p:attrNameLst>
                                      </p:cBhvr>
                                      <p:tavLst>
                                        <p:tav tm="0">
                                          <p:val>
                                            <p:fltVal val="0"/>
                                          </p:val>
                                        </p:tav>
                                        <p:tav tm="100000">
                                          <p:val>
                                            <p:strVal val="#ppt_w"/>
                                          </p:val>
                                        </p:tav>
                                      </p:tavLst>
                                    </p:anim>
                                    <p:anim calcmode="lin" valueType="num">
                                      <p:cBhvr>
                                        <p:cTn id="8" dur="500" fill="hold"/>
                                        <p:tgtEl>
                                          <p:spTgt spid="20481"/>
                                        </p:tgtEl>
                                        <p:attrNameLst>
                                          <p:attrName>ppt_h</p:attrName>
                                        </p:attrNameLst>
                                      </p:cBhvr>
                                      <p:tavLst>
                                        <p:tav tm="0">
                                          <p:val>
                                            <p:strVal val="#ppt_h"/>
                                          </p:val>
                                        </p:tav>
                                        <p:tav tm="100000">
                                          <p:val>
                                            <p:strVal val="#ppt_h"/>
                                          </p:val>
                                        </p:tav>
                                      </p:tavLst>
                                    </p:anim>
                                  </p:childTnLst>
                                </p:cTn>
                              </p:par>
                            </p:childTnLst>
                          </p:cTn>
                        </p:par>
                        <p:par>
                          <p:cTn id="9" fill="hold">
                            <p:stCondLst>
                              <p:cond delay="500"/>
                            </p:stCondLst>
                            <p:childTnLst>
                              <p:par>
                                <p:cTn id="10" presetID="52" presetClass="entr" presetSubtype="0" fill="hold" nodeType="afterEffect">
                                  <p:stCondLst>
                                    <p:cond delay="0"/>
                                  </p:stCondLst>
                                  <p:childTnLst>
                                    <p:set>
                                      <p:cBhvr>
                                        <p:cTn id="11" dur="1" fill="hold">
                                          <p:stCondLst>
                                            <p:cond delay="0"/>
                                          </p:stCondLst>
                                        </p:cTn>
                                        <p:tgtEl>
                                          <p:spTgt spid="12"/>
                                        </p:tgtEl>
                                        <p:attrNameLst>
                                          <p:attrName>style.visibility</p:attrName>
                                        </p:attrNameLst>
                                      </p:cBhvr>
                                      <p:to>
                                        <p:strVal val="visible"/>
                                      </p:to>
                                    </p:set>
                                    <p:animScale>
                                      <p:cBhvr>
                                        <p:cTn id="12" dur="1000" decel="50000" fill="hold">
                                          <p:stCondLst>
                                            <p:cond delay="0"/>
                                          </p:stCondLst>
                                        </p:cTn>
                                        <p:tgtEl>
                                          <p:spTgt spid="12"/>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13" dur="1000" decel="50000" fill="hold">
                                          <p:stCondLst>
                                            <p:cond delay="0"/>
                                          </p:stCondLst>
                                        </p:cTn>
                                        <p:tgtEl>
                                          <p:spTgt spid="12"/>
                                        </p:tgtEl>
                                        <p:attrNameLst>
                                          <p:attrName>ppt_x</p:attrName>
                                          <p:attrName>ppt_y</p:attrName>
                                        </p:attrNameLst>
                                      </p:cBhvr>
                                    </p:animMotion>
                                    <p:animEffect transition="in" filter="fade">
                                      <p:cBhvr>
                                        <p:cTn id="14" dur="1000"/>
                                        <p:tgtEl>
                                          <p:spTgt spid="12"/>
                                        </p:tgtEl>
                                      </p:cBhvr>
                                    </p:animEffect>
                                  </p:childTnLst>
                                </p:cTn>
                              </p:par>
                            </p:childTnLst>
                          </p:cTn>
                        </p:par>
                        <p:par>
                          <p:cTn id="15" fill="hold">
                            <p:stCondLst>
                              <p:cond delay="1500"/>
                            </p:stCondLst>
                            <p:childTnLst>
                              <p:par>
                                <p:cTn id="16" presetID="41" presetClass="entr" presetSubtype="0" fill="hold" grpId="0" nodeType="afterEffect">
                                  <p:stCondLst>
                                    <p:cond delay="0"/>
                                  </p:stCondLst>
                                  <p:iterate type="lt">
                                    <p:tmPct val="10000"/>
                                  </p:iterate>
                                  <p:childTnLst>
                                    <p:set>
                                      <p:cBhvr>
                                        <p:cTn id="17" dur="1" fill="hold">
                                          <p:stCondLst>
                                            <p:cond delay="0"/>
                                          </p:stCondLst>
                                        </p:cTn>
                                        <p:tgtEl>
                                          <p:spTgt spid="20485"/>
                                        </p:tgtEl>
                                        <p:attrNameLst>
                                          <p:attrName>style.visibility</p:attrName>
                                        </p:attrNameLst>
                                      </p:cBhvr>
                                      <p:to>
                                        <p:strVal val="visible"/>
                                      </p:to>
                                    </p:set>
                                    <p:anim calcmode="lin" valueType="num">
                                      <p:cBhvr>
                                        <p:cTn id="18" dur="500" fill="hold"/>
                                        <p:tgtEl>
                                          <p:spTgt spid="20485"/>
                                        </p:tgtEl>
                                        <p:attrNameLst>
                                          <p:attrName>ppt_x</p:attrName>
                                        </p:attrNameLst>
                                      </p:cBhvr>
                                      <p:tavLst>
                                        <p:tav tm="0">
                                          <p:val>
                                            <p:strVal val="#ppt_x"/>
                                          </p:val>
                                        </p:tav>
                                        <p:tav tm="50000">
                                          <p:val>
                                            <p:strVal val="#ppt_x+.1"/>
                                          </p:val>
                                        </p:tav>
                                        <p:tav tm="100000">
                                          <p:val>
                                            <p:strVal val="#ppt_x"/>
                                          </p:val>
                                        </p:tav>
                                      </p:tavLst>
                                    </p:anim>
                                    <p:anim calcmode="lin" valueType="num">
                                      <p:cBhvr>
                                        <p:cTn id="19" dur="500" fill="hold"/>
                                        <p:tgtEl>
                                          <p:spTgt spid="20485"/>
                                        </p:tgtEl>
                                        <p:attrNameLst>
                                          <p:attrName>ppt_y</p:attrName>
                                        </p:attrNameLst>
                                      </p:cBhvr>
                                      <p:tavLst>
                                        <p:tav tm="0">
                                          <p:val>
                                            <p:strVal val="#ppt_y"/>
                                          </p:val>
                                        </p:tav>
                                        <p:tav tm="100000">
                                          <p:val>
                                            <p:strVal val="#ppt_y"/>
                                          </p:val>
                                        </p:tav>
                                      </p:tavLst>
                                    </p:anim>
                                    <p:anim calcmode="lin" valueType="num">
                                      <p:cBhvr>
                                        <p:cTn id="20" dur="500" fill="hold"/>
                                        <p:tgtEl>
                                          <p:spTgt spid="20485"/>
                                        </p:tgtEl>
                                        <p:attrNameLst>
                                          <p:attrName>ppt_h</p:attrName>
                                        </p:attrNameLst>
                                      </p:cBhvr>
                                      <p:tavLst>
                                        <p:tav tm="0">
                                          <p:val>
                                            <p:strVal val="#ppt_h/10"/>
                                          </p:val>
                                        </p:tav>
                                        <p:tav tm="50000">
                                          <p:val>
                                            <p:strVal val="#ppt_h+.01"/>
                                          </p:val>
                                        </p:tav>
                                        <p:tav tm="100000">
                                          <p:val>
                                            <p:strVal val="#ppt_h"/>
                                          </p:val>
                                        </p:tav>
                                      </p:tavLst>
                                    </p:anim>
                                    <p:anim calcmode="lin" valueType="num">
                                      <p:cBhvr>
                                        <p:cTn id="21" dur="500" fill="hold"/>
                                        <p:tgtEl>
                                          <p:spTgt spid="20485"/>
                                        </p:tgtEl>
                                        <p:attrNameLst>
                                          <p:attrName>ppt_w</p:attrName>
                                        </p:attrNameLst>
                                      </p:cBhvr>
                                      <p:tavLst>
                                        <p:tav tm="0">
                                          <p:val>
                                            <p:strVal val="#ppt_w/10"/>
                                          </p:val>
                                        </p:tav>
                                        <p:tav tm="50000">
                                          <p:val>
                                            <p:strVal val="#ppt_w+.01"/>
                                          </p:val>
                                        </p:tav>
                                        <p:tav tm="100000">
                                          <p:val>
                                            <p:strVal val="#ppt_w"/>
                                          </p:val>
                                        </p:tav>
                                      </p:tavLst>
                                    </p:anim>
                                    <p:animEffect transition="in" filter="fade">
                                      <p:cBhvr>
                                        <p:cTn id="22" dur="500" tmFilter="0,0; .5, 1; 1, 1"/>
                                        <p:tgtEl>
                                          <p:spTgt spid="20485"/>
                                        </p:tgtEl>
                                      </p:cBhvr>
                                    </p:animEffect>
                                  </p:childTnLst>
                                </p:cTn>
                              </p:par>
                            </p:childTnLst>
                          </p:cTn>
                        </p:par>
                        <p:par>
                          <p:cTn id="23" fill="hold">
                            <p:stCondLst>
                              <p:cond delay="2299"/>
                            </p:stCondLst>
                            <p:childTnLst>
                              <p:par>
                                <p:cTn id="24" presetID="23" presetClass="entr" presetSubtype="528" fill="hold" nodeType="afterEffect">
                                  <p:stCondLst>
                                    <p:cond delay="0"/>
                                  </p:stCondLst>
                                  <p:childTnLst>
                                    <p:set>
                                      <p:cBhvr>
                                        <p:cTn id="25" dur="1" fill="hold">
                                          <p:stCondLst>
                                            <p:cond delay="0"/>
                                          </p:stCondLst>
                                        </p:cTn>
                                        <p:tgtEl>
                                          <p:spTgt spid="8"/>
                                        </p:tgtEl>
                                        <p:attrNameLst>
                                          <p:attrName>style.visibility</p:attrName>
                                        </p:attrNameLst>
                                      </p:cBhvr>
                                      <p:to>
                                        <p:strVal val="visible"/>
                                      </p:to>
                                    </p:set>
                                    <p:anim calcmode="lin" valueType="num">
                                      <p:cBhvr>
                                        <p:cTn id="26" dur="500" fill="hold"/>
                                        <p:tgtEl>
                                          <p:spTgt spid="8"/>
                                        </p:tgtEl>
                                        <p:attrNameLst>
                                          <p:attrName>ppt_w</p:attrName>
                                        </p:attrNameLst>
                                      </p:cBhvr>
                                      <p:tavLst>
                                        <p:tav tm="0">
                                          <p:val>
                                            <p:fltVal val="0"/>
                                          </p:val>
                                        </p:tav>
                                        <p:tav tm="100000">
                                          <p:val>
                                            <p:strVal val="#ppt_w"/>
                                          </p:val>
                                        </p:tav>
                                      </p:tavLst>
                                    </p:anim>
                                    <p:anim calcmode="lin" valueType="num">
                                      <p:cBhvr>
                                        <p:cTn id="27" dur="500" fill="hold"/>
                                        <p:tgtEl>
                                          <p:spTgt spid="8"/>
                                        </p:tgtEl>
                                        <p:attrNameLst>
                                          <p:attrName>ppt_h</p:attrName>
                                        </p:attrNameLst>
                                      </p:cBhvr>
                                      <p:tavLst>
                                        <p:tav tm="0">
                                          <p:val>
                                            <p:fltVal val="0"/>
                                          </p:val>
                                        </p:tav>
                                        <p:tav tm="100000">
                                          <p:val>
                                            <p:strVal val="#ppt_h"/>
                                          </p:val>
                                        </p:tav>
                                      </p:tavLst>
                                    </p:anim>
                                    <p:anim calcmode="lin" valueType="num">
                                      <p:cBhvr>
                                        <p:cTn id="28" dur="500" fill="hold"/>
                                        <p:tgtEl>
                                          <p:spTgt spid="8"/>
                                        </p:tgtEl>
                                        <p:attrNameLst>
                                          <p:attrName>ppt_x</p:attrName>
                                        </p:attrNameLst>
                                      </p:cBhvr>
                                      <p:tavLst>
                                        <p:tav tm="0">
                                          <p:val>
                                            <p:fltVal val="0.5"/>
                                          </p:val>
                                        </p:tav>
                                        <p:tav tm="100000">
                                          <p:val>
                                            <p:strVal val="#ppt_x"/>
                                          </p:val>
                                        </p:tav>
                                      </p:tavLst>
                                    </p:anim>
                                    <p:anim calcmode="lin" valueType="num">
                                      <p:cBhvr>
                                        <p:cTn id="29" dur="500" fill="hold"/>
                                        <p:tgtEl>
                                          <p:spTgt spid="8"/>
                                        </p:tgtEl>
                                        <p:attrNameLst>
                                          <p:attrName>ppt_y</p:attrName>
                                        </p:attrNameLst>
                                      </p:cBhvr>
                                      <p:tavLst>
                                        <p:tav tm="0">
                                          <p:val>
                                            <p:fltVal val="0.5"/>
                                          </p:val>
                                        </p:tav>
                                        <p:tav tm="100000">
                                          <p:val>
                                            <p:strVal val="#ppt_y"/>
                                          </p:val>
                                        </p:tav>
                                      </p:tavLst>
                                    </p:anim>
                                  </p:childTnLst>
                                </p:cTn>
                              </p:par>
                              <p:par>
                                <p:cTn id="30" presetID="23" presetClass="entr" presetSubtype="528" fill="hold" nodeType="withEffect">
                                  <p:stCondLst>
                                    <p:cond delay="300"/>
                                  </p:stCondLst>
                                  <p:childTnLst>
                                    <p:set>
                                      <p:cBhvr>
                                        <p:cTn id="31" dur="1" fill="hold">
                                          <p:stCondLst>
                                            <p:cond delay="0"/>
                                          </p:stCondLst>
                                        </p:cTn>
                                        <p:tgtEl>
                                          <p:spTgt spid="11"/>
                                        </p:tgtEl>
                                        <p:attrNameLst>
                                          <p:attrName>style.visibility</p:attrName>
                                        </p:attrNameLst>
                                      </p:cBhvr>
                                      <p:to>
                                        <p:strVal val="visible"/>
                                      </p:to>
                                    </p:set>
                                    <p:anim calcmode="lin" valueType="num">
                                      <p:cBhvr>
                                        <p:cTn id="32" dur="500" fill="hold"/>
                                        <p:tgtEl>
                                          <p:spTgt spid="11"/>
                                        </p:tgtEl>
                                        <p:attrNameLst>
                                          <p:attrName>ppt_w</p:attrName>
                                        </p:attrNameLst>
                                      </p:cBhvr>
                                      <p:tavLst>
                                        <p:tav tm="0">
                                          <p:val>
                                            <p:fltVal val="0"/>
                                          </p:val>
                                        </p:tav>
                                        <p:tav tm="100000">
                                          <p:val>
                                            <p:strVal val="#ppt_w"/>
                                          </p:val>
                                        </p:tav>
                                      </p:tavLst>
                                    </p:anim>
                                    <p:anim calcmode="lin" valueType="num">
                                      <p:cBhvr>
                                        <p:cTn id="33" dur="500" fill="hold"/>
                                        <p:tgtEl>
                                          <p:spTgt spid="11"/>
                                        </p:tgtEl>
                                        <p:attrNameLst>
                                          <p:attrName>ppt_h</p:attrName>
                                        </p:attrNameLst>
                                      </p:cBhvr>
                                      <p:tavLst>
                                        <p:tav tm="0">
                                          <p:val>
                                            <p:fltVal val="0"/>
                                          </p:val>
                                        </p:tav>
                                        <p:tav tm="100000">
                                          <p:val>
                                            <p:strVal val="#ppt_h"/>
                                          </p:val>
                                        </p:tav>
                                      </p:tavLst>
                                    </p:anim>
                                    <p:anim calcmode="lin" valueType="num">
                                      <p:cBhvr>
                                        <p:cTn id="34" dur="500" fill="hold"/>
                                        <p:tgtEl>
                                          <p:spTgt spid="11"/>
                                        </p:tgtEl>
                                        <p:attrNameLst>
                                          <p:attrName>ppt_x</p:attrName>
                                        </p:attrNameLst>
                                      </p:cBhvr>
                                      <p:tavLst>
                                        <p:tav tm="0">
                                          <p:val>
                                            <p:fltVal val="0.5"/>
                                          </p:val>
                                        </p:tav>
                                        <p:tav tm="100000">
                                          <p:val>
                                            <p:strVal val="#ppt_x"/>
                                          </p:val>
                                        </p:tav>
                                      </p:tavLst>
                                    </p:anim>
                                    <p:anim calcmode="lin" valueType="num">
                                      <p:cBhvr>
                                        <p:cTn id="35" dur="500" fill="hold"/>
                                        <p:tgtEl>
                                          <p:spTgt spid="11"/>
                                        </p:tgtEl>
                                        <p:attrNameLst>
                                          <p:attrName>ppt_y</p:attrName>
                                        </p:attrNameLst>
                                      </p:cBhvr>
                                      <p:tavLst>
                                        <p:tav tm="0">
                                          <p:val>
                                            <p:fltVal val="0.5"/>
                                          </p:val>
                                        </p:tav>
                                        <p:tav tm="100000">
                                          <p:val>
                                            <p:strVal val="#ppt_y"/>
                                          </p:val>
                                        </p:tav>
                                      </p:tavLst>
                                    </p:anim>
                                  </p:childTnLst>
                                </p:cTn>
                              </p:par>
                              <p:par>
                                <p:cTn id="36" presetID="23" presetClass="entr" presetSubtype="528" fill="hold" nodeType="withEffect">
                                  <p:stCondLst>
                                    <p:cond delay="700"/>
                                  </p:stCondLst>
                                  <p:childTnLst>
                                    <p:set>
                                      <p:cBhvr>
                                        <p:cTn id="37" dur="1" fill="hold">
                                          <p:stCondLst>
                                            <p:cond delay="0"/>
                                          </p:stCondLst>
                                        </p:cTn>
                                        <p:tgtEl>
                                          <p:spTgt spid="15"/>
                                        </p:tgtEl>
                                        <p:attrNameLst>
                                          <p:attrName>style.visibility</p:attrName>
                                        </p:attrNameLst>
                                      </p:cBhvr>
                                      <p:to>
                                        <p:strVal val="visible"/>
                                      </p:to>
                                    </p:set>
                                    <p:anim calcmode="lin" valueType="num">
                                      <p:cBhvr>
                                        <p:cTn id="38" dur="500" fill="hold"/>
                                        <p:tgtEl>
                                          <p:spTgt spid="15"/>
                                        </p:tgtEl>
                                        <p:attrNameLst>
                                          <p:attrName>ppt_w</p:attrName>
                                        </p:attrNameLst>
                                      </p:cBhvr>
                                      <p:tavLst>
                                        <p:tav tm="0">
                                          <p:val>
                                            <p:fltVal val="0"/>
                                          </p:val>
                                        </p:tav>
                                        <p:tav tm="100000">
                                          <p:val>
                                            <p:strVal val="#ppt_w"/>
                                          </p:val>
                                        </p:tav>
                                      </p:tavLst>
                                    </p:anim>
                                    <p:anim calcmode="lin" valueType="num">
                                      <p:cBhvr>
                                        <p:cTn id="39" dur="500" fill="hold"/>
                                        <p:tgtEl>
                                          <p:spTgt spid="15"/>
                                        </p:tgtEl>
                                        <p:attrNameLst>
                                          <p:attrName>ppt_h</p:attrName>
                                        </p:attrNameLst>
                                      </p:cBhvr>
                                      <p:tavLst>
                                        <p:tav tm="0">
                                          <p:val>
                                            <p:fltVal val="0"/>
                                          </p:val>
                                        </p:tav>
                                        <p:tav tm="100000">
                                          <p:val>
                                            <p:strVal val="#ppt_h"/>
                                          </p:val>
                                        </p:tav>
                                      </p:tavLst>
                                    </p:anim>
                                    <p:anim calcmode="lin" valueType="num">
                                      <p:cBhvr>
                                        <p:cTn id="40" dur="500" fill="hold"/>
                                        <p:tgtEl>
                                          <p:spTgt spid="15"/>
                                        </p:tgtEl>
                                        <p:attrNameLst>
                                          <p:attrName>ppt_x</p:attrName>
                                        </p:attrNameLst>
                                      </p:cBhvr>
                                      <p:tavLst>
                                        <p:tav tm="0">
                                          <p:val>
                                            <p:fltVal val="0.5"/>
                                          </p:val>
                                        </p:tav>
                                        <p:tav tm="100000">
                                          <p:val>
                                            <p:strVal val="#ppt_x"/>
                                          </p:val>
                                        </p:tav>
                                      </p:tavLst>
                                    </p:anim>
                                    <p:anim calcmode="lin" valueType="num">
                                      <p:cBhvr>
                                        <p:cTn id="41" dur="500" fill="hold"/>
                                        <p:tgtEl>
                                          <p:spTgt spid="15"/>
                                        </p:tgtEl>
                                        <p:attrNameLst>
                                          <p:attrName>ppt_y</p:attrName>
                                        </p:attrNameLst>
                                      </p:cBhvr>
                                      <p:tavLst>
                                        <p:tav tm="0">
                                          <p:val>
                                            <p:fltVal val="0.5"/>
                                          </p:val>
                                        </p:tav>
                                        <p:tav tm="100000">
                                          <p:val>
                                            <p:strVal val="#ppt_y"/>
                                          </p:val>
                                        </p:tav>
                                      </p:tavLst>
                                    </p:anim>
                                  </p:childTnLst>
                                </p:cTn>
                              </p:par>
                              <p:par>
                                <p:cTn id="42" presetID="23" presetClass="entr" presetSubtype="528" fill="hold" nodeType="withEffect">
                                  <p:stCondLst>
                                    <p:cond delay="300"/>
                                  </p:stCondLst>
                                  <p:childTnLst>
                                    <p:set>
                                      <p:cBhvr>
                                        <p:cTn id="43" dur="1" fill="hold">
                                          <p:stCondLst>
                                            <p:cond delay="0"/>
                                          </p:stCondLst>
                                        </p:cTn>
                                        <p:tgtEl>
                                          <p:spTgt spid="18"/>
                                        </p:tgtEl>
                                        <p:attrNameLst>
                                          <p:attrName>style.visibility</p:attrName>
                                        </p:attrNameLst>
                                      </p:cBhvr>
                                      <p:to>
                                        <p:strVal val="visible"/>
                                      </p:to>
                                    </p:set>
                                    <p:anim calcmode="lin" valueType="num">
                                      <p:cBhvr>
                                        <p:cTn id="44" dur="500" fill="hold"/>
                                        <p:tgtEl>
                                          <p:spTgt spid="18"/>
                                        </p:tgtEl>
                                        <p:attrNameLst>
                                          <p:attrName>ppt_w</p:attrName>
                                        </p:attrNameLst>
                                      </p:cBhvr>
                                      <p:tavLst>
                                        <p:tav tm="0">
                                          <p:val>
                                            <p:fltVal val="0"/>
                                          </p:val>
                                        </p:tav>
                                        <p:tav tm="100000">
                                          <p:val>
                                            <p:strVal val="#ppt_w"/>
                                          </p:val>
                                        </p:tav>
                                      </p:tavLst>
                                    </p:anim>
                                    <p:anim calcmode="lin" valueType="num">
                                      <p:cBhvr>
                                        <p:cTn id="45" dur="500" fill="hold"/>
                                        <p:tgtEl>
                                          <p:spTgt spid="18"/>
                                        </p:tgtEl>
                                        <p:attrNameLst>
                                          <p:attrName>ppt_h</p:attrName>
                                        </p:attrNameLst>
                                      </p:cBhvr>
                                      <p:tavLst>
                                        <p:tav tm="0">
                                          <p:val>
                                            <p:fltVal val="0"/>
                                          </p:val>
                                        </p:tav>
                                        <p:tav tm="100000">
                                          <p:val>
                                            <p:strVal val="#ppt_h"/>
                                          </p:val>
                                        </p:tav>
                                      </p:tavLst>
                                    </p:anim>
                                    <p:anim calcmode="lin" valueType="num">
                                      <p:cBhvr>
                                        <p:cTn id="46" dur="500" fill="hold"/>
                                        <p:tgtEl>
                                          <p:spTgt spid="18"/>
                                        </p:tgtEl>
                                        <p:attrNameLst>
                                          <p:attrName>ppt_x</p:attrName>
                                        </p:attrNameLst>
                                      </p:cBhvr>
                                      <p:tavLst>
                                        <p:tav tm="0">
                                          <p:val>
                                            <p:fltVal val="0.5"/>
                                          </p:val>
                                        </p:tav>
                                        <p:tav tm="100000">
                                          <p:val>
                                            <p:strVal val="#ppt_x"/>
                                          </p:val>
                                        </p:tav>
                                      </p:tavLst>
                                    </p:anim>
                                    <p:anim calcmode="lin" valueType="num">
                                      <p:cBhvr>
                                        <p:cTn id="47" dur="500" fill="hold"/>
                                        <p:tgtEl>
                                          <p:spTgt spid="18"/>
                                        </p:tgtEl>
                                        <p:attrNameLst>
                                          <p:attrName>ppt_y</p:attrName>
                                        </p:attrNameLst>
                                      </p:cBhvr>
                                      <p:tavLst>
                                        <p:tav tm="0">
                                          <p:val>
                                            <p:fltVal val="0.5"/>
                                          </p:val>
                                        </p:tav>
                                        <p:tav tm="100000">
                                          <p:val>
                                            <p:strVal val="#ppt_y"/>
                                          </p:val>
                                        </p:tav>
                                      </p:tavLst>
                                    </p:anim>
                                  </p:childTnLst>
                                </p:cTn>
                              </p:par>
                              <p:par>
                                <p:cTn id="48" presetID="23" presetClass="entr" presetSubtype="528" fill="hold" nodeType="withEffect">
                                  <p:stCondLst>
                                    <p:cond delay="100"/>
                                  </p:stCondLst>
                                  <p:childTnLst>
                                    <p:set>
                                      <p:cBhvr>
                                        <p:cTn id="49" dur="1" fill="hold">
                                          <p:stCondLst>
                                            <p:cond delay="0"/>
                                          </p:stCondLst>
                                        </p:cTn>
                                        <p:tgtEl>
                                          <p:spTgt spid="21"/>
                                        </p:tgtEl>
                                        <p:attrNameLst>
                                          <p:attrName>style.visibility</p:attrName>
                                        </p:attrNameLst>
                                      </p:cBhvr>
                                      <p:to>
                                        <p:strVal val="visible"/>
                                      </p:to>
                                    </p:set>
                                    <p:anim calcmode="lin" valueType="num">
                                      <p:cBhvr>
                                        <p:cTn id="50" dur="500" fill="hold"/>
                                        <p:tgtEl>
                                          <p:spTgt spid="21"/>
                                        </p:tgtEl>
                                        <p:attrNameLst>
                                          <p:attrName>ppt_w</p:attrName>
                                        </p:attrNameLst>
                                      </p:cBhvr>
                                      <p:tavLst>
                                        <p:tav tm="0">
                                          <p:val>
                                            <p:fltVal val="0"/>
                                          </p:val>
                                        </p:tav>
                                        <p:tav tm="100000">
                                          <p:val>
                                            <p:strVal val="#ppt_w"/>
                                          </p:val>
                                        </p:tav>
                                      </p:tavLst>
                                    </p:anim>
                                    <p:anim calcmode="lin" valueType="num">
                                      <p:cBhvr>
                                        <p:cTn id="51" dur="500" fill="hold"/>
                                        <p:tgtEl>
                                          <p:spTgt spid="21"/>
                                        </p:tgtEl>
                                        <p:attrNameLst>
                                          <p:attrName>ppt_h</p:attrName>
                                        </p:attrNameLst>
                                      </p:cBhvr>
                                      <p:tavLst>
                                        <p:tav tm="0">
                                          <p:val>
                                            <p:fltVal val="0"/>
                                          </p:val>
                                        </p:tav>
                                        <p:tav tm="100000">
                                          <p:val>
                                            <p:strVal val="#ppt_h"/>
                                          </p:val>
                                        </p:tav>
                                      </p:tavLst>
                                    </p:anim>
                                    <p:anim calcmode="lin" valueType="num">
                                      <p:cBhvr>
                                        <p:cTn id="52" dur="500" fill="hold"/>
                                        <p:tgtEl>
                                          <p:spTgt spid="21"/>
                                        </p:tgtEl>
                                        <p:attrNameLst>
                                          <p:attrName>ppt_x</p:attrName>
                                        </p:attrNameLst>
                                      </p:cBhvr>
                                      <p:tavLst>
                                        <p:tav tm="0">
                                          <p:val>
                                            <p:fltVal val="0.5"/>
                                          </p:val>
                                        </p:tav>
                                        <p:tav tm="100000">
                                          <p:val>
                                            <p:strVal val="#ppt_x"/>
                                          </p:val>
                                        </p:tav>
                                      </p:tavLst>
                                    </p:anim>
                                    <p:anim calcmode="lin" valueType="num">
                                      <p:cBhvr>
                                        <p:cTn id="53" dur="500" fill="hold"/>
                                        <p:tgtEl>
                                          <p:spTgt spid="21"/>
                                        </p:tgtEl>
                                        <p:attrNameLst>
                                          <p:attrName>ppt_y</p:attrName>
                                        </p:attrNameLst>
                                      </p:cBhvr>
                                      <p:tavLst>
                                        <p:tav tm="0">
                                          <p:val>
                                            <p:fltVal val="0.5"/>
                                          </p:val>
                                        </p:tav>
                                        <p:tav tm="100000">
                                          <p:val>
                                            <p:strVal val="#ppt_y"/>
                                          </p:val>
                                        </p:tav>
                                      </p:tavLst>
                                    </p:anim>
                                  </p:childTnLst>
                                </p:cTn>
                              </p:par>
                              <p:par>
                                <p:cTn id="54" presetID="23" presetClass="entr" presetSubtype="528" fill="hold" nodeType="withEffect">
                                  <p:stCondLst>
                                    <p:cond delay="600"/>
                                  </p:stCondLst>
                                  <p:childTnLst>
                                    <p:set>
                                      <p:cBhvr>
                                        <p:cTn id="55" dur="1" fill="hold">
                                          <p:stCondLst>
                                            <p:cond delay="0"/>
                                          </p:stCondLst>
                                        </p:cTn>
                                        <p:tgtEl>
                                          <p:spTgt spid="24"/>
                                        </p:tgtEl>
                                        <p:attrNameLst>
                                          <p:attrName>style.visibility</p:attrName>
                                        </p:attrNameLst>
                                      </p:cBhvr>
                                      <p:to>
                                        <p:strVal val="visible"/>
                                      </p:to>
                                    </p:set>
                                    <p:anim calcmode="lin" valueType="num">
                                      <p:cBhvr>
                                        <p:cTn id="56" dur="500" fill="hold"/>
                                        <p:tgtEl>
                                          <p:spTgt spid="24"/>
                                        </p:tgtEl>
                                        <p:attrNameLst>
                                          <p:attrName>ppt_w</p:attrName>
                                        </p:attrNameLst>
                                      </p:cBhvr>
                                      <p:tavLst>
                                        <p:tav tm="0">
                                          <p:val>
                                            <p:fltVal val="0"/>
                                          </p:val>
                                        </p:tav>
                                        <p:tav tm="100000">
                                          <p:val>
                                            <p:strVal val="#ppt_w"/>
                                          </p:val>
                                        </p:tav>
                                      </p:tavLst>
                                    </p:anim>
                                    <p:anim calcmode="lin" valueType="num">
                                      <p:cBhvr>
                                        <p:cTn id="57" dur="500" fill="hold"/>
                                        <p:tgtEl>
                                          <p:spTgt spid="24"/>
                                        </p:tgtEl>
                                        <p:attrNameLst>
                                          <p:attrName>ppt_h</p:attrName>
                                        </p:attrNameLst>
                                      </p:cBhvr>
                                      <p:tavLst>
                                        <p:tav tm="0">
                                          <p:val>
                                            <p:fltVal val="0"/>
                                          </p:val>
                                        </p:tav>
                                        <p:tav tm="100000">
                                          <p:val>
                                            <p:strVal val="#ppt_h"/>
                                          </p:val>
                                        </p:tav>
                                      </p:tavLst>
                                    </p:anim>
                                    <p:anim calcmode="lin" valueType="num">
                                      <p:cBhvr>
                                        <p:cTn id="58" dur="500" fill="hold"/>
                                        <p:tgtEl>
                                          <p:spTgt spid="24"/>
                                        </p:tgtEl>
                                        <p:attrNameLst>
                                          <p:attrName>ppt_x</p:attrName>
                                        </p:attrNameLst>
                                      </p:cBhvr>
                                      <p:tavLst>
                                        <p:tav tm="0">
                                          <p:val>
                                            <p:fltVal val="0.5"/>
                                          </p:val>
                                        </p:tav>
                                        <p:tav tm="100000">
                                          <p:val>
                                            <p:strVal val="#ppt_x"/>
                                          </p:val>
                                        </p:tav>
                                      </p:tavLst>
                                    </p:anim>
                                    <p:anim calcmode="lin" valueType="num">
                                      <p:cBhvr>
                                        <p:cTn id="59" dur="500" fill="hold"/>
                                        <p:tgtEl>
                                          <p:spTgt spid="24"/>
                                        </p:tgtEl>
                                        <p:attrNameLst>
                                          <p:attrName>ppt_y</p:attrName>
                                        </p:attrNameLst>
                                      </p:cBhvr>
                                      <p:tavLst>
                                        <p:tav tm="0">
                                          <p:val>
                                            <p:fltVal val="0.5"/>
                                          </p:val>
                                        </p:tav>
                                        <p:tav tm="100000">
                                          <p:val>
                                            <p:strVal val="#ppt_y"/>
                                          </p:val>
                                        </p:tav>
                                      </p:tavLst>
                                    </p:anim>
                                  </p:childTnLst>
                                </p:cTn>
                              </p:par>
                              <p:par>
                                <p:cTn id="60" presetID="23" presetClass="entr" presetSubtype="528" fill="hold" nodeType="withEffect">
                                  <p:stCondLst>
                                    <p:cond delay="300"/>
                                  </p:stCondLst>
                                  <p:childTnLst>
                                    <p:set>
                                      <p:cBhvr>
                                        <p:cTn id="61" dur="1" fill="hold">
                                          <p:stCondLst>
                                            <p:cond delay="0"/>
                                          </p:stCondLst>
                                        </p:cTn>
                                        <p:tgtEl>
                                          <p:spTgt spid="27"/>
                                        </p:tgtEl>
                                        <p:attrNameLst>
                                          <p:attrName>style.visibility</p:attrName>
                                        </p:attrNameLst>
                                      </p:cBhvr>
                                      <p:to>
                                        <p:strVal val="visible"/>
                                      </p:to>
                                    </p:set>
                                    <p:anim calcmode="lin" valueType="num">
                                      <p:cBhvr>
                                        <p:cTn id="62" dur="500" fill="hold"/>
                                        <p:tgtEl>
                                          <p:spTgt spid="27"/>
                                        </p:tgtEl>
                                        <p:attrNameLst>
                                          <p:attrName>ppt_w</p:attrName>
                                        </p:attrNameLst>
                                      </p:cBhvr>
                                      <p:tavLst>
                                        <p:tav tm="0">
                                          <p:val>
                                            <p:fltVal val="0"/>
                                          </p:val>
                                        </p:tav>
                                        <p:tav tm="100000">
                                          <p:val>
                                            <p:strVal val="#ppt_w"/>
                                          </p:val>
                                        </p:tav>
                                      </p:tavLst>
                                    </p:anim>
                                    <p:anim calcmode="lin" valueType="num">
                                      <p:cBhvr>
                                        <p:cTn id="63" dur="500" fill="hold"/>
                                        <p:tgtEl>
                                          <p:spTgt spid="27"/>
                                        </p:tgtEl>
                                        <p:attrNameLst>
                                          <p:attrName>ppt_h</p:attrName>
                                        </p:attrNameLst>
                                      </p:cBhvr>
                                      <p:tavLst>
                                        <p:tav tm="0">
                                          <p:val>
                                            <p:fltVal val="0"/>
                                          </p:val>
                                        </p:tav>
                                        <p:tav tm="100000">
                                          <p:val>
                                            <p:strVal val="#ppt_h"/>
                                          </p:val>
                                        </p:tav>
                                      </p:tavLst>
                                    </p:anim>
                                    <p:anim calcmode="lin" valueType="num">
                                      <p:cBhvr>
                                        <p:cTn id="64" dur="500" fill="hold"/>
                                        <p:tgtEl>
                                          <p:spTgt spid="27"/>
                                        </p:tgtEl>
                                        <p:attrNameLst>
                                          <p:attrName>ppt_x</p:attrName>
                                        </p:attrNameLst>
                                      </p:cBhvr>
                                      <p:tavLst>
                                        <p:tav tm="0">
                                          <p:val>
                                            <p:fltVal val="0.5"/>
                                          </p:val>
                                        </p:tav>
                                        <p:tav tm="100000">
                                          <p:val>
                                            <p:strVal val="#ppt_x"/>
                                          </p:val>
                                        </p:tav>
                                      </p:tavLst>
                                    </p:anim>
                                    <p:anim calcmode="lin" valueType="num">
                                      <p:cBhvr>
                                        <p:cTn id="65" dur="500" fill="hold"/>
                                        <p:tgtEl>
                                          <p:spTgt spid="27"/>
                                        </p:tgtEl>
                                        <p:attrNameLst>
                                          <p:attrName>ppt_y</p:attrName>
                                        </p:attrNameLst>
                                      </p:cBhvr>
                                      <p:tavLst>
                                        <p:tav tm="0">
                                          <p:val>
                                            <p:fltVal val="0.5"/>
                                          </p:val>
                                        </p:tav>
                                        <p:tav tm="100000">
                                          <p:val>
                                            <p:strVal val="#ppt_y"/>
                                          </p:val>
                                        </p:tav>
                                      </p:tavLst>
                                    </p:anim>
                                  </p:childTnLst>
                                </p:cTn>
                              </p:par>
                              <p:par>
                                <p:cTn id="66" presetID="23" presetClass="entr" presetSubtype="528" fill="hold" nodeType="withEffect">
                                  <p:stCondLst>
                                    <p:cond delay="300"/>
                                  </p:stCondLst>
                                  <p:childTnLst>
                                    <p:set>
                                      <p:cBhvr>
                                        <p:cTn id="67" dur="1" fill="hold">
                                          <p:stCondLst>
                                            <p:cond delay="0"/>
                                          </p:stCondLst>
                                        </p:cTn>
                                        <p:tgtEl>
                                          <p:spTgt spid="30"/>
                                        </p:tgtEl>
                                        <p:attrNameLst>
                                          <p:attrName>style.visibility</p:attrName>
                                        </p:attrNameLst>
                                      </p:cBhvr>
                                      <p:to>
                                        <p:strVal val="visible"/>
                                      </p:to>
                                    </p:set>
                                    <p:anim calcmode="lin" valueType="num">
                                      <p:cBhvr>
                                        <p:cTn id="68" dur="500" fill="hold"/>
                                        <p:tgtEl>
                                          <p:spTgt spid="30"/>
                                        </p:tgtEl>
                                        <p:attrNameLst>
                                          <p:attrName>ppt_w</p:attrName>
                                        </p:attrNameLst>
                                      </p:cBhvr>
                                      <p:tavLst>
                                        <p:tav tm="0">
                                          <p:val>
                                            <p:fltVal val="0"/>
                                          </p:val>
                                        </p:tav>
                                        <p:tav tm="100000">
                                          <p:val>
                                            <p:strVal val="#ppt_w"/>
                                          </p:val>
                                        </p:tav>
                                      </p:tavLst>
                                    </p:anim>
                                    <p:anim calcmode="lin" valueType="num">
                                      <p:cBhvr>
                                        <p:cTn id="69" dur="500" fill="hold"/>
                                        <p:tgtEl>
                                          <p:spTgt spid="30"/>
                                        </p:tgtEl>
                                        <p:attrNameLst>
                                          <p:attrName>ppt_h</p:attrName>
                                        </p:attrNameLst>
                                      </p:cBhvr>
                                      <p:tavLst>
                                        <p:tav tm="0">
                                          <p:val>
                                            <p:fltVal val="0"/>
                                          </p:val>
                                        </p:tav>
                                        <p:tav tm="100000">
                                          <p:val>
                                            <p:strVal val="#ppt_h"/>
                                          </p:val>
                                        </p:tav>
                                      </p:tavLst>
                                    </p:anim>
                                    <p:anim calcmode="lin" valueType="num">
                                      <p:cBhvr>
                                        <p:cTn id="70" dur="500" fill="hold"/>
                                        <p:tgtEl>
                                          <p:spTgt spid="30"/>
                                        </p:tgtEl>
                                        <p:attrNameLst>
                                          <p:attrName>ppt_x</p:attrName>
                                        </p:attrNameLst>
                                      </p:cBhvr>
                                      <p:tavLst>
                                        <p:tav tm="0">
                                          <p:val>
                                            <p:fltVal val="0.5"/>
                                          </p:val>
                                        </p:tav>
                                        <p:tav tm="100000">
                                          <p:val>
                                            <p:strVal val="#ppt_x"/>
                                          </p:val>
                                        </p:tav>
                                      </p:tavLst>
                                    </p:anim>
                                    <p:anim calcmode="lin" valueType="num">
                                      <p:cBhvr>
                                        <p:cTn id="71" dur="500" fill="hold"/>
                                        <p:tgtEl>
                                          <p:spTgt spid="30"/>
                                        </p:tgtEl>
                                        <p:attrNameLst>
                                          <p:attrName>ppt_y</p:attrName>
                                        </p:attrNameLst>
                                      </p:cBhvr>
                                      <p:tavLst>
                                        <p:tav tm="0">
                                          <p:val>
                                            <p:fltVal val="0.5"/>
                                          </p:val>
                                        </p:tav>
                                        <p:tav tm="100000">
                                          <p:val>
                                            <p:strVal val="#ppt_y"/>
                                          </p:val>
                                        </p:tav>
                                      </p:tavLst>
                                    </p:anim>
                                  </p:childTnLst>
                                </p:cTn>
                              </p:par>
                              <p:par>
                                <p:cTn id="72" presetID="23" presetClass="entr" presetSubtype="528" fill="hold" nodeType="withEffect">
                                  <p:stCondLst>
                                    <p:cond delay="600"/>
                                  </p:stCondLst>
                                  <p:childTnLst>
                                    <p:set>
                                      <p:cBhvr>
                                        <p:cTn id="73" dur="1" fill="hold">
                                          <p:stCondLst>
                                            <p:cond delay="0"/>
                                          </p:stCondLst>
                                        </p:cTn>
                                        <p:tgtEl>
                                          <p:spTgt spid="33"/>
                                        </p:tgtEl>
                                        <p:attrNameLst>
                                          <p:attrName>style.visibility</p:attrName>
                                        </p:attrNameLst>
                                      </p:cBhvr>
                                      <p:to>
                                        <p:strVal val="visible"/>
                                      </p:to>
                                    </p:set>
                                    <p:anim calcmode="lin" valueType="num">
                                      <p:cBhvr>
                                        <p:cTn id="74" dur="500" fill="hold"/>
                                        <p:tgtEl>
                                          <p:spTgt spid="33"/>
                                        </p:tgtEl>
                                        <p:attrNameLst>
                                          <p:attrName>ppt_w</p:attrName>
                                        </p:attrNameLst>
                                      </p:cBhvr>
                                      <p:tavLst>
                                        <p:tav tm="0">
                                          <p:val>
                                            <p:fltVal val="0"/>
                                          </p:val>
                                        </p:tav>
                                        <p:tav tm="100000">
                                          <p:val>
                                            <p:strVal val="#ppt_w"/>
                                          </p:val>
                                        </p:tav>
                                      </p:tavLst>
                                    </p:anim>
                                    <p:anim calcmode="lin" valueType="num">
                                      <p:cBhvr>
                                        <p:cTn id="75" dur="500" fill="hold"/>
                                        <p:tgtEl>
                                          <p:spTgt spid="33"/>
                                        </p:tgtEl>
                                        <p:attrNameLst>
                                          <p:attrName>ppt_h</p:attrName>
                                        </p:attrNameLst>
                                      </p:cBhvr>
                                      <p:tavLst>
                                        <p:tav tm="0">
                                          <p:val>
                                            <p:fltVal val="0"/>
                                          </p:val>
                                        </p:tav>
                                        <p:tav tm="100000">
                                          <p:val>
                                            <p:strVal val="#ppt_h"/>
                                          </p:val>
                                        </p:tav>
                                      </p:tavLst>
                                    </p:anim>
                                    <p:anim calcmode="lin" valueType="num">
                                      <p:cBhvr>
                                        <p:cTn id="76" dur="500" fill="hold"/>
                                        <p:tgtEl>
                                          <p:spTgt spid="33"/>
                                        </p:tgtEl>
                                        <p:attrNameLst>
                                          <p:attrName>ppt_x</p:attrName>
                                        </p:attrNameLst>
                                      </p:cBhvr>
                                      <p:tavLst>
                                        <p:tav tm="0">
                                          <p:val>
                                            <p:fltVal val="0.5"/>
                                          </p:val>
                                        </p:tav>
                                        <p:tav tm="100000">
                                          <p:val>
                                            <p:strVal val="#ppt_x"/>
                                          </p:val>
                                        </p:tav>
                                      </p:tavLst>
                                    </p:anim>
                                    <p:anim calcmode="lin" valueType="num">
                                      <p:cBhvr>
                                        <p:cTn id="77" dur="500" fill="hold"/>
                                        <p:tgtEl>
                                          <p:spTgt spid="33"/>
                                        </p:tgtEl>
                                        <p:attrNameLst>
                                          <p:attrName>ppt_y</p:attrName>
                                        </p:attrNameLst>
                                      </p:cBhvr>
                                      <p:tavLst>
                                        <p:tav tm="0">
                                          <p:val>
                                            <p:fltVal val="0.5"/>
                                          </p:val>
                                        </p:tav>
                                        <p:tav tm="100000">
                                          <p:val>
                                            <p:strVal val="#ppt_y"/>
                                          </p:val>
                                        </p:tav>
                                      </p:tavLst>
                                    </p:anim>
                                  </p:childTnLst>
                                </p:cTn>
                              </p:par>
                              <p:par>
                                <p:cTn id="78" presetID="23" presetClass="entr" presetSubtype="528" fill="hold" nodeType="withEffect">
                                  <p:stCondLst>
                                    <p:cond delay="600"/>
                                  </p:stCondLst>
                                  <p:childTnLst>
                                    <p:set>
                                      <p:cBhvr>
                                        <p:cTn id="79" dur="1" fill="hold">
                                          <p:stCondLst>
                                            <p:cond delay="0"/>
                                          </p:stCondLst>
                                        </p:cTn>
                                        <p:tgtEl>
                                          <p:spTgt spid="36"/>
                                        </p:tgtEl>
                                        <p:attrNameLst>
                                          <p:attrName>style.visibility</p:attrName>
                                        </p:attrNameLst>
                                      </p:cBhvr>
                                      <p:to>
                                        <p:strVal val="visible"/>
                                      </p:to>
                                    </p:set>
                                    <p:anim calcmode="lin" valueType="num">
                                      <p:cBhvr>
                                        <p:cTn id="80" dur="500" fill="hold"/>
                                        <p:tgtEl>
                                          <p:spTgt spid="36"/>
                                        </p:tgtEl>
                                        <p:attrNameLst>
                                          <p:attrName>ppt_w</p:attrName>
                                        </p:attrNameLst>
                                      </p:cBhvr>
                                      <p:tavLst>
                                        <p:tav tm="0">
                                          <p:val>
                                            <p:fltVal val="0"/>
                                          </p:val>
                                        </p:tav>
                                        <p:tav tm="100000">
                                          <p:val>
                                            <p:strVal val="#ppt_w"/>
                                          </p:val>
                                        </p:tav>
                                      </p:tavLst>
                                    </p:anim>
                                    <p:anim calcmode="lin" valueType="num">
                                      <p:cBhvr>
                                        <p:cTn id="81" dur="500" fill="hold"/>
                                        <p:tgtEl>
                                          <p:spTgt spid="36"/>
                                        </p:tgtEl>
                                        <p:attrNameLst>
                                          <p:attrName>ppt_h</p:attrName>
                                        </p:attrNameLst>
                                      </p:cBhvr>
                                      <p:tavLst>
                                        <p:tav tm="0">
                                          <p:val>
                                            <p:fltVal val="0"/>
                                          </p:val>
                                        </p:tav>
                                        <p:tav tm="100000">
                                          <p:val>
                                            <p:strVal val="#ppt_h"/>
                                          </p:val>
                                        </p:tav>
                                      </p:tavLst>
                                    </p:anim>
                                    <p:anim calcmode="lin" valueType="num">
                                      <p:cBhvr>
                                        <p:cTn id="82" dur="500" fill="hold"/>
                                        <p:tgtEl>
                                          <p:spTgt spid="36"/>
                                        </p:tgtEl>
                                        <p:attrNameLst>
                                          <p:attrName>ppt_x</p:attrName>
                                        </p:attrNameLst>
                                      </p:cBhvr>
                                      <p:tavLst>
                                        <p:tav tm="0">
                                          <p:val>
                                            <p:fltVal val="0.5"/>
                                          </p:val>
                                        </p:tav>
                                        <p:tav tm="100000">
                                          <p:val>
                                            <p:strVal val="#ppt_x"/>
                                          </p:val>
                                        </p:tav>
                                      </p:tavLst>
                                    </p:anim>
                                    <p:anim calcmode="lin" valueType="num">
                                      <p:cBhvr>
                                        <p:cTn id="83" dur="500" fill="hold"/>
                                        <p:tgtEl>
                                          <p:spTgt spid="36"/>
                                        </p:tgtEl>
                                        <p:attrNameLst>
                                          <p:attrName>ppt_y</p:attrName>
                                        </p:attrNameLst>
                                      </p:cBhvr>
                                      <p:tavLst>
                                        <p:tav tm="0">
                                          <p:val>
                                            <p:fltVal val="0.5"/>
                                          </p:val>
                                        </p:tav>
                                        <p:tav tm="100000">
                                          <p:val>
                                            <p:strVal val="#ppt_y"/>
                                          </p:val>
                                        </p:tav>
                                      </p:tavLst>
                                    </p:anim>
                                  </p:childTnLst>
                                </p:cTn>
                              </p:par>
                              <p:par>
                                <p:cTn id="84" presetID="23" presetClass="entr" presetSubtype="528" fill="hold" nodeType="withEffect">
                                  <p:stCondLst>
                                    <p:cond delay="300"/>
                                  </p:stCondLst>
                                  <p:childTnLst>
                                    <p:set>
                                      <p:cBhvr>
                                        <p:cTn id="85" dur="1" fill="hold">
                                          <p:stCondLst>
                                            <p:cond delay="0"/>
                                          </p:stCondLst>
                                        </p:cTn>
                                        <p:tgtEl>
                                          <p:spTgt spid="39"/>
                                        </p:tgtEl>
                                        <p:attrNameLst>
                                          <p:attrName>style.visibility</p:attrName>
                                        </p:attrNameLst>
                                      </p:cBhvr>
                                      <p:to>
                                        <p:strVal val="visible"/>
                                      </p:to>
                                    </p:set>
                                    <p:anim calcmode="lin" valueType="num">
                                      <p:cBhvr>
                                        <p:cTn id="86" dur="500" fill="hold"/>
                                        <p:tgtEl>
                                          <p:spTgt spid="39"/>
                                        </p:tgtEl>
                                        <p:attrNameLst>
                                          <p:attrName>ppt_w</p:attrName>
                                        </p:attrNameLst>
                                      </p:cBhvr>
                                      <p:tavLst>
                                        <p:tav tm="0">
                                          <p:val>
                                            <p:fltVal val="0"/>
                                          </p:val>
                                        </p:tav>
                                        <p:tav tm="100000">
                                          <p:val>
                                            <p:strVal val="#ppt_w"/>
                                          </p:val>
                                        </p:tav>
                                      </p:tavLst>
                                    </p:anim>
                                    <p:anim calcmode="lin" valueType="num">
                                      <p:cBhvr>
                                        <p:cTn id="87" dur="500" fill="hold"/>
                                        <p:tgtEl>
                                          <p:spTgt spid="39"/>
                                        </p:tgtEl>
                                        <p:attrNameLst>
                                          <p:attrName>ppt_h</p:attrName>
                                        </p:attrNameLst>
                                      </p:cBhvr>
                                      <p:tavLst>
                                        <p:tav tm="0">
                                          <p:val>
                                            <p:fltVal val="0"/>
                                          </p:val>
                                        </p:tav>
                                        <p:tav tm="100000">
                                          <p:val>
                                            <p:strVal val="#ppt_h"/>
                                          </p:val>
                                        </p:tav>
                                      </p:tavLst>
                                    </p:anim>
                                    <p:anim calcmode="lin" valueType="num">
                                      <p:cBhvr>
                                        <p:cTn id="88" dur="500" fill="hold"/>
                                        <p:tgtEl>
                                          <p:spTgt spid="39"/>
                                        </p:tgtEl>
                                        <p:attrNameLst>
                                          <p:attrName>ppt_x</p:attrName>
                                        </p:attrNameLst>
                                      </p:cBhvr>
                                      <p:tavLst>
                                        <p:tav tm="0">
                                          <p:val>
                                            <p:fltVal val="0.5"/>
                                          </p:val>
                                        </p:tav>
                                        <p:tav tm="100000">
                                          <p:val>
                                            <p:strVal val="#ppt_x"/>
                                          </p:val>
                                        </p:tav>
                                      </p:tavLst>
                                    </p:anim>
                                    <p:anim calcmode="lin" valueType="num">
                                      <p:cBhvr>
                                        <p:cTn id="89" dur="500" fill="hold"/>
                                        <p:tgtEl>
                                          <p:spTgt spid="39"/>
                                        </p:tgtEl>
                                        <p:attrNameLst>
                                          <p:attrName>ppt_y</p:attrName>
                                        </p:attrNameLst>
                                      </p:cBhvr>
                                      <p:tavLst>
                                        <p:tav tm="0">
                                          <p:val>
                                            <p:fltVal val="0.5"/>
                                          </p:val>
                                        </p:tav>
                                        <p:tav tm="100000">
                                          <p:val>
                                            <p:strVal val="#ppt_y"/>
                                          </p:val>
                                        </p:tav>
                                      </p:tavLst>
                                    </p:anim>
                                  </p:childTnLst>
                                </p:cTn>
                              </p:par>
                              <p:par>
                                <p:cTn id="90" presetID="23" presetClass="entr" presetSubtype="528" fill="hold" nodeType="withEffect">
                                  <p:stCondLst>
                                    <p:cond delay="600"/>
                                  </p:stCondLst>
                                  <p:childTnLst>
                                    <p:set>
                                      <p:cBhvr>
                                        <p:cTn id="91" dur="1" fill="hold">
                                          <p:stCondLst>
                                            <p:cond delay="0"/>
                                          </p:stCondLst>
                                        </p:cTn>
                                        <p:tgtEl>
                                          <p:spTgt spid="42"/>
                                        </p:tgtEl>
                                        <p:attrNameLst>
                                          <p:attrName>style.visibility</p:attrName>
                                        </p:attrNameLst>
                                      </p:cBhvr>
                                      <p:to>
                                        <p:strVal val="visible"/>
                                      </p:to>
                                    </p:set>
                                    <p:anim calcmode="lin" valueType="num">
                                      <p:cBhvr>
                                        <p:cTn id="92" dur="500" fill="hold"/>
                                        <p:tgtEl>
                                          <p:spTgt spid="42"/>
                                        </p:tgtEl>
                                        <p:attrNameLst>
                                          <p:attrName>ppt_w</p:attrName>
                                        </p:attrNameLst>
                                      </p:cBhvr>
                                      <p:tavLst>
                                        <p:tav tm="0">
                                          <p:val>
                                            <p:fltVal val="0"/>
                                          </p:val>
                                        </p:tav>
                                        <p:tav tm="100000">
                                          <p:val>
                                            <p:strVal val="#ppt_w"/>
                                          </p:val>
                                        </p:tav>
                                      </p:tavLst>
                                    </p:anim>
                                    <p:anim calcmode="lin" valueType="num">
                                      <p:cBhvr>
                                        <p:cTn id="93" dur="500" fill="hold"/>
                                        <p:tgtEl>
                                          <p:spTgt spid="42"/>
                                        </p:tgtEl>
                                        <p:attrNameLst>
                                          <p:attrName>ppt_h</p:attrName>
                                        </p:attrNameLst>
                                      </p:cBhvr>
                                      <p:tavLst>
                                        <p:tav tm="0">
                                          <p:val>
                                            <p:fltVal val="0"/>
                                          </p:val>
                                        </p:tav>
                                        <p:tav tm="100000">
                                          <p:val>
                                            <p:strVal val="#ppt_h"/>
                                          </p:val>
                                        </p:tav>
                                      </p:tavLst>
                                    </p:anim>
                                    <p:anim calcmode="lin" valueType="num">
                                      <p:cBhvr>
                                        <p:cTn id="94" dur="500" fill="hold"/>
                                        <p:tgtEl>
                                          <p:spTgt spid="42"/>
                                        </p:tgtEl>
                                        <p:attrNameLst>
                                          <p:attrName>ppt_x</p:attrName>
                                        </p:attrNameLst>
                                      </p:cBhvr>
                                      <p:tavLst>
                                        <p:tav tm="0">
                                          <p:val>
                                            <p:fltVal val="0.5"/>
                                          </p:val>
                                        </p:tav>
                                        <p:tav tm="100000">
                                          <p:val>
                                            <p:strVal val="#ppt_x"/>
                                          </p:val>
                                        </p:tav>
                                      </p:tavLst>
                                    </p:anim>
                                    <p:anim calcmode="lin" valueType="num">
                                      <p:cBhvr>
                                        <p:cTn id="95" dur="500" fill="hold"/>
                                        <p:tgtEl>
                                          <p:spTgt spid="42"/>
                                        </p:tgtEl>
                                        <p:attrNameLst>
                                          <p:attrName>ppt_y</p:attrName>
                                        </p:attrNameLst>
                                      </p:cBhvr>
                                      <p:tavLst>
                                        <p:tav tm="0">
                                          <p:val>
                                            <p:fltVal val="0.5"/>
                                          </p:val>
                                        </p:tav>
                                        <p:tav tm="100000">
                                          <p:val>
                                            <p:strVal val="#ppt_y"/>
                                          </p:val>
                                        </p:tav>
                                      </p:tavLst>
                                    </p:anim>
                                  </p:childTnLst>
                                </p:cTn>
                              </p:par>
                              <p:par>
                                <p:cTn id="96" presetID="23" presetClass="entr" presetSubtype="528" fill="hold" nodeType="withEffect">
                                  <p:stCondLst>
                                    <p:cond delay="600"/>
                                  </p:stCondLst>
                                  <p:childTnLst>
                                    <p:set>
                                      <p:cBhvr>
                                        <p:cTn id="97" dur="1" fill="hold">
                                          <p:stCondLst>
                                            <p:cond delay="0"/>
                                          </p:stCondLst>
                                        </p:cTn>
                                        <p:tgtEl>
                                          <p:spTgt spid="45"/>
                                        </p:tgtEl>
                                        <p:attrNameLst>
                                          <p:attrName>style.visibility</p:attrName>
                                        </p:attrNameLst>
                                      </p:cBhvr>
                                      <p:to>
                                        <p:strVal val="visible"/>
                                      </p:to>
                                    </p:set>
                                    <p:anim calcmode="lin" valueType="num">
                                      <p:cBhvr>
                                        <p:cTn id="98" dur="500" fill="hold"/>
                                        <p:tgtEl>
                                          <p:spTgt spid="45"/>
                                        </p:tgtEl>
                                        <p:attrNameLst>
                                          <p:attrName>ppt_w</p:attrName>
                                        </p:attrNameLst>
                                      </p:cBhvr>
                                      <p:tavLst>
                                        <p:tav tm="0">
                                          <p:val>
                                            <p:fltVal val="0"/>
                                          </p:val>
                                        </p:tav>
                                        <p:tav tm="100000">
                                          <p:val>
                                            <p:strVal val="#ppt_w"/>
                                          </p:val>
                                        </p:tav>
                                      </p:tavLst>
                                    </p:anim>
                                    <p:anim calcmode="lin" valueType="num">
                                      <p:cBhvr>
                                        <p:cTn id="99" dur="500" fill="hold"/>
                                        <p:tgtEl>
                                          <p:spTgt spid="45"/>
                                        </p:tgtEl>
                                        <p:attrNameLst>
                                          <p:attrName>ppt_h</p:attrName>
                                        </p:attrNameLst>
                                      </p:cBhvr>
                                      <p:tavLst>
                                        <p:tav tm="0">
                                          <p:val>
                                            <p:fltVal val="0"/>
                                          </p:val>
                                        </p:tav>
                                        <p:tav tm="100000">
                                          <p:val>
                                            <p:strVal val="#ppt_h"/>
                                          </p:val>
                                        </p:tav>
                                      </p:tavLst>
                                    </p:anim>
                                    <p:anim calcmode="lin" valueType="num">
                                      <p:cBhvr>
                                        <p:cTn id="100" dur="500" fill="hold"/>
                                        <p:tgtEl>
                                          <p:spTgt spid="45"/>
                                        </p:tgtEl>
                                        <p:attrNameLst>
                                          <p:attrName>ppt_x</p:attrName>
                                        </p:attrNameLst>
                                      </p:cBhvr>
                                      <p:tavLst>
                                        <p:tav tm="0">
                                          <p:val>
                                            <p:fltVal val="0.5"/>
                                          </p:val>
                                        </p:tav>
                                        <p:tav tm="100000">
                                          <p:val>
                                            <p:strVal val="#ppt_x"/>
                                          </p:val>
                                        </p:tav>
                                      </p:tavLst>
                                    </p:anim>
                                    <p:anim calcmode="lin" valueType="num">
                                      <p:cBhvr>
                                        <p:cTn id="101" dur="500" fill="hold"/>
                                        <p:tgtEl>
                                          <p:spTgt spid="45"/>
                                        </p:tgtEl>
                                        <p:attrNameLst>
                                          <p:attrName>ppt_y</p:attrName>
                                        </p:attrNameLst>
                                      </p:cBhvr>
                                      <p:tavLst>
                                        <p:tav tm="0">
                                          <p:val>
                                            <p:fltVal val="0.5"/>
                                          </p:val>
                                        </p:tav>
                                        <p:tav tm="100000">
                                          <p:val>
                                            <p:strVal val="#ppt_y"/>
                                          </p:val>
                                        </p:tav>
                                      </p:tavLst>
                                    </p:anim>
                                  </p:childTnLst>
                                </p:cTn>
                              </p:par>
                              <p:par>
                                <p:cTn id="102" presetID="26" presetClass="emph" presetSubtype="0" repeatCount="3000" fill="hold" nodeType="withEffect">
                                  <p:stCondLst>
                                    <p:cond delay="600"/>
                                  </p:stCondLst>
                                  <p:childTnLst>
                                    <p:animEffect transition="out" filter="fade">
                                      <p:cBhvr>
                                        <p:cTn id="103" dur="500" tmFilter="0, 0; .2, .5; .8, .5; 1, 0"/>
                                        <p:tgtEl>
                                          <p:spTgt spid="8"/>
                                        </p:tgtEl>
                                      </p:cBhvr>
                                    </p:animEffect>
                                    <p:animScale>
                                      <p:cBhvr>
                                        <p:cTn id="104" dur="250" autoRev="1" fill="hold"/>
                                        <p:tgtEl>
                                          <p:spTgt spid="8"/>
                                        </p:tgtEl>
                                      </p:cBhvr>
                                      <p:by x="105000" y="105000"/>
                                    </p:animScale>
                                  </p:childTnLst>
                                </p:cTn>
                              </p:par>
                              <p:par>
                                <p:cTn id="105" presetID="26" presetClass="emph" presetSubtype="0" repeatCount="3000" fill="hold" nodeType="withEffect">
                                  <p:stCondLst>
                                    <p:cond delay="710"/>
                                  </p:stCondLst>
                                  <p:childTnLst>
                                    <p:animEffect transition="out" filter="fade">
                                      <p:cBhvr>
                                        <p:cTn id="106" dur="500" tmFilter="0, 0; .2, .5; .8, .5; 1, 0"/>
                                        <p:tgtEl>
                                          <p:spTgt spid="30"/>
                                        </p:tgtEl>
                                      </p:cBhvr>
                                    </p:animEffect>
                                    <p:animScale>
                                      <p:cBhvr>
                                        <p:cTn id="107" dur="250" autoRev="1" fill="hold"/>
                                        <p:tgtEl>
                                          <p:spTgt spid="30"/>
                                        </p:tgtEl>
                                      </p:cBhvr>
                                      <p:by x="105000" y="105000"/>
                                    </p:animScale>
                                  </p:childTnLst>
                                </p:cTn>
                              </p:par>
                              <p:par>
                                <p:cTn id="108" presetID="26" presetClass="emph" presetSubtype="0" repeatCount="3000" fill="hold" nodeType="withEffect">
                                  <p:stCondLst>
                                    <p:cond delay="410"/>
                                  </p:stCondLst>
                                  <p:childTnLst>
                                    <p:animEffect transition="out" filter="fade">
                                      <p:cBhvr>
                                        <p:cTn id="109" dur="500" tmFilter="0, 0; .2, .5; .8, .5; 1, 0"/>
                                        <p:tgtEl>
                                          <p:spTgt spid="36"/>
                                        </p:tgtEl>
                                      </p:cBhvr>
                                    </p:animEffect>
                                    <p:animScale>
                                      <p:cBhvr>
                                        <p:cTn id="110" dur="250" autoRev="1" fill="hold"/>
                                        <p:tgtEl>
                                          <p:spTgt spid="36"/>
                                        </p:tgtEl>
                                      </p:cBhvr>
                                      <p:by x="105000" y="105000"/>
                                    </p:animScale>
                                  </p:childTnLst>
                                </p:cTn>
                              </p:par>
                              <p:par>
                                <p:cTn id="111" presetID="26" presetClass="emph" presetSubtype="0" repeatCount="3000" fill="hold" nodeType="withEffect">
                                  <p:stCondLst>
                                    <p:cond delay="810"/>
                                  </p:stCondLst>
                                  <p:childTnLst>
                                    <p:animEffect transition="out" filter="fade">
                                      <p:cBhvr>
                                        <p:cTn id="112" dur="500" tmFilter="0, 0; .2, .5; .8, .5; 1, 0"/>
                                        <p:tgtEl>
                                          <p:spTgt spid="39"/>
                                        </p:tgtEl>
                                      </p:cBhvr>
                                    </p:animEffect>
                                    <p:animScale>
                                      <p:cBhvr>
                                        <p:cTn id="113" dur="250" autoRev="1" fill="hold"/>
                                        <p:tgtEl>
                                          <p:spTgt spid="39"/>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5"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4" name="直接连接符 23"/>
          <p:cNvCxnSpPr/>
          <p:nvPr/>
        </p:nvCxnSpPr>
        <p:spPr>
          <a:xfrm>
            <a:off x="515257" y="624114"/>
            <a:ext cx="8113486" cy="0"/>
          </a:xfrm>
          <a:prstGeom prst="line">
            <a:avLst/>
          </a:prstGeom>
          <a:ln w="12700">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25" name="椭圆 24"/>
          <p:cNvSpPr/>
          <p:nvPr/>
        </p:nvSpPr>
        <p:spPr>
          <a:xfrm>
            <a:off x="646880" y="242192"/>
            <a:ext cx="274777" cy="274777"/>
          </a:xfrm>
          <a:prstGeom prst="ellipse">
            <a:avLst/>
          </a:prstGeom>
          <a:solidFill>
            <a:srgbClr val="679E2A"/>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pitchFamily="34" charset="-122"/>
            </a:endParaRPr>
          </a:p>
        </p:txBody>
      </p:sp>
      <p:sp>
        <p:nvSpPr>
          <p:cNvPr id="26" name="TextBox 25"/>
          <p:cNvSpPr txBox="1"/>
          <p:nvPr/>
        </p:nvSpPr>
        <p:spPr>
          <a:xfrm>
            <a:off x="908957" y="206330"/>
            <a:ext cx="1351280" cy="398780"/>
          </a:xfrm>
          <a:prstGeom prst="rect">
            <a:avLst/>
          </a:prstGeom>
          <a:noFill/>
          <a:ln>
            <a:noFill/>
          </a:ln>
        </p:spPr>
        <p:txBody>
          <a:bodyPr wrap="none" rtlCol="0">
            <a:spAutoFit/>
          </a:bodyPr>
          <a:lstStyle/>
          <a:p>
            <a:r>
              <a:rPr lang="zh-CN" altLang="en-US" sz="2000" spc="300" dirty="0">
                <a:solidFill>
                  <a:schemeClr val="tx1">
                    <a:lumMod val="65000"/>
                    <a:lumOff val="35000"/>
                  </a:schemeClr>
                </a:solidFill>
                <a:latin typeface="微软雅黑" panose="020B0503020204020204" pitchFamily="34" charset="-122"/>
                <a:ea typeface="微软雅黑" panose="020B0503020204020204" pitchFamily="34" charset="-122"/>
              </a:rPr>
              <a:t>研究内容</a:t>
            </a:r>
            <a:endParaRPr lang="zh-CN" altLang="en-US" sz="2000" spc="3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27" name="TextBox 26"/>
          <p:cNvSpPr txBox="1"/>
          <p:nvPr/>
        </p:nvSpPr>
        <p:spPr>
          <a:xfrm>
            <a:off x="2390916" y="237108"/>
            <a:ext cx="1890967" cy="338554"/>
          </a:xfrm>
          <a:prstGeom prst="rect">
            <a:avLst/>
          </a:prstGeom>
          <a:noFill/>
        </p:spPr>
        <p:txBody>
          <a:bodyPr wrap="none" rtlCol="0">
            <a:spAutoFit/>
          </a:bodyPr>
          <a:lstStyle/>
          <a:p>
            <a:r>
              <a:rPr lang="en-US" altLang="zh-CN" sz="1600" dirty="0">
                <a:solidFill>
                  <a:schemeClr val="tx1">
                    <a:lumMod val="50000"/>
                    <a:lumOff val="50000"/>
                  </a:schemeClr>
                </a:solidFill>
                <a:latin typeface="微软雅黑" panose="020B0503020204020204" pitchFamily="34" charset="-122"/>
                <a:ea typeface="微软雅黑" panose="020B0503020204020204" pitchFamily="34" charset="-122"/>
              </a:rPr>
              <a:t>RESEARCH IDEAS</a:t>
            </a:r>
            <a:endParaRPr lang="zh-CN" altLang="en-US" sz="1600" dirty="0">
              <a:solidFill>
                <a:schemeClr val="tx1">
                  <a:lumMod val="50000"/>
                  <a:lumOff val="50000"/>
                </a:schemeClr>
              </a:solidFill>
              <a:latin typeface="微软雅黑" panose="020B0503020204020204" pitchFamily="34" charset="-122"/>
              <a:ea typeface="微软雅黑" panose="020B0503020204020204" pitchFamily="34" charset="-122"/>
            </a:endParaRPr>
          </a:p>
        </p:txBody>
      </p:sp>
      <p:cxnSp>
        <p:nvCxnSpPr>
          <p:cNvPr id="28" name="直接连接符 27"/>
          <p:cNvCxnSpPr/>
          <p:nvPr/>
        </p:nvCxnSpPr>
        <p:spPr>
          <a:xfrm>
            <a:off x="2332174" y="302089"/>
            <a:ext cx="0" cy="208592"/>
          </a:xfrm>
          <a:prstGeom prst="line">
            <a:avLst/>
          </a:prstGeom>
          <a:ln w="190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grpSp>
        <p:nvGrpSpPr>
          <p:cNvPr id="33" name="组合 32"/>
          <p:cNvGrpSpPr/>
          <p:nvPr>
            <p:custDataLst>
              <p:tags r:id="rId1"/>
            </p:custDataLst>
          </p:nvPr>
        </p:nvGrpSpPr>
        <p:grpSpPr>
          <a:xfrm>
            <a:off x="1228316" y="1947391"/>
            <a:ext cx="6961374" cy="1799366"/>
            <a:chOff x="1260022" y="2163164"/>
            <a:chExt cx="6960165" cy="1748634"/>
          </a:xfrm>
          <a:noFill/>
          <a:effectLst>
            <a:outerShdw blurRad="76200" dist="38100" dir="5400000" algn="t" rotWithShape="0">
              <a:prstClr val="black">
                <a:alpha val="28000"/>
              </a:prstClr>
            </a:outerShdw>
          </a:effectLst>
        </p:grpSpPr>
        <p:sp>
          <p:nvSpPr>
            <p:cNvPr id="34" name="Arc 54"/>
            <p:cNvSpPr/>
            <p:nvPr>
              <p:custDataLst>
                <p:tags r:id="rId2"/>
              </p:custDataLst>
            </p:nvPr>
          </p:nvSpPr>
          <p:spPr bwMode="auto">
            <a:xfrm>
              <a:off x="4740104" y="2171757"/>
              <a:ext cx="1740042" cy="1740041"/>
            </a:xfrm>
            <a:prstGeom prst="arc">
              <a:avLst>
                <a:gd name="adj1" fmla="val 21449734"/>
                <a:gd name="adj2" fmla="val 10900343"/>
              </a:avLst>
            </a:prstGeom>
            <a:grpFill/>
            <a:ln w="127000" cap="rnd">
              <a:solidFill>
                <a:schemeClr val="bg1">
                  <a:lumMod val="95000"/>
                </a:schemeClr>
              </a:solidFill>
            </a:ln>
            <a:effectLst/>
          </p:spPr>
          <p:style>
            <a:lnRef idx="1">
              <a:schemeClr val="accent1"/>
            </a:lnRef>
            <a:fillRef idx="0">
              <a:schemeClr val="accent1"/>
            </a:fillRef>
            <a:effectRef idx="0">
              <a:schemeClr val="accent1"/>
            </a:effectRef>
            <a:fontRef idx="minor">
              <a:schemeClr val="tx1"/>
            </a:fontRef>
          </p:style>
          <p:txBody>
            <a:bodyPr anchor="ctr"/>
            <a:lstStyle/>
            <a:p>
              <a:pPr algn="ctr" hangingPunct="0">
                <a:defRPr/>
              </a:pPr>
              <a:endParaRPr lang="en-US">
                <a:solidFill>
                  <a:srgbClr val="00B485"/>
                </a:solidFill>
                <a:latin typeface="Roboto" pitchFamily="2" charset="0"/>
                <a:ea typeface="Roboto" pitchFamily="2" charset="0"/>
              </a:endParaRPr>
            </a:p>
          </p:txBody>
        </p:sp>
        <p:sp>
          <p:nvSpPr>
            <p:cNvPr id="35" name="Arc 42"/>
            <p:cNvSpPr/>
            <p:nvPr>
              <p:custDataLst>
                <p:tags r:id="rId3"/>
              </p:custDataLst>
            </p:nvPr>
          </p:nvSpPr>
          <p:spPr bwMode="auto">
            <a:xfrm>
              <a:off x="1260022" y="2171757"/>
              <a:ext cx="1740042" cy="1740041"/>
            </a:xfrm>
            <a:prstGeom prst="arc">
              <a:avLst>
                <a:gd name="adj1" fmla="val 21449734"/>
                <a:gd name="adj2" fmla="val 10900343"/>
              </a:avLst>
            </a:prstGeom>
            <a:grpFill/>
            <a:ln w="127000" cap="rnd">
              <a:solidFill>
                <a:schemeClr val="bg1">
                  <a:lumMod val="95000"/>
                </a:schemeClr>
              </a:solidFill>
            </a:ln>
            <a:effectLst/>
          </p:spPr>
          <p:style>
            <a:lnRef idx="1">
              <a:schemeClr val="accent1"/>
            </a:lnRef>
            <a:fillRef idx="0">
              <a:schemeClr val="accent1"/>
            </a:fillRef>
            <a:effectRef idx="0">
              <a:schemeClr val="accent1"/>
            </a:effectRef>
            <a:fontRef idx="minor">
              <a:schemeClr val="tx1"/>
            </a:fontRef>
          </p:style>
          <p:txBody>
            <a:bodyPr anchor="ctr"/>
            <a:lstStyle/>
            <a:p>
              <a:pPr algn="ctr" hangingPunct="0">
                <a:defRPr/>
              </a:pPr>
              <a:endParaRPr lang="en-US">
                <a:solidFill>
                  <a:srgbClr val="00B485"/>
                </a:solidFill>
                <a:latin typeface="Roboto" pitchFamily="2" charset="0"/>
                <a:ea typeface="Roboto" pitchFamily="2" charset="0"/>
              </a:endParaRPr>
            </a:p>
          </p:txBody>
        </p:sp>
        <p:sp>
          <p:nvSpPr>
            <p:cNvPr id="36" name="Arc 40"/>
            <p:cNvSpPr/>
            <p:nvPr>
              <p:custDataLst>
                <p:tags r:id="rId4"/>
              </p:custDataLst>
            </p:nvPr>
          </p:nvSpPr>
          <p:spPr bwMode="auto">
            <a:xfrm rot="10800000">
              <a:off x="3000064" y="2163164"/>
              <a:ext cx="1740041" cy="1740041"/>
            </a:xfrm>
            <a:prstGeom prst="arc">
              <a:avLst>
                <a:gd name="adj1" fmla="val 21449734"/>
                <a:gd name="adj2" fmla="val 10900343"/>
              </a:avLst>
            </a:prstGeom>
            <a:grpFill/>
            <a:ln w="127000" cap="rnd">
              <a:solidFill>
                <a:schemeClr val="bg1">
                  <a:lumMod val="95000"/>
                </a:schemeClr>
              </a:solidFill>
            </a:ln>
            <a:effectLst/>
          </p:spPr>
          <p:style>
            <a:lnRef idx="1">
              <a:schemeClr val="accent1"/>
            </a:lnRef>
            <a:fillRef idx="0">
              <a:schemeClr val="accent1"/>
            </a:fillRef>
            <a:effectRef idx="0">
              <a:schemeClr val="accent1"/>
            </a:effectRef>
            <a:fontRef idx="minor">
              <a:schemeClr val="tx1"/>
            </a:fontRef>
          </p:style>
          <p:txBody>
            <a:bodyPr anchor="ctr"/>
            <a:lstStyle/>
            <a:p>
              <a:pPr algn="ctr" hangingPunct="0">
                <a:defRPr/>
              </a:pPr>
              <a:endParaRPr lang="en-US">
                <a:solidFill>
                  <a:srgbClr val="00B485"/>
                </a:solidFill>
                <a:latin typeface="Roboto" pitchFamily="2" charset="0"/>
                <a:ea typeface="Roboto" pitchFamily="2" charset="0"/>
              </a:endParaRPr>
            </a:p>
          </p:txBody>
        </p:sp>
        <p:sp>
          <p:nvSpPr>
            <p:cNvPr id="37" name="Arc 52"/>
            <p:cNvSpPr/>
            <p:nvPr>
              <p:custDataLst>
                <p:tags r:id="rId5"/>
              </p:custDataLst>
            </p:nvPr>
          </p:nvSpPr>
          <p:spPr bwMode="auto">
            <a:xfrm rot="10800000">
              <a:off x="6480146" y="2163164"/>
              <a:ext cx="1740041" cy="1740041"/>
            </a:xfrm>
            <a:prstGeom prst="arc">
              <a:avLst>
                <a:gd name="adj1" fmla="val 21449734"/>
                <a:gd name="adj2" fmla="val 10900343"/>
              </a:avLst>
            </a:prstGeom>
            <a:grpFill/>
            <a:ln w="127000" cap="rnd">
              <a:solidFill>
                <a:schemeClr val="bg1">
                  <a:lumMod val="95000"/>
                </a:schemeClr>
              </a:solidFill>
            </a:ln>
            <a:effectLst/>
          </p:spPr>
          <p:style>
            <a:lnRef idx="1">
              <a:schemeClr val="accent1"/>
            </a:lnRef>
            <a:fillRef idx="0">
              <a:schemeClr val="accent1"/>
            </a:fillRef>
            <a:effectRef idx="0">
              <a:schemeClr val="accent1"/>
            </a:effectRef>
            <a:fontRef idx="minor">
              <a:schemeClr val="tx1"/>
            </a:fontRef>
          </p:style>
          <p:txBody>
            <a:bodyPr anchor="ctr"/>
            <a:lstStyle/>
            <a:p>
              <a:pPr algn="ctr" hangingPunct="0">
                <a:defRPr/>
              </a:pPr>
              <a:endParaRPr lang="en-US">
                <a:solidFill>
                  <a:srgbClr val="00B485"/>
                </a:solidFill>
                <a:latin typeface="Roboto" pitchFamily="2" charset="0"/>
                <a:ea typeface="Roboto" pitchFamily="2" charset="0"/>
              </a:endParaRPr>
            </a:p>
          </p:txBody>
        </p:sp>
      </p:grpSp>
      <p:grpSp>
        <p:nvGrpSpPr>
          <p:cNvPr id="38" name="组合 37"/>
          <p:cNvGrpSpPr/>
          <p:nvPr>
            <p:custDataLst>
              <p:tags r:id="rId6"/>
            </p:custDataLst>
          </p:nvPr>
        </p:nvGrpSpPr>
        <p:grpSpPr>
          <a:xfrm>
            <a:off x="1104192" y="1069107"/>
            <a:ext cx="2351405" cy="999803"/>
            <a:chOff x="5428907" y="1213834"/>
            <a:chExt cx="2350998" cy="971615"/>
          </a:xfrm>
        </p:grpSpPr>
        <p:sp>
          <p:nvSpPr>
            <p:cNvPr id="39" name="TextBox 38"/>
            <p:cNvSpPr txBox="1"/>
            <p:nvPr>
              <p:custDataLst>
                <p:tags r:id="rId7"/>
              </p:custDataLst>
            </p:nvPr>
          </p:nvSpPr>
          <p:spPr>
            <a:xfrm>
              <a:off x="5428907" y="1514664"/>
              <a:ext cx="2324804" cy="670785"/>
            </a:xfrm>
            <a:prstGeom prst="rect">
              <a:avLst/>
            </a:prstGeom>
            <a:noFill/>
          </p:spPr>
          <p:txBody>
            <a:bodyPr wrap="square" lIns="91431" tIns="45715" rIns="91431" bIns="45715" rtlCol="0">
              <a:spAutoFit/>
            </a:bodyPr>
            <a:lstStyle/>
            <a:p>
              <a:pPr>
                <a:lnSpc>
                  <a:spcPct val="130000"/>
                </a:lnSpc>
              </a:pPr>
              <a:r>
                <a:rPr lang="zh-CN" altLang="en-US" sz="1000" dirty="0">
                  <a:solidFill>
                    <a:schemeClr val="tx1">
                      <a:lumMod val="75000"/>
                      <a:lumOff val="25000"/>
                    </a:schemeClr>
                  </a:solidFill>
                  <a:latin typeface="微软雅黑" panose="020B0503020204020204" pitchFamily="34" charset="-122"/>
                  <a:ea typeface="微软雅黑" panose="020B0503020204020204" pitchFamily="34" charset="-122"/>
                </a:rPr>
                <a:t>基于授权码模式和开放重定向漏洞，研究将授权码发送到风险端点且保持未被使用状态的方式</a:t>
              </a:r>
              <a:endParaRPr lang="zh-CN" altLang="en-US" sz="10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40" name="TextBox 39"/>
            <p:cNvSpPr txBox="1"/>
            <p:nvPr>
              <p:custDataLst>
                <p:tags r:id="rId8"/>
              </p:custDataLst>
            </p:nvPr>
          </p:nvSpPr>
          <p:spPr>
            <a:xfrm>
              <a:off x="5665721" y="1213834"/>
              <a:ext cx="2114184" cy="358534"/>
            </a:xfrm>
            <a:prstGeom prst="rect">
              <a:avLst/>
            </a:prstGeom>
            <a:noFill/>
          </p:spPr>
          <p:txBody>
            <a:bodyPr wrap="square" lIns="91431" tIns="0" rIns="91431" bIns="0" rtlCol="0" anchor="t">
              <a:spAutoFit/>
            </a:bodyPr>
            <a:lstStyle/>
            <a:p>
              <a:pPr>
                <a:lnSpc>
                  <a:spcPct val="150000"/>
                </a:lnSpc>
              </a:pPr>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cs typeface="华文黑体" pitchFamily="2" charset="-122"/>
                </a:rPr>
                <a:t>重定向</a:t>
              </a:r>
              <a:r>
                <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华文黑体" pitchFamily="2" charset="-122"/>
                </a:rPr>
                <a:t>URI</a:t>
              </a:r>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cs typeface="华文黑体" pitchFamily="2" charset="-122"/>
                </a:rPr>
                <a:t>攻击风险</a:t>
              </a:r>
              <a:endPar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cs typeface="华文黑体" pitchFamily="2" charset="-122"/>
              </a:endParaRPr>
            </a:p>
          </p:txBody>
        </p:sp>
      </p:grpSp>
      <p:grpSp>
        <p:nvGrpSpPr>
          <p:cNvPr id="55" name="组合 54"/>
          <p:cNvGrpSpPr/>
          <p:nvPr>
            <p:custDataLst>
              <p:tags r:id="rId9"/>
            </p:custDataLst>
          </p:nvPr>
        </p:nvGrpSpPr>
        <p:grpSpPr>
          <a:xfrm>
            <a:off x="1526197" y="2248188"/>
            <a:ext cx="1206806" cy="1206613"/>
            <a:chOff x="2201071" y="3406041"/>
            <a:chExt cx="1805286" cy="1805938"/>
          </a:xfrm>
        </p:grpSpPr>
        <p:grpSp>
          <p:nvGrpSpPr>
            <p:cNvPr id="56" name="组合 55"/>
            <p:cNvGrpSpPr/>
            <p:nvPr/>
          </p:nvGrpSpPr>
          <p:grpSpPr>
            <a:xfrm>
              <a:off x="2201071" y="3406041"/>
              <a:ext cx="1805286" cy="1805938"/>
              <a:chOff x="4345444" y="2542859"/>
              <a:chExt cx="1810550" cy="1811205"/>
            </a:xfrm>
          </p:grpSpPr>
          <p:grpSp>
            <p:nvGrpSpPr>
              <p:cNvPr id="58" name="组合 57"/>
              <p:cNvGrpSpPr/>
              <p:nvPr/>
            </p:nvGrpSpPr>
            <p:grpSpPr>
              <a:xfrm>
                <a:off x="4345444" y="2542859"/>
                <a:ext cx="1810550" cy="1811205"/>
                <a:chOff x="1463339" y="1072758"/>
                <a:chExt cx="1546058" cy="1546058"/>
              </a:xfrm>
              <a:effectLst>
                <a:outerShdw blurRad="330200" dist="215900" dir="6900000" sx="91000" sy="91000" algn="t" rotWithShape="0">
                  <a:prstClr val="black">
                    <a:alpha val="49000"/>
                  </a:prstClr>
                </a:outerShdw>
              </a:effectLst>
            </p:grpSpPr>
            <p:sp>
              <p:nvSpPr>
                <p:cNvPr id="60" name="同心圆 59"/>
                <p:cNvSpPr/>
                <p:nvPr>
                  <p:custDataLst>
                    <p:tags r:id="rId10"/>
                  </p:custDataLst>
                </p:nvPr>
              </p:nvSpPr>
              <p:spPr>
                <a:xfrm>
                  <a:off x="1463339" y="1072758"/>
                  <a:ext cx="1546058" cy="1546058"/>
                </a:xfrm>
                <a:prstGeom prst="donut">
                  <a:avLst>
                    <a:gd name="adj" fmla="val 4879"/>
                  </a:avLst>
                </a:prstGeom>
                <a:gradFill>
                  <a:gsLst>
                    <a:gs pos="0">
                      <a:schemeClr val="bg1">
                        <a:lumMod val="95000"/>
                      </a:schemeClr>
                    </a:gs>
                    <a:gs pos="55000">
                      <a:schemeClr val="bg1">
                        <a:lumMod val="95000"/>
                      </a:schemeClr>
                    </a:gs>
                    <a:gs pos="100000">
                      <a:schemeClr val="bg1">
                        <a:lumMod val="8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61" name="椭圆 60"/>
                <p:cNvSpPr/>
                <p:nvPr>
                  <p:custDataLst>
                    <p:tags r:id="rId11"/>
                  </p:custDataLst>
                </p:nvPr>
              </p:nvSpPr>
              <p:spPr>
                <a:xfrm>
                  <a:off x="1484232" y="1093651"/>
                  <a:ext cx="1504274" cy="1504273"/>
                </a:xfrm>
                <a:prstGeom prst="ellipse">
                  <a:avLst/>
                </a:prstGeom>
                <a:gradFill>
                  <a:gsLst>
                    <a:gs pos="0">
                      <a:schemeClr val="bg1"/>
                    </a:gs>
                    <a:gs pos="51000">
                      <a:schemeClr val="bg1">
                        <a:lumMod val="95000"/>
                      </a:schemeClr>
                    </a:gs>
                    <a:gs pos="100000">
                      <a:schemeClr val="bg1">
                        <a:lumMod val="8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59" name="椭圆 58"/>
              <p:cNvSpPr/>
              <p:nvPr>
                <p:custDataLst>
                  <p:tags r:id="rId12"/>
                </p:custDataLst>
              </p:nvPr>
            </p:nvSpPr>
            <p:spPr>
              <a:xfrm>
                <a:off x="4565570" y="2763062"/>
                <a:ext cx="1370298" cy="1370793"/>
              </a:xfrm>
              <a:prstGeom prst="ellipse">
                <a:avLst/>
              </a:prstGeom>
              <a:solidFill>
                <a:srgbClr val="679E2A"/>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57" name="TextBox 56"/>
            <p:cNvSpPr txBox="1"/>
            <p:nvPr>
              <p:custDataLst>
                <p:tags r:id="rId13"/>
              </p:custDataLst>
            </p:nvPr>
          </p:nvSpPr>
          <p:spPr>
            <a:xfrm>
              <a:off x="2783366" y="3999093"/>
              <a:ext cx="850169" cy="551235"/>
            </a:xfrm>
            <a:prstGeom prst="rect">
              <a:avLst/>
            </a:prstGeom>
            <a:noFill/>
          </p:spPr>
          <p:txBody>
            <a:bodyPr wrap="square" rtlCol="0">
              <a:spAutoFit/>
            </a:bodyPr>
            <a:lstStyle/>
            <a:p>
              <a:r>
                <a:rPr lang="en-US" dirty="0">
                  <a:solidFill>
                    <a:schemeClr val="bg1"/>
                  </a:solidFill>
                  <a:latin typeface="微软雅黑" panose="020B0503020204020204" pitchFamily="34" charset="-122"/>
                  <a:ea typeface="微软雅黑" panose="020B0503020204020204" pitchFamily="34" charset="-122"/>
                </a:rPr>
                <a:t>01</a:t>
              </a:r>
              <a:endParaRPr lang="en-US" dirty="0">
                <a:solidFill>
                  <a:schemeClr val="bg1"/>
                </a:solidFill>
                <a:latin typeface="微软雅黑" panose="020B0503020204020204" pitchFamily="34" charset="-122"/>
                <a:ea typeface="微软雅黑" panose="020B0503020204020204" pitchFamily="34" charset="-122"/>
              </a:endParaRPr>
            </a:p>
          </p:txBody>
        </p:sp>
      </p:grpSp>
      <p:grpSp>
        <p:nvGrpSpPr>
          <p:cNvPr id="62" name="组合 61"/>
          <p:cNvGrpSpPr/>
          <p:nvPr>
            <p:custDataLst>
              <p:tags r:id="rId14"/>
            </p:custDataLst>
          </p:nvPr>
        </p:nvGrpSpPr>
        <p:grpSpPr>
          <a:xfrm>
            <a:off x="4989742" y="2248188"/>
            <a:ext cx="1206806" cy="1206613"/>
            <a:chOff x="7382260" y="3406041"/>
            <a:chExt cx="1805286" cy="1805938"/>
          </a:xfrm>
        </p:grpSpPr>
        <p:grpSp>
          <p:nvGrpSpPr>
            <p:cNvPr id="63" name="组合 62"/>
            <p:cNvGrpSpPr/>
            <p:nvPr/>
          </p:nvGrpSpPr>
          <p:grpSpPr>
            <a:xfrm>
              <a:off x="7382260" y="3406041"/>
              <a:ext cx="1805286" cy="1805938"/>
              <a:chOff x="4345444" y="2542859"/>
              <a:chExt cx="1810550" cy="1811205"/>
            </a:xfrm>
          </p:grpSpPr>
          <p:grpSp>
            <p:nvGrpSpPr>
              <p:cNvPr id="86" name="组合 85"/>
              <p:cNvGrpSpPr/>
              <p:nvPr/>
            </p:nvGrpSpPr>
            <p:grpSpPr>
              <a:xfrm>
                <a:off x="4345444" y="2542859"/>
                <a:ext cx="1810550" cy="1811205"/>
                <a:chOff x="1463339" y="1072758"/>
                <a:chExt cx="1546058" cy="1546058"/>
              </a:xfrm>
              <a:effectLst>
                <a:outerShdw blurRad="330200" dist="215900" dir="6900000" sx="91000" sy="91000" algn="t" rotWithShape="0">
                  <a:prstClr val="black">
                    <a:alpha val="49000"/>
                  </a:prstClr>
                </a:outerShdw>
              </a:effectLst>
            </p:grpSpPr>
            <p:sp>
              <p:nvSpPr>
                <p:cNvPr id="88" name="同心圆 87"/>
                <p:cNvSpPr/>
                <p:nvPr>
                  <p:custDataLst>
                    <p:tags r:id="rId15"/>
                  </p:custDataLst>
                </p:nvPr>
              </p:nvSpPr>
              <p:spPr>
                <a:xfrm>
                  <a:off x="1463339" y="1072758"/>
                  <a:ext cx="1546058" cy="1546058"/>
                </a:xfrm>
                <a:prstGeom prst="donut">
                  <a:avLst>
                    <a:gd name="adj" fmla="val 4879"/>
                  </a:avLst>
                </a:prstGeom>
                <a:gradFill>
                  <a:gsLst>
                    <a:gs pos="0">
                      <a:schemeClr val="bg1">
                        <a:lumMod val="95000"/>
                      </a:schemeClr>
                    </a:gs>
                    <a:gs pos="55000">
                      <a:schemeClr val="bg1">
                        <a:lumMod val="95000"/>
                      </a:schemeClr>
                    </a:gs>
                    <a:gs pos="100000">
                      <a:schemeClr val="bg1">
                        <a:lumMod val="8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89" name="椭圆 88"/>
                <p:cNvSpPr/>
                <p:nvPr>
                  <p:custDataLst>
                    <p:tags r:id="rId16"/>
                  </p:custDataLst>
                </p:nvPr>
              </p:nvSpPr>
              <p:spPr>
                <a:xfrm>
                  <a:off x="1484232" y="1093651"/>
                  <a:ext cx="1504274" cy="1504273"/>
                </a:xfrm>
                <a:prstGeom prst="ellipse">
                  <a:avLst/>
                </a:prstGeom>
                <a:gradFill>
                  <a:gsLst>
                    <a:gs pos="0">
                      <a:schemeClr val="bg1"/>
                    </a:gs>
                    <a:gs pos="51000">
                      <a:schemeClr val="bg1">
                        <a:lumMod val="95000"/>
                      </a:schemeClr>
                    </a:gs>
                    <a:gs pos="100000">
                      <a:schemeClr val="bg1">
                        <a:lumMod val="8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87" name="椭圆 86"/>
              <p:cNvSpPr/>
              <p:nvPr>
                <p:custDataLst>
                  <p:tags r:id="rId17"/>
                </p:custDataLst>
              </p:nvPr>
            </p:nvSpPr>
            <p:spPr>
              <a:xfrm>
                <a:off x="4565570" y="2763062"/>
                <a:ext cx="1370298" cy="1370793"/>
              </a:xfrm>
              <a:prstGeom prst="ellipse">
                <a:avLst/>
              </a:prstGeom>
              <a:solidFill>
                <a:srgbClr val="679E2A"/>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65" name="TextBox 64"/>
            <p:cNvSpPr txBox="1"/>
            <p:nvPr>
              <p:custDataLst>
                <p:tags r:id="rId18"/>
              </p:custDataLst>
            </p:nvPr>
          </p:nvSpPr>
          <p:spPr>
            <a:xfrm>
              <a:off x="7956006" y="3999093"/>
              <a:ext cx="791275" cy="551235"/>
            </a:xfrm>
            <a:prstGeom prst="rect">
              <a:avLst/>
            </a:prstGeom>
            <a:noFill/>
          </p:spPr>
          <p:txBody>
            <a:bodyPr wrap="square" rtlCol="0">
              <a:spAutoFit/>
            </a:bodyPr>
            <a:lstStyle/>
            <a:p>
              <a:r>
                <a:rPr lang="en-US" dirty="0">
                  <a:solidFill>
                    <a:schemeClr val="bg1"/>
                  </a:solidFill>
                  <a:latin typeface="微软雅黑" panose="020B0503020204020204" pitchFamily="34" charset="-122"/>
                  <a:ea typeface="微软雅黑" panose="020B0503020204020204" pitchFamily="34" charset="-122"/>
                </a:rPr>
                <a:t>03</a:t>
              </a:r>
              <a:endParaRPr lang="en-US" dirty="0">
                <a:solidFill>
                  <a:schemeClr val="bg1"/>
                </a:solidFill>
                <a:latin typeface="微软雅黑" panose="020B0503020204020204" pitchFamily="34" charset="-122"/>
                <a:ea typeface="微软雅黑" panose="020B0503020204020204" pitchFamily="34" charset="-122"/>
              </a:endParaRPr>
            </a:p>
          </p:txBody>
        </p:sp>
      </p:grpSp>
      <p:grpSp>
        <p:nvGrpSpPr>
          <p:cNvPr id="90" name="组合 89"/>
          <p:cNvGrpSpPr/>
          <p:nvPr>
            <p:custDataLst>
              <p:tags r:id="rId19"/>
            </p:custDataLst>
          </p:nvPr>
        </p:nvGrpSpPr>
        <p:grpSpPr>
          <a:xfrm>
            <a:off x="3270954" y="2248188"/>
            <a:ext cx="1206806" cy="1206613"/>
            <a:chOff x="4811090" y="3406041"/>
            <a:chExt cx="1805286" cy="1805938"/>
          </a:xfrm>
        </p:grpSpPr>
        <p:grpSp>
          <p:nvGrpSpPr>
            <p:cNvPr id="91" name="组合 90"/>
            <p:cNvGrpSpPr/>
            <p:nvPr/>
          </p:nvGrpSpPr>
          <p:grpSpPr>
            <a:xfrm>
              <a:off x="4811090" y="3406041"/>
              <a:ext cx="1805286" cy="1805938"/>
              <a:chOff x="4345444" y="2542859"/>
              <a:chExt cx="1810550" cy="1811205"/>
            </a:xfrm>
          </p:grpSpPr>
          <p:grpSp>
            <p:nvGrpSpPr>
              <p:cNvPr id="93" name="组合 92"/>
              <p:cNvGrpSpPr/>
              <p:nvPr/>
            </p:nvGrpSpPr>
            <p:grpSpPr>
              <a:xfrm>
                <a:off x="4345444" y="2542859"/>
                <a:ext cx="1810550" cy="1811205"/>
                <a:chOff x="1463339" y="1072758"/>
                <a:chExt cx="1546058" cy="1546058"/>
              </a:xfrm>
              <a:effectLst>
                <a:outerShdw blurRad="330200" dist="215900" dir="6900000" sx="91000" sy="91000" algn="t" rotWithShape="0">
                  <a:prstClr val="black">
                    <a:alpha val="49000"/>
                  </a:prstClr>
                </a:outerShdw>
              </a:effectLst>
            </p:grpSpPr>
            <p:sp>
              <p:nvSpPr>
                <p:cNvPr id="95" name="同心圆 94"/>
                <p:cNvSpPr/>
                <p:nvPr>
                  <p:custDataLst>
                    <p:tags r:id="rId20"/>
                  </p:custDataLst>
                </p:nvPr>
              </p:nvSpPr>
              <p:spPr>
                <a:xfrm>
                  <a:off x="1463339" y="1072758"/>
                  <a:ext cx="1546058" cy="1546058"/>
                </a:xfrm>
                <a:prstGeom prst="donut">
                  <a:avLst>
                    <a:gd name="adj" fmla="val 4879"/>
                  </a:avLst>
                </a:prstGeom>
                <a:gradFill>
                  <a:gsLst>
                    <a:gs pos="0">
                      <a:schemeClr val="bg1">
                        <a:lumMod val="95000"/>
                      </a:schemeClr>
                    </a:gs>
                    <a:gs pos="55000">
                      <a:schemeClr val="bg1">
                        <a:lumMod val="95000"/>
                      </a:schemeClr>
                    </a:gs>
                    <a:gs pos="100000">
                      <a:schemeClr val="bg1">
                        <a:lumMod val="8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96" name="椭圆 95"/>
                <p:cNvSpPr/>
                <p:nvPr>
                  <p:custDataLst>
                    <p:tags r:id="rId21"/>
                  </p:custDataLst>
                </p:nvPr>
              </p:nvSpPr>
              <p:spPr>
                <a:xfrm>
                  <a:off x="1484232" y="1093651"/>
                  <a:ext cx="1504274" cy="1504273"/>
                </a:xfrm>
                <a:prstGeom prst="ellipse">
                  <a:avLst/>
                </a:prstGeom>
                <a:gradFill>
                  <a:gsLst>
                    <a:gs pos="0">
                      <a:schemeClr val="bg1"/>
                    </a:gs>
                    <a:gs pos="51000">
                      <a:schemeClr val="bg1">
                        <a:lumMod val="95000"/>
                      </a:schemeClr>
                    </a:gs>
                    <a:gs pos="100000">
                      <a:schemeClr val="bg1">
                        <a:lumMod val="8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94" name="椭圆 93"/>
              <p:cNvSpPr/>
              <p:nvPr>
                <p:custDataLst>
                  <p:tags r:id="rId22"/>
                </p:custDataLst>
              </p:nvPr>
            </p:nvSpPr>
            <p:spPr>
              <a:xfrm>
                <a:off x="4565570" y="2763062"/>
                <a:ext cx="1370298" cy="1370793"/>
              </a:xfrm>
              <a:prstGeom prst="ellipse">
                <a:avLst/>
              </a:prstGeom>
              <a:solidFill>
                <a:srgbClr val="679E2A"/>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92" name="TextBox 91"/>
            <p:cNvSpPr txBox="1"/>
            <p:nvPr>
              <p:custDataLst>
                <p:tags r:id="rId23"/>
              </p:custDataLst>
            </p:nvPr>
          </p:nvSpPr>
          <p:spPr>
            <a:xfrm>
              <a:off x="5359187" y="3999094"/>
              <a:ext cx="734280" cy="551235"/>
            </a:xfrm>
            <a:prstGeom prst="rect">
              <a:avLst/>
            </a:prstGeom>
            <a:noFill/>
          </p:spPr>
          <p:txBody>
            <a:bodyPr wrap="square" rtlCol="0">
              <a:spAutoFit/>
            </a:bodyPr>
            <a:lstStyle/>
            <a:p>
              <a:r>
                <a:rPr lang="en-US" dirty="0">
                  <a:solidFill>
                    <a:schemeClr val="bg1"/>
                  </a:solidFill>
                  <a:latin typeface="微软雅黑" panose="020B0503020204020204" pitchFamily="34" charset="-122"/>
                  <a:ea typeface="微软雅黑" panose="020B0503020204020204" pitchFamily="34" charset="-122"/>
                </a:rPr>
                <a:t>02</a:t>
              </a:r>
              <a:endParaRPr lang="en-US" dirty="0">
                <a:solidFill>
                  <a:schemeClr val="bg1"/>
                </a:solidFill>
                <a:latin typeface="微软雅黑" panose="020B0503020204020204" pitchFamily="34" charset="-122"/>
                <a:ea typeface="微软雅黑" panose="020B0503020204020204" pitchFamily="34" charset="-122"/>
              </a:endParaRPr>
            </a:p>
          </p:txBody>
        </p:sp>
      </p:grpSp>
      <p:grpSp>
        <p:nvGrpSpPr>
          <p:cNvPr id="97" name="组合 96"/>
          <p:cNvGrpSpPr/>
          <p:nvPr>
            <p:custDataLst>
              <p:tags r:id="rId24"/>
            </p:custDataLst>
          </p:nvPr>
        </p:nvGrpSpPr>
        <p:grpSpPr>
          <a:xfrm>
            <a:off x="6716115" y="2248188"/>
            <a:ext cx="1206806" cy="1206613"/>
            <a:chOff x="9964778" y="3406041"/>
            <a:chExt cx="1805286" cy="1805938"/>
          </a:xfrm>
        </p:grpSpPr>
        <p:grpSp>
          <p:nvGrpSpPr>
            <p:cNvPr id="98" name="组合 97"/>
            <p:cNvGrpSpPr/>
            <p:nvPr/>
          </p:nvGrpSpPr>
          <p:grpSpPr>
            <a:xfrm>
              <a:off x="9964778" y="3406041"/>
              <a:ext cx="1805286" cy="1805938"/>
              <a:chOff x="4345444" y="2542859"/>
              <a:chExt cx="1810550" cy="1811205"/>
            </a:xfrm>
          </p:grpSpPr>
          <p:grpSp>
            <p:nvGrpSpPr>
              <p:cNvPr id="100" name="组合 99"/>
              <p:cNvGrpSpPr/>
              <p:nvPr/>
            </p:nvGrpSpPr>
            <p:grpSpPr>
              <a:xfrm>
                <a:off x="4345444" y="2542859"/>
                <a:ext cx="1810550" cy="1811205"/>
                <a:chOff x="1463339" y="1072758"/>
                <a:chExt cx="1546058" cy="1546058"/>
              </a:xfrm>
              <a:effectLst>
                <a:outerShdw blurRad="330200" dist="215900" dir="6900000" sx="91000" sy="91000" algn="t" rotWithShape="0">
                  <a:prstClr val="black">
                    <a:alpha val="49000"/>
                  </a:prstClr>
                </a:outerShdw>
              </a:effectLst>
            </p:grpSpPr>
            <p:sp>
              <p:nvSpPr>
                <p:cNvPr id="102" name="同心圆 101"/>
                <p:cNvSpPr/>
                <p:nvPr>
                  <p:custDataLst>
                    <p:tags r:id="rId25"/>
                  </p:custDataLst>
                </p:nvPr>
              </p:nvSpPr>
              <p:spPr>
                <a:xfrm>
                  <a:off x="1463339" y="1072758"/>
                  <a:ext cx="1546058" cy="1546058"/>
                </a:xfrm>
                <a:prstGeom prst="donut">
                  <a:avLst>
                    <a:gd name="adj" fmla="val 4879"/>
                  </a:avLst>
                </a:prstGeom>
                <a:gradFill>
                  <a:gsLst>
                    <a:gs pos="0">
                      <a:schemeClr val="bg1">
                        <a:lumMod val="95000"/>
                      </a:schemeClr>
                    </a:gs>
                    <a:gs pos="55000">
                      <a:schemeClr val="bg1">
                        <a:lumMod val="95000"/>
                      </a:schemeClr>
                    </a:gs>
                    <a:gs pos="100000">
                      <a:schemeClr val="bg1">
                        <a:lumMod val="8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3" name="椭圆 102"/>
                <p:cNvSpPr/>
                <p:nvPr>
                  <p:custDataLst>
                    <p:tags r:id="rId26"/>
                  </p:custDataLst>
                </p:nvPr>
              </p:nvSpPr>
              <p:spPr>
                <a:xfrm>
                  <a:off x="1484232" y="1093651"/>
                  <a:ext cx="1504274" cy="1504273"/>
                </a:xfrm>
                <a:prstGeom prst="ellipse">
                  <a:avLst/>
                </a:prstGeom>
                <a:gradFill>
                  <a:gsLst>
                    <a:gs pos="0">
                      <a:schemeClr val="bg1"/>
                    </a:gs>
                    <a:gs pos="51000">
                      <a:schemeClr val="bg1">
                        <a:lumMod val="95000"/>
                      </a:schemeClr>
                    </a:gs>
                    <a:gs pos="100000">
                      <a:schemeClr val="bg1">
                        <a:lumMod val="8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1" name="椭圆 100"/>
              <p:cNvSpPr/>
              <p:nvPr>
                <p:custDataLst>
                  <p:tags r:id="rId27"/>
                </p:custDataLst>
              </p:nvPr>
            </p:nvSpPr>
            <p:spPr>
              <a:xfrm>
                <a:off x="4565570" y="2763062"/>
                <a:ext cx="1370298" cy="1370793"/>
              </a:xfrm>
              <a:prstGeom prst="ellipse">
                <a:avLst/>
              </a:prstGeom>
              <a:solidFill>
                <a:srgbClr val="679E2A"/>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99" name="TextBox 98"/>
            <p:cNvSpPr txBox="1"/>
            <p:nvPr>
              <p:custDataLst>
                <p:tags r:id="rId28"/>
              </p:custDataLst>
            </p:nvPr>
          </p:nvSpPr>
          <p:spPr>
            <a:xfrm>
              <a:off x="10565121" y="3999093"/>
              <a:ext cx="805523" cy="551235"/>
            </a:xfrm>
            <a:prstGeom prst="rect">
              <a:avLst/>
            </a:prstGeom>
            <a:noFill/>
          </p:spPr>
          <p:txBody>
            <a:bodyPr wrap="square" rtlCol="0">
              <a:spAutoFit/>
            </a:bodyPr>
            <a:lstStyle/>
            <a:p>
              <a:r>
                <a:rPr lang="en-US" dirty="0">
                  <a:solidFill>
                    <a:schemeClr val="bg1"/>
                  </a:solidFill>
                  <a:latin typeface="微软雅黑" panose="020B0503020204020204" pitchFamily="34" charset="-122"/>
                  <a:ea typeface="微软雅黑" panose="020B0503020204020204" pitchFamily="34" charset="-122"/>
                </a:rPr>
                <a:t>04</a:t>
              </a:r>
              <a:endParaRPr lang="en-US" dirty="0">
                <a:solidFill>
                  <a:schemeClr val="bg1"/>
                </a:solidFill>
                <a:latin typeface="微软雅黑" panose="020B0503020204020204" pitchFamily="34" charset="-122"/>
                <a:ea typeface="微软雅黑" panose="020B0503020204020204" pitchFamily="34" charset="-122"/>
              </a:endParaRPr>
            </a:p>
          </p:txBody>
        </p:sp>
      </p:grpSp>
      <p:grpSp>
        <p:nvGrpSpPr>
          <p:cNvPr id="104" name="组合 103"/>
          <p:cNvGrpSpPr/>
          <p:nvPr>
            <p:custDataLst>
              <p:tags r:id="rId29"/>
            </p:custDataLst>
          </p:nvPr>
        </p:nvGrpSpPr>
        <p:grpSpPr>
          <a:xfrm>
            <a:off x="4512570" y="1059582"/>
            <a:ext cx="2325206" cy="809302"/>
            <a:chOff x="5428907" y="1204578"/>
            <a:chExt cx="2324804" cy="786485"/>
          </a:xfrm>
        </p:grpSpPr>
        <p:sp>
          <p:nvSpPr>
            <p:cNvPr id="105" name="TextBox 104"/>
            <p:cNvSpPr txBox="1"/>
            <p:nvPr>
              <p:custDataLst>
                <p:tags r:id="rId30"/>
              </p:custDataLst>
            </p:nvPr>
          </p:nvSpPr>
          <p:spPr>
            <a:xfrm>
              <a:off x="5428907" y="1514664"/>
              <a:ext cx="2324804" cy="476399"/>
            </a:xfrm>
            <a:prstGeom prst="rect">
              <a:avLst/>
            </a:prstGeom>
            <a:noFill/>
          </p:spPr>
          <p:txBody>
            <a:bodyPr wrap="square" lIns="91431" tIns="45715" rIns="91431" bIns="45715" rtlCol="0">
              <a:spAutoFit/>
            </a:bodyPr>
            <a:lstStyle/>
            <a:p>
              <a:pPr>
                <a:lnSpc>
                  <a:spcPct val="130000"/>
                </a:lnSpc>
              </a:pPr>
              <a:r>
                <a:rPr lang="zh-CN" altLang="en-US" sz="1000" dirty="0">
                  <a:solidFill>
                    <a:schemeClr val="tx1">
                      <a:lumMod val="75000"/>
                      <a:lumOff val="25000"/>
                    </a:schemeClr>
                  </a:solidFill>
                  <a:latin typeface="微软雅黑" panose="020B0503020204020204" pitchFamily="34" charset="-122"/>
                  <a:ea typeface="微软雅黑" panose="020B0503020204020204" pitchFamily="34" charset="-122"/>
                </a:rPr>
                <a:t>针对提出的新的安全风险，研究避免此类风险或保护相关关键参数的方式。</a:t>
              </a:r>
              <a:endParaRPr lang="zh-CN" altLang="en-US" sz="10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106" name="TextBox 105"/>
            <p:cNvSpPr txBox="1"/>
            <p:nvPr>
              <p:custDataLst>
                <p:tags r:id="rId31"/>
              </p:custDataLst>
            </p:nvPr>
          </p:nvSpPr>
          <p:spPr>
            <a:xfrm>
              <a:off x="6087253" y="1204578"/>
              <a:ext cx="1008112" cy="358534"/>
            </a:xfrm>
            <a:prstGeom prst="rect">
              <a:avLst/>
            </a:prstGeom>
            <a:noFill/>
          </p:spPr>
          <p:txBody>
            <a:bodyPr wrap="square" lIns="91431" tIns="0" rIns="91431" bIns="0" rtlCol="0" anchor="t">
              <a:spAutoFit/>
            </a:bodyPr>
            <a:lstStyle/>
            <a:p>
              <a:pPr>
                <a:lnSpc>
                  <a:spcPct val="150000"/>
                </a:lnSpc>
              </a:pPr>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cs typeface="华文黑体" pitchFamily="2" charset="-122"/>
                </a:rPr>
                <a:t>保护方案</a:t>
              </a:r>
              <a:endPar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cs typeface="华文黑体" pitchFamily="2" charset="-122"/>
              </a:endParaRPr>
            </a:p>
          </p:txBody>
        </p:sp>
      </p:grpSp>
      <p:grpSp>
        <p:nvGrpSpPr>
          <p:cNvPr id="107" name="组合 106"/>
          <p:cNvGrpSpPr/>
          <p:nvPr>
            <p:custDataLst>
              <p:tags r:id="rId32"/>
            </p:custDataLst>
          </p:nvPr>
        </p:nvGrpSpPr>
        <p:grpSpPr>
          <a:xfrm>
            <a:off x="2808381" y="3579862"/>
            <a:ext cx="2325206" cy="1009327"/>
            <a:chOff x="5428907" y="1204578"/>
            <a:chExt cx="2324804" cy="980871"/>
          </a:xfrm>
        </p:grpSpPr>
        <p:sp>
          <p:nvSpPr>
            <p:cNvPr id="108" name="TextBox 107"/>
            <p:cNvSpPr txBox="1"/>
            <p:nvPr>
              <p:custDataLst>
                <p:tags r:id="rId33"/>
              </p:custDataLst>
            </p:nvPr>
          </p:nvSpPr>
          <p:spPr>
            <a:xfrm>
              <a:off x="5428907" y="1514664"/>
              <a:ext cx="2324804" cy="670785"/>
            </a:xfrm>
            <a:prstGeom prst="rect">
              <a:avLst/>
            </a:prstGeom>
            <a:noFill/>
          </p:spPr>
          <p:txBody>
            <a:bodyPr wrap="square" lIns="91431" tIns="45715" rIns="91431" bIns="45715" rtlCol="0">
              <a:spAutoFit/>
            </a:bodyPr>
            <a:lstStyle/>
            <a:p>
              <a:pPr>
                <a:lnSpc>
                  <a:spcPct val="130000"/>
                </a:lnSpc>
              </a:pPr>
              <a:r>
                <a:rPr lang="zh-CN" altLang="en-US" sz="1000" dirty="0">
                  <a:solidFill>
                    <a:schemeClr val="tx1">
                      <a:lumMod val="75000"/>
                      <a:lumOff val="25000"/>
                    </a:schemeClr>
                  </a:solidFill>
                  <a:latin typeface="微软雅黑" panose="020B0503020204020204" pitchFamily="34" charset="-122"/>
                  <a:ea typeface="微软雅黑" panose="020B0503020204020204" pitchFamily="34" charset="-122"/>
                </a:rPr>
                <a:t>基于</a:t>
              </a:r>
              <a:r>
                <a:rPr lang="en-US" altLang="zh-CN" sz="1000" dirty="0">
                  <a:solidFill>
                    <a:schemeClr val="tx1">
                      <a:lumMod val="75000"/>
                      <a:lumOff val="25000"/>
                    </a:schemeClr>
                  </a:solidFill>
                  <a:latin typeface="微软雅黑" panose="020B0503020204020204" pitchFamily="34" charset="-122"/>
                  <a:ea typeface="微软雅黑" panose="020B0503020204020204" pitchFamily="34" charset="-122"/>
                </a:rPr>
                <a:t>CSRF</a:t>
              </a:r>
              <a:r>
                <a:rPr lang="zh-CN" altLang="en-US" sz="1000" dirty="0">
                  <a:solidFill>
                    <a:schemeClr val="tx1">
                      <a:lumMod val="75000"/>
                      <a:lumOff val="25000"/>
                    </a:schemeClr>
                  </a:solidFill>
                  <a:latin typeface="微软雅黑" panose="020B0503020204020204" pitchFamily="34" charset="-122"/>
                  <a:ea typeface="微软雅黑" panose="020B0503020204020204" pitchFamily="34" charset="-122"/>
                </a:rPr>
                <a:t>和服务器内存泄漏，针对</a:t>
              </a:r>
              <a:r>
                <a:rPr lang="en-US" altLang="zh-CN" sz="1000" dirty="0">
                  <a:solidFill>
                    <a:schemeClr val="tx1">
                      <a:lumMod val="75000"/>
                      <a:lumOff val="25000"/>
                    </a:schemeClr>
                  </a:solidFill>
                  <a:latin typeface="微软雅黑" panose="020B0503020204020204" pitchFamily="34" charset="-122"/>
                  <a:ea typeface="微软雅黑" panose="020B0503020204020204" pitchFamily="34" charset="-122"/>
                </a:rPr>
                <a:t>PKCE</a:t>
              </a:r>
              <a:r>
                <a:rPr lang="zh-CN" altLang="en-US" sz="1000" dirty="0">
                  <a:solidFill>
                    <a:schemeClr val="tx1">
                      <a:lumMod val="75000"/>
                      <a:lumOff val="25000"/>
                    </a:schemeClr>
                  </a:solidFill>
                  <a:latin typeface="微软雅黑" panose="020B0503020204020204" pitchFamily="34" charset="-122"/>
                  <a:ea typeface="微软雅黑" panose="020B0503020204020204" pitchFamily="34" charset="-122"/>
                </a:rPr>
                <a:t>机制或机密客户端</a:t>
              </a:r>
              <a:r>
                <a:rPr lang="en-US" altLang="zh-CN" sz="1000" dirty="0">
                  <a:solidFill>
                    <a:schemeClr val="tx1">
                      <a:lumMod val="75000"/>
                      <a:lumOff val="25000"/>
                    </a:schemeClr>
                  </a:solidFill>
                  <a:latin typeface="微软雅黑" panose="020B0503020204020204" pitchFamily="34" charset="-122"/>
                  <a:ea typeface="微软雅黑" panose="020B0503020204020204" pitchFamily="34" charset="-122"/>
                </a:rPr>
                <a:t>secret</a:t>
              </a:r>
              <a:r>
                <a:rPr lang="zh-CN" altLang="en-US" sz="1000" dirty="0">
                  <a:solidFill>
                    <a:schemeClr val="tx1">
                      <a:lumMod val="75000"/>
                      <a:lumOff val="25000"/>
                    </a:schemeClr>
                  </a:solidFill>
                  <a:latin typeface="微软雅黑" panose="020B0503020204020204" pitchFamily="34" charset="-122"/>
                  <a:ea typeface="微软雅黑" panose="020B0503020204020204" pitchFamily="34" charset="-122"/>
                </a:rPr>
                <a:t>保护，研究版本降级或绕过安全机制的方式</a:t>
              </a:r>
              <a:endParaRPr lang="zh-CN" altLang="en-US" sz="10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109" name="TextBox 108"/>
            <p:cNvSpPr txBox="1"/>
            <p:nvPr>
              <p:custDataLst>
                <p:tags r:id="rId34"/>
              </p:custDataLst>
            </p:nvPr>
          </p:nvSpPr>
          <p:spPr>
            <a:xfrm>
              <a:off x="5562234" y="1204578"/>
              <a:ext cx="2140215" cy="358534"/>
            </a:xfrm>
            <a:prstGeom prst="rect">
              <a:avLst/>
            </a:prstGeom>
            <a:noFill/>
          </p:spPr>
          <p:txBody>
            <a:bodyPr wrap="square" lIns="91431" tIns="0" rIns="91431" bIns="0" rtlCol="0" anchor="t">
              <a:spAutoFit/>
            </a:bodyPr>
            <a:lstStyle/>
            <a:p>
              <a:pPr>
                <a:lnSpc>
                  <a:spcPct val="150000"/>
                </a:lnSpc>
              </a:pPr>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cs typeface="华文黑体" pitchFamily="2" charset="-122"/>
                </a:rPr>
                <a:t>授权码泄露攻击风险</a:t>
              </a:r>
              <a:endPar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cs typeface="华文黑体" pitchFamily="2" charset="-122"/>
              </a:endParaRPr>
            </a:p>
          </p:txBody>
        </p:sp>
      </p:grpSp>
      <p:grpSp>
        <p:nvGrpSpPr>
          <p:cNvPr id="110" name="组合 109"/>
          <p:cNvGrpSpPr/>
          <p:nvPr>
            <p:custDataLst>
              <p:tags r:id="rId35"/>
            </p:custDataLst>
          </p:nvPr>
        </p:nvGrpSpPr>
        <p:grpSpPr>
          <a:xfrm>
            <a:off x="6261209" y="3454767"/>
            <a:ext cx="2325370" cy="1251897"/>
            <a:chOff x="5473349" y="1083010"/>
            <a:chExt cx="2324968" cy="1216602"/>
          </a:xfrm>
        </p:grpSpPr>
        <p:sp>
          <p:nvSpPr>
            <p:cNvPr id="111" name="TextBox 110"/>
            <p:cNvSpPr txBox="1"/>
            <p:nvPr>
              <p:custDataLst>
                <p:tags r:id="rId36"/>
              </p:custDataLst>
            </p:nvPr>
          </p:nvSpPr>
          <p:spPr>
            <a:xfrm>
              <a:off x="5473349" y="1434441"/>
              <a:ext cx="2324804" cy="865171"/>
            </a:xfrm>
            <a:prstGeom prst="rect">
              <a:avLst/>
            </a:prstGeom>
            <a:noFill/>
          </p:spPr>
          <p:txBody>
            <a:bodyPr wrap="square" lIns="91431" tIns="45715" rIns="91431" bIns="45715" rtlCol="0">
              <a:spAutoFit/>
            </a:bodyPr>
            <a:lstStyle/>
            <a:p>
              <a:pPr>
                <a:lnSpc>
                  <a:spcPct val="130000"/>
                </a:lnSpc>
              </a:pPr>
              <a:r>
                <a:rPr lang="zh-CN" altLang="en-US" sz="1000" dirty="0">
                  <a:solidFill>
                    <a:schemeClr val="tx1">
                      <a:lumMod val="75000"/>
                      <a:lumOff val="25000"/>
                    </a:schemeClr>
                  </a:solidFill>
                  <a:latin typeface="微软雅黑" panose="020B0503020204020204" pitchFamily="34" charset="-122"/>
                  <a:ea typeface="微软雅黑" panose="020B0503020204020204" pitchFamily="34" charset="-122"/>
                </a:rPr>
                <a:t>对国内常用</a:t>
              </a:r>
              <a:r>
                <a:rPr lang="en-US" altLang="zh-CN" sz="1000" dirty="0">
                  <a:solidFill>
                    <a:schemeClr val="tx1">
                      <a:lumMod val="75000"/>
                      <a:lumOff val="25000"/>
                    </a:schemeClr>
                  </a:solidFill>
                  <a:latin typeface="微软雅黑" panose="020B0503020204020204" pitchFamily="34" charset="-122"/>
                  <a:ea typeface="微软雅黑" panose="020B0503020204020204" pitchFamily="34" charset="-122"/>
                </a:rPr>
                <a:t>SSO</a:t>
              </a:r>
              <a:r>
                <a:rPr lang="zh-CN" altLang="en-US" sz="1000" dirty="0">
                  <a:solidFill>
                    <a:schemeClr val="tx1">
                      <a:lumMod val="75000"/>
                      <a:lumOff val="25000"/>
                    </a:schemeClr>
                  </a:solidFill>
                  <a:latin typeface="微软雅黑" panose="020B0503020204020204" pitchFamily="34" charset="-122"/>
                  <a:ea typeface="微软雅黑" panose="020B0503020204020204" pitchFamily="34" charset="-122"/>
                </a:rPr>
                <a:t>站点进行黑盒测试，针对端口转发消息中是否安全实现关键参数，评估存在的安全风险，形成评估报告</a:t>
              </a:r>
              <a:endParaRPr lang="zh-CN" altLang="en-US" sz="10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112" name="TextBox 111"/>
            <p:cNvSpPr txBox="1"/>
            <p:nvPr>
              <p:custDataLst>
                <p:tags r:id="rId37"/>
              </p:custDataLst>
            </p:nvPr>
          </p:nvSpPr>
          <p:spPr>
            <a:xfrm>
              <a:off x="5689212" y="1083010"/>
              <a:ext cx="2109105" cy="358534"/>
            </a:xfrm>
            <a:prstGeom prst="rect">
              <a:avLst/>
            </a:prstGeom>
            <a:noFill/>
          </p:spPr>
          <p:txBody>
            <a:bodyPr wrap="square" lIns="91431" tIns="0" rIns="91431" bIns="0" rtlCol="0" anchor="t">
              <a:spAutoFit/>
            </a:bodyPr>
            <a:lstStyle/>
            <a:p>
              <a:pPr>
                <a:lnSpc>
                  <a:spcPct val="150000"/>
                </a:lnSpc>
              </a:pPr>
              <a:r>
                <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cs typeface="华文黑体" pitchFamily="2" charset="-122"/>
                </a:rPr>
                <a:t>SSO</a:t>
              </a:r>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cs typeface="华文黑体" pitchFamily="2" charset="-122"/>
                </a:rPr>
                <a:t>系统安全检测</a:t>
              </a:r>
              <a:endPar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cs typeface="华文黑体" pitchFamily="2" charset="-122"/>
              </a:endParaRPr>
            </a:p>
          </p:txBody>
        </p:sp>
      </p:grpSp>
      <p:pic>
        <p:nvPicPr>
          <p:cNvPr id="53" name="图片 52" descr="图片包含 物体&#10;&#10;描述已自动生成"/>
          <p:cNvPicPr>
            <a:picLocks noChangeAspect="1"/>
          </p:cNvPicPr>
          <p:nvPr/>
        </p:nvPicPr>
        <p:blipFill>
          <a:blip r:embed="rId38" cstate="print">
            <a:extLst>
              <a:ext uri="{28A0092B-C50C-407E-A947-70E740481C1C}">
                <a14:useLocalDpi xmlns:a14="http://schemas.microsoft.com/office/drawing/2010/main" val="0"/>
              </a:ext>
            </a:extLst>
          </a:blip>
          <a:stretch>
            <a:fillRect/>
          </a:stretch>
        </p:blipFill>
        <p:spPr>
          <a:xfrm>
            <a:off x="94423" y="655329"/>
            <a:ext cx="388986" cy="1907371"/>
          </a:xfrm>
          <a:prstGeom prst="rect">
            <a:avLst/>
          </a:prstGeom>
        </p:spPr>
      </p:pic>
    </p:spTree>
    <p:custDataLst>
      <p:tags r:id="rId39"/>
    </p:custDataLst>
  </p:cSld>
  <p:clrMapOvr>
    <a:masterClrMapping/>
  </p:clrMapOvr>
  <p:transition spd="slow" advClick="0" advTm="0">
    <p:wipe/>
  </p:transition>
  <mc:AlternateContent xmlns:mc="http://schemas.openxmlformats.org/markup-compatibility/2006">
    <mc:Choice xmlns:p14="http://schemas.microsoft.com/office/powerpoint/2010/main"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wipe(left)">
                                          <p:cBhvr>
                                            <p:cTn id="7" dur="300"/>
                                            <p:tgtEl>
                                              <p:spTgt spid="24"/>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25"/>
                                            </p:tgtEl>
                                            <p:attrNameLst>
                                              <p:attrName>style.visibility</p:attrName>
                                            </p:attrNameLst>
                                          </p:cBhvr>
                                          <p:to>
                                            <p:strVal val="visible"/>
                                          </p:to>
                                        </p:set>
                                        <p:animEffect transition="in" filter="wipe(down)">
                                          <p:cBhvr>
                                            <p:cTn id="11" dur="300"/>
                                            <p:tgtEl>
                                              <p:spTgt spid="25"/>
                                            </p:tgtEl>
                                          </p:cBhvr>
                                        </p:animEffect>
                                      </p:childTnLst>
                                    </p:cTn>
                                  </p:par>
                                </p:childTnLst>
                              </p:cTn>
                            </p:par>
                            <p:par>
                              <p:cTn id="12" fill="hold">
                                <p:stCondLst>
                                  <p:cond delay="1000"/>
                                </p:stCondLst>
                                <p:childTnLst>
                                  <p:par>
                                    <p:cTn id="13" presetID="12" presetClass="entr" presetSubtype="8" fill="hold" grpId="0" nodeType="afterEffect">
                                      <p:stCondLst>
                                        <p:cond delay="0"/>
                                      </p:stCondLst>
                                      <p:childTnLst>
                                        <p:set>
                                          <p:cBhvr>
                                            <p:cTn id="14" dur="1" fill="hold">
                                              <p:stCondLst>
                                                <p:cond delay="0"/>
                                              </p:stCondLst>
                                            </p:cTn>
                                            <p:tgtEl>
                                              <p:spTgt spid="26"/>
                                            </p:tgtEl>
                                            <p:attrNameLst>
                                              <p:attrName>style.visibility</p:attrName>
                                            </p:attrNameLst>
                                          </p:cBhvr>
                                          <p:to>
                                            <p:strVal val="visible"/>
                                          </p:to>
                                        </p:set>
                                        <p:anim calcmode="lin" valueType="num">
                                          <p:cBhvr additive="base">
                                            <p:cTn id="15" dur="500"/>
                                            <p:tgtEl>
                                              <p:spTgt spid="26"/>
                                            </p:tgtEl>
                                            <p:attrNameLst>
                                              <p:attrName>ppt_x</p:attrName>
                                            </p:attrNameLst>
                                          </p:cBhvr>
                                          <p:tavLst>
                                            <p:tav tm="0">
                                              <p:val>
                                                <p:strVal val="#ppt_x-#ppt_w*1.125000"/>
                                              </p:val>
                                            </p:tav>
                                            <p:tav tm="100000">
                                              <p:val>
                                                <p:strVal val="#ppt_x"/>
                                              </p:val>
                                            </p:tav>
                                          </p:tavLst>
                                        </p:anim>
                                        <p:animEffect transition="in" filter="wipe(right)">
                                          <p:cBhvr>
                                            <p:cTn id="16" dur="500"/>
                                            <p:tgtEl>
                                              <p:spTgt spid="26"/>
                                            </p:tgtEl>
                                          </p:cBhvr>
                                        </p:animEffect>
                                      </p:childTnLst>
                                    </p:cTn>
                                  </p:par>
                                  <p:par>
                                    <p:cTn id="17" presetID="12" presetClass="entr" presetSubtype="8" fill="hold" nodeType="withEffect">
                                      <p:stCondLst>
                                        <p:cond delay="0"/>
                                      </p:stCondLst>
                                      <p:childTnLst>
                                        <p:set>
                                          <p:cBhvr>
                                            <p:cTn id="18" dur="1" fill="hold">
                                              <p:stCondLst>
                                                <p:cond delay="0"/>
                                              </p:stCondLst>
                                            </p:cTn>
                                            <p:tgtEl>
                                              <p:spTgt spid="28"/>
                                            </p:tgtEl>
                                            <p:attrNameLst>
                                              <p:attrName>style.visibility</p:attrName>
                                            </p:attrNameLst>
                                          </p:cBhvr>
                                          <p:to>
                                            <p:strVal val="visible"/>
                                          </p:to>
                                        </p:set>
                                        <p:anim calcmode="lin" valueType="num">
                                          <p:cBhvr additive="base">
                                            <p:cTn id="19" dur="500"/>
                                            <p:tgtEl>
                                              <p:spTgt spid="28"/>
                                            </p:tgtEl>
                                            <p:attrNameLst>
                                              <p:attrName>ppt_x</p:attrName>
                                            </p:attrNameLst>
                                          </p:cBhvr>
                                          <p:tavLst>
                                            <p:tav tm="0">
                                              <p:val>
                                                <p:strVal val="#ppt_x-#ppt_w*1.125000"/>
                                              </p:val>
                                            </p:tav>
                                            <p:tav tm="100000">
                                              <p:val>
                                                <p:strVal val="#ppt_x"/>
                                              </p:val>
                                            </p:tav>
                                          </p:tavLst>
                                        </p:anim>
                                        <p:animEffect transition="in" filter="wipe(right)">
                                          <p:cBhvr>
                                            <p:cTn id="20" dur="500"/>
                                            <p:tgtEl>
                                              <p:spTgt spid="28"/>
                                            </p:tgtEl>
                                          </p:cBhvr>
                                        </p:animEffect>
                                      </p:childTnLst>
                                    </p:cTn>
                                  </p:par>
                                  <p:par>
                                    <p:cTn id="21" presetID="12" presetClass="entr" presetSubtype="8" fill="hold" grpId="0" nodeType="withEffect">
                                      <p:stCondLst>
                                        <p:cond delay="0"/>
                                      </p:stCondLst>
                                      <p:childTnLst>
                                        <p:set>
                                          <p:cBhvr>
                                            <p:cTn id="22" dur="1" fill="hold">
                                              <p:stCondLst>
                                                <p:cond delay="0"/>
                                              </p:stCondLst>
                                            </p:cTn>
                                            <p:tgtEl>
                                              <p:spTgt spid="27"/>
                                            </p:tgtEl>
                                            <p:attrNameLst>
                                              <p:attrName>style.visibility</p:attrName>
                                            </p:attrNameLst>
                                          </p:cBhvr>
                                          <p:to>
                                            <p:strVal val="visible"/>
                                          </p:to>
                                        </p:set>
                                        <p:anim calcmode="lin" valueType="num">
                                          <p:cBhvr additive="base">
                                            <p:cTn id="23" dur="500"/>
                                            <p:tgtEl>
                                              <p:spTgt spid="27"/>
                                            </p:tgtEl>
                                            <p:attrNameLst>
                                              <p:attrName>ppt_x</p:attrName>
                                            </p:attrNameLst>
                                          </p:cBhvr>
                                          <p:tavLst>
                                            <p:tav tm="0">
                                              <p:val>
                                                <p:strVal val="#ppt_x-#ppt_w*1.125000"/>
                                              </p:val>
                                            </p:tav>
                                            <p:tav tm="100000">
                                              <p:val>
                                                <p:strVal val="#ppt_x"/>
                                              </p:val>
                                            </p:tav>
                                          </p:tavLst>
                                        </p:anim>
                                        <p:animEffect transition="in" filter="wipe(right)">
                                          <p:cBhvr>
                                            <p:cTn id="24" dur="500"/>
                                            <p:tgtEl>
                                              <p:spTgt spid="27"/>
                                            </p:tgtEl>
                                          </p:cBhvr>
                                        </p:animEffect>
                                      </p:childTnLst>
                                    </p:cTn>
                                  </p:par>
                                </p:childTnLst>
                              </p:cTn>
                            </p:par>
                            <p:par>
                              <p:cTn id="25" fill="hold">
                                <p:stCondLst>
                                  <p:cond delay="1500"/>
                                </p:stCondLst>
                                <p:childTnLst>
                                  <p:par>
                                    <p:cTn id="26" presetID="22" presetClass="entr" presetSubtype="8" fill="hold" nodeType="afterEffect">
                                      <p:stCondLst>
                                        <p:cond delay="0"/>
                                      </p:stCondLst>
                                      <p:childTnLst>
                                        <p:set>
                                          <p:cBhvr>
                                            <p:cTn id="27" dur="1" fill="hold">
                                              <p:stCondLst>
                                                <p:cond delay="0"/>
                                              </p:stCondLst>
                                            </p:cTn>
                                            <p:tgtEl>
                                              <p:spTgt spid="33"/>
                                            </p:tgtEl>
                                            <p:attrNameLst>
                                              <p:attrName>style.visibility</p:attrName>
                                            </p:attrNameLst>
                                          </p:cBhvr>
                                          <p:to>
                                            <p:strVal val="visible"/>
                                          </p:to>
                                        </p:set>
                                        <p:animEffect transition="in" filter="wipe(left)">
                                          <p:cBhvr>
                                            <p:cTn id="28" dur="1000"/>
                                            <p:tgtEl>
                                              <p:spTgt spid="33"/>
                                            </p:tgtEl>
                                          </p:cBhvr>
                                        </p:animEffect>
                                      </p:childTnLst>
                                    </p:cTn>
                                  </p:par>
                                </p:childTnLst>
                              </p:cTn>
                            </p:par>
                            <p:par>
                              <p:cTn id="29" fill="hold">
                                <p:stCondLst>
                                  <p:cond delay="2500"/>
                                </p:stCondLst>
                                <p:childTnLst>
                                  <p:par>
                                    <p:cTn id="30" presetID="2" presetClass="entr" presetSubtype="12" accel="58000" fill="hold" nodeType="afterEffect" p14:presetBounceEnd="58000">
                                      <p:stCondLst>
                                        <p:cond delay="0"/>
                                      </p:stCondLst>
                                      <p:childTnLst>
                                        <p:set>
                                          <p:cBhvr>
                                            <p:cTn id="31" dur="1" fill="hold">
                                              <p:stCondLst>
                                                <p:cond delay="0"/>
                                              </p:stCondLst>
                                            </p:cTn>
                                            <p:tgtEl>
                                              <p:spTgt spid="55"/>
                                            </p:tgtEl>
                                            <p:attrNameLst>
                                              <p:attrName>style.visibility</p:attrName>
                                            </p:attrNameLst>
                                          </p:cBhvr>
                                          <p:to>
                                            <p:strVal val="visible"/>
                                          </p:to>
                                        </p:set>
                                        <p:anim calcmode="lin" valueType="num" p14:bounceEnd="58000">
                                          <p:cBhvr additive="base">
                                            <p:cTn id="32" dur="2000" fill="hold"/>
                                            <p:tgtEl>
                                              <p:spTgt spid="55"/>
                                            </p:tgtEl>
                                            <p:attrNameLst>
                                              <p:attrName>ppt_x</p:attrName>
                                            </p:attrNameLst>
                                          </p:cBhvr>
                                          <p:tavLst>
                                            <p:tav tm="0">
                                              <p:val>
                                                <p:strVal val="0-#ppt_w/2"/>
                                              </p:val>
                                            </p:tav>
                                            <p:tav tm="100000">
                                              <p:val>
                                                <p:strVal val="#ppt_x"/>
                                              </p:val>
                                            </p:tav>
                                          </p:tavLst>
                                        </p:anim>
                                        <p:anim calcmode="lin" valueType="num" p14:bounceEnd="58000">
                                          <p:cBhvr additive="base">
                                            <p:cTn id="33" dur="2000" fill="hold"/>
                                            <p:tgtEl>
                                              <p:spTgt spid="55"/>
                                            </p:tgtEl>
                                            <p:attrNameLst>
                                              <p:attrName>ppt_y</p:attrName>
                                            </p:attrNameLst>
                                          </p:cBhvr>
                                          <p:tavLst>
                                            <p:tav tm="0">
                                              <p:val>
                                                <p:strVal val="1+#ppt_h/2"/>
                                              </p:val>
                                            </p:tav>
                                            <p:tav tm="100000">
                                              <p:val>
                                                <p:strVal val="#ppt_y"/>
                                              </p:val>
                                            </p:tav>
                                          </p:tavLst>
                                        </p:anim>
                                      </p:childTnLst>
                                    </p:cTn>
                                  </p:par>
                                  <p:par>
                                    <p:cTn id="34" presetID="2" presetClass="entr" presetSubtype="3" accel="58000" fill="hold" nodeType="withEffect" p14:presetBounceEnd="58000">
                                      <p:stCondLst>
                                        <p:cond delay="0"/>
                                      </p:stCondLst>
                                      <p:childTnLst>
                                        <p:set>
                                          <p:cBhvr>
                                            <p:cTn id="35" dur="1" fill="hold">
                                              <p:stCondLst>
                                                <p:cond delay="0"/>
                                              </p:stCondLst>
                                            </p:cTn>
                                            <p:tgtEl>
                                              <p:spTgt spid="90"/>
                                            </p:tgtEl>
                                            <p:attrNameLst>
                                              <p:attrName>style.visibility</p:attrName>
                                            </p:attrNameLst>
                                          </p:cBhvr>
                                          <p:to>
                                            <p:strVal val="visible"/>
                                          </p:to>
                                        </p:set>
                                        <p:anim calcmode="lin" valueType="num" p14:bounceEnd="58000">
                                          <p:cBhvr additive="base">
                                            <p:cTn id="36" dur="2000" fill="hold"/>
                                            <p:tgtEl>
                                              <p:spTgt spid="90"/>
                                            </p:tgtEl>
                                            <p:attrNameLst>
                                              <p:attrName>ppt_x</p:attrName>
                                            </p:attrNameLst>
                                          </p:cBhvr>
                                          <p:tavLst>
                                            <p:tav tm="0">
                                              <p:val>
                                                <p:strVal val="1+#ppt_w/2"/>
                                              </p:val>
                                            </p:tav>
                                            <p:tav tm="100000">
                                              <p:val>
                                                <p:strVal val="#ppt_x"/>
                                              </p:val>
                                            </p:tav>
                                          </p:tavLst>
                                        </p:anim>
                                        <p:anim calcmode="lin" valueType="num" p14:bounceEnd="58000">
                                          <p:cBhvr additive="base">
                                            <p:cTn id="37" dur="2000" fill="hold"/>
                                            <p:tgtEl>
                                              <p:spTgt spid="90"/>
                                            </p:tgtEl>
                                            <p:attrNameLst>
                                              <p:attrName>ppt_y</p:attrName>
                                            </p:attrNameLst>
                                          </p:cBhvr>
                                          <p:tavLst>
                                            <p:tav tm="0">
                                              <p:val>
                                                <p:strVal val="0-#ppt_h/2"/>
                                              </p:val>
                                            </p:tav>
                                            <p:tav tm="100000">
                                              <p:val>
                                                <p:strVal val="#ppt_y"/>
                                              </p:val>
                                            </p:tav>
                                          </p:tavLst>
                                        </p:anim>
                                      </p:childTnLst>
                                    </p:cTn>
                                  </p:par>
                                  <p:par>
                                    <p:cTn id="38" presetID="2" presetClass="entr" presetSubtype="12" accel="58000" fill="hold" nodeType="withEffect" p14:presetBounceEnd="58000">
                                      <p:stCondLst>
                                        <p:cond delay="0"/>
                                      </p:stCondLst>
                                      <p:childTnLst>
                                        <p:set>
                                          <p:cBhvr>
                                            <p:cTn id="39" dur="1" fill="hold">
                                              <p:stCondLst>
                                                <p:cond delay="0"/>
                                              </p:stCondLst>
                                            </p:cTn>
                                            <p:tgtEl>
                                              <p:spTgt spid="62"/>
                                            </p:tgtEl>
                                            <p:attrNameLst>
                                              <p:attrName>style.visibility</p:attrName>
                                            </p:attrNameLst>
                                          </p:cBhvr>
                                          <p:to>
                                            <p:strVal val="visible"/>
                                          </p:to>
                                        </p:set>
                                        <p:anim calcmode="lin" valueType="num" p14:bounceEnd="58000">
                                          <p:cBhvr additive="base">
                                            <p:cTn id="40" dur="2000" fill="hold"/>
                                            <p:tgtEl>
                                              <p:spTgt spid="62"/>
                                            </p:tgtEl>
                                            <p:attrNameLst>
                                              <p:attrName>ppt_x</p:attrName>
                                            </p:attrNameLst>
                                          </p:cBhvr>
                                          <p:tavLst>
                                            <p:tav tm="0">
                                              <p:val>
                                                <p:strVal val="0-#ppt_w/2"/>
                                              </p:val>
                                            </p:tav>
                                            <p:tav tm="100000">
                                              <p:val>
                                                <p:strVal val="#ppt_x"/>
                                              </p:val>
                                            </p:tav>
                                          </p:tavLst>
                                        </p:anim>
                                        <p:anim calcmode="lin" valueType="num" p14:bounceEnd="58000">
                                          <p:cBhvr additive="base">
                                            <p:cTn id="41" dur="2000" fill="hold"/>
                                            <p:tgtEl>
                                              <p:spTgt spid="62"/>
                                            </p:tgtEl>
                                            <p:attrNameLst>
                                              <p:attrName>ppt_y</p:attrName>
                                            </p:attrNameLst>
                                          </p:cBhvr>
                                          <p:tavLst>
                                            <p:tav tm="0">
                                              <p:val>
                                                <p:strVal val="1+#ppt_h/2"/>
                                              </p:val>
                                            </p:tav>
                                            <p:tav tm="100000">
                                              <p:val>
                                                <p:strVal val="#ppt_y"/>
                                              </p:val>
                                            </p:tav>
                                          </p:tavLst>
                                        </p:anim>
                                      </p:childTnLst>
                                    </p:cTn>
                                  </p:par>
                                  <p:par>
                                    <p:cTn id="42" presetID="2" presetClass="entr" presetSubtype="3" accel="58000" fill="hold" nodeType="withEffect" p14:presetBounceEnd="58000">
                                      <p:stCondLst>
                                        <p:cond delay="0"/>
                                      </p:stCondLst>
                                      <p:childTnLst>
                                        <p:set>
                                          <p:cBhvr>
                                            <p:cTn id="43" dur="1" fill="hold">
                                              <p:stCondLst>
                                                <p:cond delay="0"/>
                                              </p:stCondLst>
                                            </p:cTn>
                                            <p:tgtEl>
                                              <p:spTgt spid="97"/>
                                            </p:tgtEl>
                                            <p:attrNameLst>
                                              <p:attrName>style.visibility</p:attrName>
                                            </p:attrNameLst>
                                          </p:cBhvr>
                                          <p:to>
                                            <p:strVal val="visible"/>
                                          </p:to>
                                        </p:set>
                                        <p:anim calcmode="lin" valueType="num" p14:bounceEnd="58000">
                                          <p:cBhvr additive="base">
                                            <p:cTn id="44" dur="2000" fill="hold"/>
                                            <p:tgtEl>
                                              <p:spTgt spid="97"/>
                                            </p:tgtEl>
                                            <p:attrNameLst>
                                              <p:attrName>ppt_x</p:attrName>
                                            </p:attrNameLst>
                                          </p:cBhvr>
                                          <p:tavLst>
                                            <p:tav tm="0">
                                              <p:val>
                                                <p:strVal val="1+#ppt_w/2"/>
                                              </p:val>
                                            </p:tav>
                                            <p:tav tm="100000">
                                              <p:val>
                                                <p:strVal val="#ppt_x"/>
                                              </p:val>
                                            </p:tav>
                                          </p:tavLst>
                                        </p:anim>
                                        <p:anim calcmode="lin" valueType="num" p14:bounceEnd="58000">
                                          <p:cBhvr additive="base">
                                            <p:cTn id="45" dur="2000" fill="hold"/>
                                            <p:tgtEl>
                                              <p:spTgt spid="97"/>
                                            </p:tgtEl>
                                            <p:attrNameLst>
                                              <p:attrName>ppt_y</p:attrName>
                                            </p:attrNameLst>
                                          </p:cBhvr>
                                          <p:tavLst>
                                            <p:tav tm="0">
                                              <p:val>
                                                <p:strVal val="0-#ppt_h/2"/>
                                              </p:val>
                                            </p:tav>
                                            <p:tav tm="100000">
                                              <p:val>
                                                <p:strVal val="#ppt_y"/>
                                              </p:val>
                                            </p:tav>
                                          </p:tavLst>
                                        </p:anim>
                                      </p:childTnLst>
                                    </p:cTn>
                                  </p:par>
                                </p:childTnLst>
                              </p:cTn>
                            </p:par>
                            <p:par>
                              <p:cTn id="46" fill="hold">
                                <p:stCondLst>
                                  <p:cond delay="4500"/>
                                </p:stCondLst>
                                <p:childTnLst>
                                  <p:par>
                                    <p:cTn id="47" presetID="42" presetClass="entr" presetSubtype="0" fill="hold" nodeType="afterEffect">
                                      <p:stCondLst>
                                        <p:cond delay="0"/>
                                      </p:stCondLst>
                                      <p:childTnLst>
                                        <p:set>
                                          <p:cBhvr>
                                            <p:cTn id="48" dur="1" fill="hold">
                                              <p:stCondLst>
                                                <p:cond delay="0"/>
                                              </p:stCondLst>
                                            </p:cTn>
                                            <p:tgtEl>
                                              <p:spTgt spid="38"/>
                                            </p:tgtEl>
                                            <p:attrNameLst>
                                              <p:attrName>style.visibility</p:attrName>
                                            </p:attrNameLst>
                                          </p:cBhvr>
                                          <p:to>
                                            <p:strVal val="visible"/>
                                          </p:to>
                                        </p:set>
                                        <p:animEffect transition="in" filter="fade">
                                          <p:cBhvr>
                                            <p:cTn id="49" dur="500"/>
                                            <p:tgtEl>
                                              <p:spTgt spid="38"/>
                                            </p:tgtEl>
                                          </p:cBhvr>
                                        </p:animEffect>
                                        <p:anim calcmode="lin" valueType="num">
                                          <p:cBhvr>
                                            <p:cTn id="50" dur="500" fill="hold"/>
                                            <p:tgtEl>
                                              <p:spTgt spid="38"/>
                                            </p:tgtEl>
                                            <p:attrNameLst>
                                              <p:attrName>ppt_x</p:attrName>
                                            </p:attrNameLst>
                                          </p:cBhvr>
                                          <p:tavLst>
                                            <p:tav tm="0">
                                              <p:val>
                                                <p:strVal val="#ppt_x"/>
                                              </p:val>
                                            </p:tav>
                                            <p:tav tm="100000">
                                              <p:val>
                                                <p:strVal val="#ppt_x"/>
                                              </p:val>
                                            </p:tav>
                                          </p:tavLst>
                                        </p:anim>
                                        <p:anim calcmode="lin" valueType="num">
                                          <p:cBhvr>
                                            <p:cTn id="51" dur="500" fill="hold"/>
                                            <p:tgtEl>
                                              <p:spTgt spid="38"/>
                                            </p:tgtEl>
                                            <p:attrNameLst>
                                              <p:attrName>ppt_y</p:attrName>
                                            </p:attrNameLst>
                                          </p:cBhvr>
                                          <p:tavLst>
                                            <p:tav tm="0">
                                              <p:val>
                                                <p:strVal val="#ppt_y+.1"/>
                                              </p:val>
                                            </p:tav>
                                            <p:tav tm="100000">
                                              <p:val>
                                                <p:strVal val="#ppt_y"/>
                                              </p:val>
                                            </p:tav>
                                          </p:tavLst>
                                        </p:anim>
                                      </p:childTnLst>
                                    </p:cTn>
                                  </p:par>
                                </p:childTnLst>
                              </p:cTn>
                            </p:par>
                            <p:par>
                              <p:cTn id="52" fill="hold">
                                <p:stCondLst>
                                  <p:cond delay="5000"/>
                                </p:stCondLst>
                                <p:childTnLst>
                                  <p:par>
                                    <p:cTn id="53" presetID="42" presetClass="entr" presetSubtype="0" fill="hold" nodeType="afterEffect">
                                      <p:stCondLst>
                                        <p:cond delay="0"/>
                                      </p:stCondLst>
                                      <p:childTnLst>
                                        <p:set>
                                          <p:cBhvr>
                                            <p:cTn id="54" dur="1" fill="hold">
                                              <p:stCondLst>
                                                <p:cond delay="0"/>
                                              </p:stCondLst>
                                            </p:cTn>
                                            <p:tgtEl>
                                              <p:spTgt spid="107"/>
                                            </p:tgtEl>
                                            <p:attrNameLst>
                                              <p:attrName>style.visibility</p:attrName>
                                            </p:attrNameLst>
                                          </p:cBhvr>
                                          <p:to>
                                            <p:strVal val="visible"/>
                                          </p:to>
                                        </p:set>
                                        <p:animEffect transition="in" filter="fade">
                                          <p:cBhvr>
                                            <p:cTn id="55" dur="500"/>
                                            <p:tgtEl>
                                              <p:spTgt spid="107"/>
                                            </p:tgtEl>
                                          </p:cBhvr>
                                        </p:animEffect>
                                        <p:anim calcmode="lin" valueType="num">
                                          <p:cBhvr>
                                            <p:cTn id="56" dur="500" fill="hold"/>
                                            <p:tgtEl>
                                              <p:spTgt spid="107"/>
                                            </p:tgtEl>
                                            <p:attrNameLst>
                                              <p:attrName>ppt_x</p:attrName>
                                            </p:attrNameLst>
                                          </p:cBhvr>
                                          <p:tavLst>
                                            <p:tav tm="0">
                                              <p:val>
                                                <p:strVal val="#ppt_x"/>
                                              </p:val>
                                            </p:tav>
                                            <p:tav tm="100000">
                                              <p:val>
                                                <p:strVal val="#ppt_x"/>
                                              </p:val>
                                            </p:tav>
                                          </p:tavLst>
                                        </p:anim>
                                        <p:anim calcmode="lin" valueType="num">
                                          <p:cBhvr>
                                            <p:cTn id="57" dur="500" fill="hold"/>
                                            <p:tgtEl>
                                              <p:spTgt spid="107"/>
                                            </p:tgtEl>
                                            <p:attrNameLst>
                                              <p:attrName>ppt_y</p:attrName>
                                            </p:attrNameLst>
                                          </p:cBhvr>
                                          <p:tavLst>
                                            <p:tav tm="0">
                                              <p:val>
                                                <p:strVal val="#ppt_y+.1"/>
                                              </p:val>
                                            </p:tav>
                                            <p:tav tm="100000">
                                              <p:val>
                                                <p:strVal val="#ppt_y"/>
                                              </p:val>
                                            </p:tav>
                                          </p:tavLst>
                                        </p:anim>
                                      </p:childTnLst>
                                    </p:cTn>
                                  </p:par>
                                </p:childTnLst>
                              </p:cTn>
                            </p:par>
                            <p:par>
                              <p:cTn id="58" fill="hold">
                                <p:stCondLst>
                                  <p:cond delay="5500"/>
                                </p:stCondLst>
                                <p:childTnLst>
                                  <p:par>
                                    <p:cTn id="59" presetID="42" presetClass="entr" presetSubtype="0" fill="hold" nodeType="afterEffect">
                                      <p:stCondLst>
                                        <p:cond delay="0"/>
                                      </p:stCondLst>
                                      <p:childTnLst>
                                        <p:set>
                                          <p:cBhvr>
                                            <p:cTn id="60" dur="1" fill="hold">
                                              <p:stCondLst>
                                                <p:cond delay="0"/>
                                              </p:stCondLst>
                                            </p:cTn>
                                            <p:tgtEl>
                                              <p:spTgt spid="104"/>
                                            </p:tgtEl>
                                            <p:attrNameLst>
                                              <p:attrName>style.visibility</p:attrName>
                                            </p:attrNameLst>
                                          </p:cBhvr>
                                          <p:to>
                                            <p:strVal val="visible"/>
                                          </p:to>
                                        </p:set>
                                        <p:animEffect transition="in" filter="fade">
                                          <p:cBhvr>
                                            <p:cTn id="61" dur="500"/>
                                            <p:tgtEl>
                                              <p:spTgt spid="104"/>
                                            </p:tgtEl>
                                          </p:cBhvr>
                                        </p:animEffect>
                                        <p:anim calcmode="lin" valueType="num">
                                          <p:cBhvr>
                                            <p:cTn id="62" dur="500" fill="hold"/>
                                            <p:tgtEl>
                                              <p:spTgt spid="104"/>
                                            </p:tgtEl>
                                            <p:attrNameLst>
                                              <p:attrName>ppt_x</p:attrName>
                                            </p:attrNameLst>
                                          </p:cBhvr>
                                          <p:tavLst>
                                            <p:tav tm="0">
                                              <p:val>
                                                <p:strVal val="#ppt_x"/>
                                              </p:val>
                                            </p:tav>
                                            <p:tav tm="100000">
                                              <p:val>
                                                <p:strVal val="#ppt_x"/>
                                              </p:val>
                                            </p:tav>
                                          </p:tavLst>
                                        </p:anim>
                                        <p:anim calcmode="lin" valueType="num">
                                          <p:cBhvr>
                                            <p:cTn id="63" dur="500" fill="hold"/>
                                            <p:tgtEl>
                                              <p:spTgt spid="104"/>
                                            </p:tgtEl>
                                            <p:attrNameLst>
                                              <p:attrName>ppt_y</p:attrName>
                                            </p:attrNameLst>
                                          </p:cBhvr>
                                          <p:tavLst>
                                            <p:tav tm="0">
                                              <p:val>
                                                <p:strVal val="#ppt_y+.1"/>
                                              </p:val>
                                            </p:tav>
                                            <p:tav tm="100000">
                                              <p:val>
                                                <p:strVal val="#ppt_y"/>
                                              </p:val>
                                            </p:tav>
                                          </p:tavLst>
                                        </p:anim>
                                      </p:childTnLst>
                                    </p:cTn>
                                  </p:par>
                                </p:childTnLst>
                              </p:cTn>
                            </p:par>
                            <p:par>
                              <p:cTn id="64" fill="hold">
                                <p:stCondLst>
                                  <p:cond delay="6000"/>
                                </p:stCondLst>
                                <p:childTnLst>
                                  <p:par>
                                    <p:cTn id="65" presetID="42" presetClass="entr" presetSubtype="0" fill="hold" nodeType="afterEffect">
                                      <p:stCondLst>
                                        <p:cond delay="0"/>
                                      </p:stCondLst>
                                      <p:childTnLst>
                                        <p:set>
                                          <p:cBhvr>
                                            <p:cTn id="66" dur="1" fill="hold">
                                              <p:stCondLst>
                                                <p:cond delay="0"/>
                                              </p:stCondLst>
                                            </p:cTn>
                                            <p:tgtEl>
                                              <p:spTgt spid="110"/>
                                            </p:tgtEl>
                                            <p:attrNameLst>
                                              <p:attrName>style.visibility</p:attrName>
                                            </p:attrNameLst>
                                          </p:cBhvr>
                                          <p:to>
                                            <p:strVal val="visible"/>
                                          </p:to>
                                        </p:set>
                                        <p:animEffect transition="in" filter="fade">
                                          <p:cBhvr>
                                            <p:cTn id="67" dur="500"/>
                                            <p:tgtEl>
                                              <p:spTgt spid="110"/>
                                            </p:tgtEl>
                                          </p:cBhvr>
                                        </p:animEffect>
                                        <p:anim calcmode="lin" valueType="num">
                                          <p:cBhvr>
                                            <p:cTn id="68" dur="500" fill="hold"/>
                                            <p:tgtEl>
                                              <p:spTgt spid="110"/>
                                            </p:tgtEl>
                                            <p:attrNameLst>
                                              <p:attrName>ppt_x</p:attrName>
                                            </p:attrNameLst>
                                          </p:cBhvr>
                                          <p:tavLst>
                                            <p:tav tm="0">
                                              <p:val>
                                                <p:strVal val="#ppt_x"/>
                                              </p:val>
                                            </p:tav>
                                            <p:tav tm="100000">
                                              <p:val>
                                                <p:strVal val="#ppt_x"/>
                                              </p:val>
                                            </p:tav>
                                          </p:tavLst>
                                        </p:anim>
                                        <p:anim calcmode="lin" valueType="num">
                                          <p:cBhvr>
                                            <p:cTn id="69" dur="500" fill="hold"/>
                                            <p:tgtEl>
                                              <p:spTgt spid="1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6" grpId="0"/>
          <p:bldP spid="27" grpId="0"/>
        </p:bldLst>
      </p:timing>
    </mc:Choice>
    <mc:Fallback>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wipe(left)">
                                          <p:cBhvr>
                                            <p:cTn id="7" dur="300"/>
                                            <p:tgtEl>
                                              <p:spTgt spid="24"/>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25"/>
                                            </p:tgtEl>
                                            <p:attrNameLst>
                                              <p:attrName>style.visibility</p:attrName>
                                            </p:attrNameLst>
                                          </p:cBhvr>
                                          <p:to>
                                            <p:strVal val="visible"/>
                                          </p:to>
                                        </p:set>
                                        <p:animEffect transition="in" filter="wipe(down)">
                                          <p:cBhvr>
                                            <p:cTn id="11" dur="300"/>
                                            <p:tgtEl>
                                              <p:spTgt spid="25"/>
                                            </p:tgtEl>
                                          </p:cBhvr>
                                        </p:animEffect>
                                      </p:childTnLst>
                                    </p:cTn>
                                  </p:par>
                                </p:childTnLst>
                              </p:cTn>
                            </p:par>
                            <p:par>
                              <p:cTn id="12" fill="hold">
                                <p:stCondLst>
                                  <p:cond delay="1000"/>
                                </p:stCondLst>
                                <p:childTnLst>
                                  <p:par>
                                    <p:cTn id="13" presetID="12" presetClass="entr" presetSubtype="8" fill="hold" grpId="0" nodeType="afterEffect">
                                      <p:stCondLst>
                                        <p:cond delay="0"/>
                                      </p:stCondLst>
                                      <p:childTnLst>
                                        <p:set>
                                          <p:cBhvr>
                                            <p:cTn id="14" dur="1" fill="hold">
                                              <p:stCondLst>
                                                <p:cond delay="0"/>
                                              </p:stCondLst>
                                            </p:cTn>
                                            <p:tgtEl>
                                              <p:spTgt spid="26"/>
                                            </p:tgtEl>
                                            <p:attrNameLst>
                                              <p:attrName>style.visibility</p:attrName>
                                            </p:attrNameLst>
                                          </p:cBhvr>
                                          <p:to>
                                            <p:strVal val="visible"/>
                                          </p:to>
                                        </p:set>
                                        <p:anim calcmode="lin" valueType="num">
                                          <p:cBhvr additive="base">
                                            <p:cTn id="15" dur="500"/>
                                            <p:tgtEl>
                                              <p:spTgt spid="26"/>
                                            </p:tgtEl>
                                            <p:attrNameLst>
                                              <p:attrName>ppt_x</p:attrName>
                                            </p:attrNameLst>
                                          </p:cBhvr>
                                          <p:tavLst>
                                            <p:tav tm="0">
                                              <p:val>
                                                <p:strVal val="#ppt_x-#ppt_w*1.125000"/>
                                              </p:val>
                                            </p:tav>
                                            <p:tav tm="100000">
                                              <p:val>
                                                <p:strVal val="#ppt_x"/>
                                              </p:val>
                                            </p:tav>
                                          </p:tavLst>
                                        </p:anim>
                                        <p:animEffect transition="in" filter="wipe(right)">
                                          <p:cBhvr>
                                            <p:cTn id="16" dur="500"/>
                                            <p:tgtEl>
                                              <p:spTgt spid="26"/>
                                            </p:tgtEl>
                                          </p:cBhvr>
                                        </p:animEffect>
                                      </p:childTnLst>
                                    </p:cTn>
                                  </p:par>
                                  <p:par>
                                    <p:cTn id="17" presetID="12" presetClass="entr" presetSubtype="8" fill="hold" nodeType="withEffect">
                                      <p:stCondLst>
                                        <p:cond delay="0"/>
                                      </p:stCondLst>
                                      <p:childTnLst>
                                        <p:set>
                                          <p:cBhvr>
                                            <p:cTn id="18" dur="1" fill="hold">
                                              <p:stCondLst>
                                                <p:cond delay="0"/>
                                              </p:stCondLst>
                                            </p:cTn>
                                            <p:tgtEl>
                                              <p:spTgt spid="28"/>
                                            </p:tgtEl>
                                            <p:attrNameLst>
                                              <p:attrName>style.visibility</p:attrName>
                                            </p:attrNameLst>
                                          </p:cBhvr>
                                          <p:to>
                                            <p:strVal val="visible"/>
                                          </p:to>
                                        </p:set>
                                        <p:anim calcmode="lin" valueType="num">
                                          <p:cBhvr additive="base">
                                            <p:cTn id="19" dur="500"/>
                                            <p:tgtEl>
                                              <p:spTgt spid="28"/>
                                            </p:tgtEl>
                                            <p:attrNameLst>
                                              <p:attrName>ppt_x</p:attrName>
                                            </p:attrNameLst>
                                          </p:cBhvr>
                                          <p:tavLst>
                                            <p:tav tm="0">
                                              <p:val>
                                                <p:strVal val="#ppt_x-#ppt_w*1.125000"/>
                                              </p:val>
                                            </p:tav>
                                            <p:tav tm="100000">
                                              <p:val>
                                                <p:strVal val="#ppt_x"/>
                                              </p:val>
                                            </p:tav>
                                          </p:tavLst>
                                        </p:anim>
                                        <p:animEffect transition="in" filter="wipe(right)">
                                          <p:cBhvr>
                                            <p:cTn id="20" dur="500"/>
                                            <p:tgtEl>
                                              <p:spTgt spid="28"/>
                                            </p:tgtEl>
                                          </p:cBhvr>
                                        </p:animEffect>
                                      </p:childTnLst>
                                    </p:cTn>
                                  </p:par>
                                  <p:par>
                                    <p:cTn id="21" presetID="12" presetClass="entr" presetSubtype="8" fill="hold" grpId="0" nodeType="withEffect">
                                      <p:stCondLst>
                                        <p:cond delay="0"/>
                                      </p:stCondLst>
                                      <p:childTnLst>
                                        <p:set>
                                          <p:cBhvr>
                                            <p:cTn id="22" dur="1" fill="hold">
                                              <p:stCondLst>
                                                <p:cond delay="0"/>
                                              </p:stCondLst>
                                            </p:cTn>
                                            <p:tgtEl>
                                              <p:spTgt spid="27"/>
                                            </p:tgtEl>
                                            <p:attrNameLst>
                                              <p:attrName>style.visibility</p:attrName>
                                            </p:attrNameLst>
                                          </p:cBhvr>
                                          <p:to>
                                            <p:strVal val="visible"/>
                                          </p:to>
                                        </p:set>
                                        <p:anim calcmode="lin" valueType="num">
                                          <p:cBhvr additive="base">
                                            <p:cTn id="23" dur="500"/>
                                            <p:tgtEl>
                                              <p:spTgt spid="27"/>
                                            </p:tgtEl>
                                            <p:attrNameLst>
                                              <p:attrName>ppt_x</p:attrName>
                                            </p:attrNameLst>
                                          </p:cBhvr>
                                          <p:tavLst>
                                            <p:tav tm="0">
                                              <p:val>
                                                <p:strVal val="#ppt_x-#ppt_w*1.125000"/>
                                              </p:val>
                                            </p:tav>
                                            <p:tav tm="100000">
                                              <p:val>
                                                <p:strVal val="#ppt_x"/>
                                              </p:val>
                                            </p:tav>
                                          </p:tavLst>
                                        </p:anim>
                                        <p:animEffect transition="in" filter="wipe(right)">
                                          <p:cBhvr>
                                            <p:cTn id="24" dur="500"/>
                                            <p:tgtEl>
                                              <p:spTgt spid="27"/>
                                            </p:tgtEl>
                                          </p:cBhvr>
                                        </p:animEffect>
                                      </p:childTnLst>
                                    </p:cTn>
                                  </p:par>
                                </p:childTnLst>
                              </p:cTn>
                            </p:par>
                            <p:par>
                              <p:cTn id="25" fill="hold">
                                <p:stCondLst>
                                  <p:cond delay="1500"/>
                                </p:stCondLst>
                                <p:childTnLst>
                                  <p:par>
                                    <p:cTn id="26" presetID="22" presetClass="entr" presetSubtype="8" fill="hold" nodeType="afterEffect">
                                      <p:stCondLst>
                                        <p:cond delay="0"/>
                                      </p:stCondLst>
                                      <p:childTnLst>
                                        <p:set>
                                          <p:cBhvr>
                                            <p:cTn id="27" dur="1" fill="hold">
                                              <p:stCondLst>
                                                <p:cond delay="0"/>
                                              </p:stCondLst>
                                            </p:cTn>
                                            <p:tgtEl>
                                              <p:spTgt spid="33"/>
                                            </p:tgtEl>
                                            <p:attrNameLst>
                                              <p:attrName>style.visibility</p:attrName>
                                            </p:attrNameLst>
                                          </p:cBhvr>
                                          <p:to>
                                            <p:strVal val="visible"/>
                                          </p:to>
                                        </p:set>
                                        <p:animEffect transition="in" filter="wipe(left)">
                                          <p:cBhvr>
                                            <p:cTn id="28" dur="1000"/>
                                            <p:tgtEl>
                                              <p:spTgt spid="33"/>
                                            </p:tgtEl>
                                          </p:cBhvr>
                                        </p:animEffect>
                                      </p:childTnLst>
                                    </p:cTn>
                                  </p:par>
                                </p:childTnLst>
                              </p:cTn>
                            </p:par>
                            <p:par>
                              <p:cTn id="29" fill="hold">
                                <p:stCondLst>
                                  <p:cond delay="2500"/>
                                </p:stCondLst>
                                <p:childTnLst>
                                  <p:par>
                                    <p:cTn id="30" presetID="2" presetClass="entr" presetSubtype="12" accel="58000" fill="hold" nodeType="afterEffect">
                                      <p:stCondLst>
                                        <p:cond delay="0"/>
                                      </p:stCondLst>
                                      <p:childTnLst>
                                        <p:set>
                                          <p:cBhvr>
                                            <p:cTn id="31" dur="1" fill="hold">
                                              <p:stCondLst>
                                                <p:cond delay="0"/>
                                              </p:stCondLst>
                                            </p:cTn>
                                            <p:tgtEl>
                                              <p:spTgt spid="55"/>
                                            </p:tgtEl>
                                            <p:attrNameLst>
                                              <p:attrName>style.visibility</p:attrName>
                                            </p:attrNameLst>
                                          </p:cBhvr>
                                          <p:to>
                                            <p:strVal val="visible"/>
                                          </p:to>
                                        </p:set>
                                        <p:anim calcmode="lin" valueType="num">
                                          <p:cBhvr additive="base">
                                            <p:cTn id="32" dur="2000" fill="hold"/>
                                            <p:tgtEl>
                                              <p:spTgt spid="55"/>
                                            </p:tgtEl>
                                            <p:attrNameLst>
                                              <p:attrName>ppt_x</p:attrName>
                                            </p:attrNameLst>
                                          </p:cBhvr>
                                          <p:tavLst>
                                            <p:tav tm="0">
                                              <p:val>
                                                <p:strVal val="0-#ppt_w/2"/>
                                              </p:val>
                                            </p:tav>
                                            <p:tav tm="100000">
                                              <p:val>
                                                <p:strVal val="#ppt_x"/>
                                              </p:val>
                                            </p:tav>
                                          </p:tavLst>
                                        </p:anim>
                                        <p:anim calcmode="lin" valueType="num">
                                          <p:cBhvr additive="base">
                                            <p:cTn id="33" dur="2000" fill="hold"/>
                                            <p:tgtEl>
                                              <p:spTgt spid="55"/>
                                            </p:tgtEl>
                                            <p:attrNameLst>
                                              <p:attrName>ppt_y</p:attrName>
                                            </p:attrNameLst>
                                          </p:cBhvr>
                                          <p:tavLst>
                                            <p:tav tm="0">
                                              <p:val>
                                                <p:strVal val="1+#ppt_h/2"/>
                                              </p:val>
                                            </p:tav>
                                            <p:tav tm="100000">
                                              <p:val>
                                                <p:strVal val="#ppt_y"/>
                                              </p:val>
                                            </p:tav>
                                          </p:tavLst>
                                        </p:anim>
                                      </p:childTnLst>
                                    </p:cTn>
                                  </p:par>
                                  <p:par>
                                    <p:cTn id="34" presetID="2" presetClass="entr" presetSubtype="3" accel="58000" fill="hold" nodeType="withEffect">
                                      <p:stCondLst>
                                        <p:cond delay="0"/>
                                      </p:stCondLst>
                                      <p:childTnLst>
                                        <p:set>
                                          <p:cBhvr>
                                            <p:cTn id="35" dur="1" fill="hold">
                                              <p:stCondLst>
                                                <p:cond delay="0"/>
                                              </p:stCondLst>
                                            </p:cTn>
                                            <p:tgtEl>
                                              <p:spTgt spid="90"/>
                                            </p:tgtEl>
                                            <p:attrNameLst>
                                              <p:attrName>style.visibility</p:attrName>
                                            </p:attrNameLst>
                                          </p:cBhvr>
                                          <p:to>
                                            <p:strVal val="visible"/>
                                          </p:to>
                                        </p:set>
                                        <p:anim calcmode="lin" valueType="num">
                                          <p:cBhvr additive="base">
                                            <p:cTn id="36" dur="2000" fill="hold"/>
                                            <p:tgtEl>
                                              <p:spTgt spid="90"/>
                                            </p:tgtEl>
                                            <p:attrNameLst>
                                              <p:attrName>ppt_x</p:attrName>
                                            </p:attrNameLst>
                                          </p:cBhvr>
                                          <p:tavLst>
                                            <p:tav tm="0">
                                              <p:val>
                                                <p:strVal val="1+#ppt_w/2"/>
                                              </p:val>
                                            </p:tav>
                                            <p:tav tm="100000">
                                              <p:val>
                                                <p:strVal val="#ppt_x"/>
                                              </p:val>
                                            </p:tav>
                                          </p:tavLst>
                                        </p:anim>
                                        <p:anim calcmode="lin" valueType="num">
                                          <p:cBhvr additive="base">
                                            <p:cTn id="37" dur="2000" fill="hold"/>
                                            <p:tgtEl>
                                              <p:spTgt spid="90"/>
                                            </p:tgtEl>
                                            <p:attrNameLst>
                                              <p:attrName>ppt_y</p:attrName>
                                            </p:attrNameLst>
                                          </p:cBhvr>
                                          <p:tavLst>
                                            <p:tav tm="0">
                                              <p:val>
                                                <p:strVal val="0-#ppt_h/2"/>
                                              </p:val>
                                            </p:tav>
                                            <p:tav tm="100000">
                                              <p:val>
                                                <p:strVal val="#ppt_y"/>
                                              </p:val>
                                            </p:tav>
                                          </p:tavLst>
                                        </p:anim>
                                      </p:childTnLst>
                                    </p:cTn>
                                  </p:par>
                                  <p:par>
                                    <p:cTn id="38" presetID="2" presetClass="entr" presetSubtype="12" accel="58000" fill="hold" nodeType="withEffect">
                                      <p:stCondLst>
                                        <p:cond delay="0"/>
                                      </p:stCondLst>
                                      <p:childTnLst>
                                        <p:set>
                                          <p:cBhvr>
                                            <p:cTn id="39" dur="1" fill="hold">
                                              <p:stCondLst>
                                                <p:cond delay="0"/>
                                              </p:stCondLst>
                                            </p:cTn>
                                            <p:tgtEl>
                                              <p:spTgt spid="62"/>
                                            </p:tgtEl>
                                            <p:attrNameLst>
                                              <p:attrName>style.visibility</p:attrName>
                                            </p:attrNameLst>
                                          </p:cBhvr>
                                          <p:to>
                                            <p:strVal val="visible"/>
                                          </p:to>
                                        </p:set>
                                        <p:anim calcmode="lin" valueType="num">
                                          <p:cBhvr additive="base">
                                            <p:cTn id="40" dur="2000" fill="hold"/>
                                            <p:tgtEl>
                                              <p:spTgt spid="62"/>
                                            </p:tgtEl>
                                            <p:attrNameLst>
                                              <p:attrName>ppt_x</p:attrName>
                                            </p:attrNameLst>
                                          </p:cBhvr>
                                          <p:tavLst>
                                            <p:tav tm="0">
                                              <p:val>
                                                <p:strVal val="0-#ppt_w/2"/>
                                              </p:val>
                                            </p:tav>
                                            <p:tav tm="100000">
                                              <p:val>
                                                <p:strVal val="#ppt_x"/>
                                              </p:val>
                                            </p:tav>
                                          </p:tavLst>
                                        </p:anim>
                                        <p:anim calcmode="lin" valueType="num">
                                          <p:cBhvr additive="base">
                                            <p:cTn id="41" dur="2000" fill="hold"/>
                                            <p:tgtEl>
                                              <p:spTgt spid="62"/>
                                            </p:tgtEl>
                                            <p:attrNameLst>
                                              <p:attrName>ppt_y</p:attrName>
                                            </p:attrNameLst>
                                          </p:cBhvr>
                                          <p:tavLst>
                                            <p:tav tm="0">
                                              <p:val>
                                                <p:strVal val="1+#ppt_h/2"/>
                                              </p:val>
                                            </p:tav>
                                            <p:tav tm="100000">
                                              <p:val>
                                                <p:strVal val="#ppt_y"/>
                                              </p:val>
                                            </p:tav>
                                          </p:tavLst>
                                        </p:anim>
                                      </p:childTnLst>
                                    </p:cTn>
                                  </p:par>
                                  <p:par>
                                    <p:cTn id="42" presetID="2" presetClass="entr" presetSubtype="3" accel="58000" fill="hold" nodeType="withEffect">
                                      <p:stCondLst>
                                        <p:cond delay="0"/>
                                      </p:stCondLst>
                                      <p:childTnLst>
                                        <p:set>
                                          <p:cBhvr>
                                            <p:cTn id="43" dur="1" fill="hold">
                                              <p:stCondLst>
                                                <p:cond delay="0"/>
                                              </p:stCondLst>
                                            </p:cTn>
                                            <p:tgtEl>
                                              <p:spTgt spid="97"/>
                                            </p:tgtEl>
                                            <p:attrNameLst>
                                              <p:attrName>style.visibility</p:attrName>
                                            </p:attrNameLst>
                                          </p:cBhvr>
                                          <p:to>
                                            <p:strVal val="visible"/>
                                          </p:to>
                                        </p:set>
                                        <p:anim calcmode="lin" valueType="num">
                                          <p:cBhvr additive="base">
                                            <p:cTn id="44" dur="2000" fill="hold"/>
                                            <p:tgtEl>
                                              <p:spTgt spid="97"/>
                                            </p:tgtEl>
                                            <p:attrNameLst>
                                              <p:attrName>ppt_x</p:attrName>
                                            </p:attrNameLst>
                                          </p:cBhvr>
                                          <p:tavLst>
                                            <p:tav tm="0">
                                              <p:val>
                                                <p:strVal val="1+#ppt_w/2"/>
                                              </p:val>
                                            </p:tav>
                                            <p:tav tm="100000">
                                              <p:val>
                                                <p:strVal val="#ppt_x"/>
                                              </p:val>
                                            </p:tav>
                                          </p:tavLst>
                                        </p:anim>
                                        <p:anim calcmode="lin" valueType="num">
                                          <p:cBhvr additive="base">
                                            <p:cTn id="45" dur="2000" fill="hold"/>
                                            <p:tgtEl>
                                              <p:spTgt spid="97"/>
                                            </p:tgtEl>
                                            <p:attrNameLst>
                                              <p:attrName>ppt_y</p:attrName>
                                            </p:attrNameLst>
                                          </p:cBhvr>
                                          <p:tavLst>
                                            <p:tav tm="0">
                                              <p:val>
                                                <p:strVal val="0-#ppt_h/2"/>
                                              </p:val>
                                            </p:tav>
                                            <p:tav tm="100000">
                                              <p:val>
                                                <p:strVal val="#ppt_y"/>
                                              </p:val>
                                            </p:tav>
                                          </p:tavLst>
                                        </p:anim>
                                      </p:childTnLst>
                                    </p:cTn>
                                  </p:par>
                                </p:childTnLst>
                              </p:cTn>
                            </p:par>
                            <p:par>
                              <p:cTn id="46" fill="hold">
                                <p:stCondLst>
                                  <p:cond delay="4500"/>
                                </p:stCondLst>
                                <p:childTnLst>
                                  <p:par>
                                    <p:cTn id="47" presetID="42" presetClass="entr" presetSubtype="0" fill="hold" nodeType="afterEffect">
                                      <p:stCondLst>
                                        <p:cond delay="0"/>
                                      </p:stCondLst>
                                      <p:childTnLst>
                                        <p:set>
                                          <p:cBhvr>
                                            <p:cTn id="48" dur="1" fill="hold">
                                              <p:stCondLst>
                                                <p:cond delay="0"/>
                                              </p:stCondLst>
                                            </p:cTn>
                                            <p:tgtEl>
                                              <p:spTgt spid="38"/>
                                            </p:tgtEl>
                                            <p:attrNameLst>
                                              <p:attrName>style.visibility</p:attrName>
                                            </p:attrNameLst>
                                          </p:cBhvr>
                                          <p:to>
                                            <p:strVal val="visible"/>
                                          </p:to>
                                        </p:set>
                                        <p:animEffect transition="in" filter="fade">
                                          <p:cBhvr>
                                            <p:cTn id="49" dur="500"/>
                                            <p:tgtEl>
                                              <p:spTgt spid="38"/>
                                            </p:tgtEl>
                                          </p:cBhvr>
                                        </p:animEffect>
                                        <p:anim calcmode="lin" valueType="num">
                                          <p:cBhvr>
                                            <p:cTn id="50" dur="500" fill="hold"/>
                                            <p:tgtEl>
                                              <p:spTgt spid="38"/>
                                            </p:tgtEl>
                                            <p:attrNameLst>
                                              <p:attrName>ppt_x</p:attrName>
                                            </p:attrNameLst>
                                          </p:cBhvr>
                                          <p:tavLst>
                                            <p:tav tm="0">
                                              <p:val>
                                                <p:strVal val="#ppt_x"/>
                                              </p:val>
                                            </p:tav>
                                            <p:tav tm="100000">
                                              <p:val>
                                                <p:strVal val="#ppt_x"/>
                                              </p:val>
                                            </p:tav>
                                          </p:tavLst>
                                        </p:anim>
                                        <p:anim calcmode="lin" valueType="num">
                                          <p:cBhvr>
                                            <p:cTn id="51" dur="500" fill="hold"/>
                                            <p:tgtEl>
                                              <p:spTgt spid="38"/>
                                            </p:tgtEl>
                                            <p:attrNameLst>
                                              <p:attrName>ppt_y</p:attrName>
                                            </p:attrNameLst>
                                          </p:cBhvr>
                                          <p:tavLst>
                                            <p:tav tm="0">
                                              <p:val>
                                                <p:strVal val="#ppt_y+.1"/>
                                              </p:val>
                                            </p:tav>
                                            <p:tav tm="100000">
                                              <p:val>
                                                <p:strVal val="#ppt_y"/>
                                              </p:val>
                                            </p:tav>
                                          </p:tavLst>
                                        </p:anim>
                                      </p:childTnLst>
                                    </p:cTn>
                                  </p:par>
                                </p:childTnLst>
                              </p:cTn>
                            </p:par>
                            <p:par>
                              <p:cTn id="52" fill="hold">
                                <p:stCondLst>
                                  <p:cond delay="5000"/>
                                </p:stCondLst>
                                <p:childTnLst>
                                  <p:par>
                                    <p:cTn id="53" presetID="42" presetClass="entr" presetSubtype="0" fill="hold" nodeType="afterEffect">
                                      <p:stCondLst>
                                        <p:cond delay="0"/>
                                      </p:stCondLst>
                                      <p:childTnLst>
                                        <p:set>
                                          <p:cBhvr>
                                            <p:cTn id="54" dur="1" fill="hold">
                                              <p:stCondLst>
                                                <p:cond delay="0"/>
                                              </p:stCondLst>
                                            </p:cTn>
                                            <p:tgtEl>
                                              <p:spTgt spid="107"/>
                                            </p:tgtEl>
                                            <p:attrNameLst>
                                              <p:attrName>style.visibility</p:attrName>
                                            </p:attrNameLst>
                                          </p:cBhvr>
                                          <p:to>
                                            <p:strVal val="visible"/>
                                          </p:to>
                                        </p:set>
                                        <p:animEffect transition="in" filter="fade">
                                          <p:cBhvr>
                                            <p:cTn id="55" dur="500"/>
                                            <p:tgtEl>
                                              <p:spTgt spid="107"/>
                                            </p:tgtEl>
                                          </p:cBhvr>
                                        </p:animEffect>
                                        <p:anim calcmode="lin" valueType="num">
                                          <p:cBhvr>
                                            <p:cTn id="56" dur="500" fill="hold"/>
                                            <p:tgtEl>
                                              <p:spTgt spid="107"/>
                                            </p:tgtEl>
                                            <p:attrNameLst>
                                              <p:attrName>ppt_x</p:attrName>
                                            </p:attrNameLst>
                                          </p:cBhvr>
                                          <p:tavLst>
                                            <p:tav tm="0">
                                              <p:val>
                                                <p:strVal val="#ppt_x"/>
                                              </p:val>
                                            </p:tav>
                                            <p:tav tm="100000">
                                              <p:val>
                                                <p:strVal val="#ppt_x"/>
                                              </p:val>
                                            </p:tav>
                                          </p:tavLst>
                                        </p:anim>
                                        <p:anim calcmode="lin" valueType="num">
                                          <p:cBhvr>
                                            <p:cTn id="57" dur="500" fill="hold"/>
                                            <p:tgtEl>
                                              <p:spTgt spid="107"/>
                                            </p:tgtEl>
                                            <p:attrNameLst>
                                              <p:attrName>ppt_y</p:attrName>
                                            </p:attrNameLst>
                                          </p:cBhvr>
                                          <p:tavLst>
                                            <p:tav tm="0">
                                              <p:val>
                                                <p:strVal val="#ppt_y+.1"/>
                                              </p:val>
                                            </p:tav>
                                            <p:tav tm="100000">
                                              <p:val>
                                                <p:strVal val="#ppt_y"/>
                                              </p:val>
                                            </p:tav>
                                          </p:tavLst>
                                        </p:anim>
                                      </p:childTnLst>
                                    </p:cTn>
                                  </p:par>
                                </p:childTnLst>
                              </p:cTn>
                            </p:par>
                            <p:par>
                              <p:cTn id="58" fill="hold">
                                <p:stCondLst>
                                  <p:cond delay="5500"/>
                                </p:stCondLst>
                                <p:childTnLst>
                                  <p:par>
                                    <p:cTn id="59" presetID="42" presetClass="entr" presetSubtype="0" fill="hold" nodeType="afterEffect">
                                      <p:stCondLst>
                                        <p:cond delay="0"/>
                                      </p:stCondLst>
                                      <p:childTnLst>
                                        <p:set>
                                          <p:cBhvr>
                                            <p:cTn id="60" dur="1" fill="hold">
                                              <p:stCondLst>
                                                <p:cond delay="0"/>
                                              </p:stCondLst>
                                            </p:cTn>
                                            <p:tgtEl>
                                              <p:spTgt spid="104"/>
                                            </p:tgtEl>
                                            <p:attrNameLst>
                                              <p:attrName>style.visibility</p:attrName>
                                            </p:attrNameLst>
                                          </p:cBhvr>
                                          <p:to>
                                            <p:strVal val="visible"/>
                                          </p:to>
                                        </p:set>
                                        <p:animEffect transition="in" filter="fade">
                                          <p:cBhvr>
                                            <p:cTn id="61" dur="500"/>
                                            <p:tgtEl>
                                              <p:spTgt spid="104"/>
                                            </p:tgtEl>
                                          </p:cBhvr>
                                        </p:animEffect>
                                        <p:anim calcmode="lin" valueType="num">
                                          <p:cBhvr>
                                            <p:cTn id="62" dur="500" fill="hold"/>
                                            <p:tgtEl>
                                              <p:spTgt spid="104"/>
                                            </p:tgtEl>
                                            <p:attrNameLst>
                                              <p:attrName>ppt_x</p:attrName>
                                            </p:attrNameLst>
                                          </p:cBhvr>
                                          <p:tavLst>
                                            <p:tav tm="0">
                                              <p:val>
                                                <p:strVal val="#ppt_x"/>
                                              </p:val>
                                            </p:tav>
                                            <p:tav tm="100000">
                                              <p:val>
                                                <p:strVal val="#ppt_x"/>
                                              </p:val>
                                            </p:tav>
                                          </p:tavLst>
                                        </p:anim>
                                        <p:anim calcmode="lin" valueType="num">
                                          <p:cBhvr>
                                            <p:cTn id="63" dur="500" fill="hold"/>
                                            <p:tgtEl>
                                              <p:spTgt spid="104"/>
                                            </p:tgtEl>
                                            <p:attrNameLst>
                                              <p:attrName>ppt_y</p:attrName>
                                            </p:attrNameLst>
                                          </p:cBhvr>
                                          <p:tavLst>
                                            <p:tav tm="0">
                                              <p:val>
                                                <p:strVal val="#ppt_y+.1"/>
                                              </p:val>
                                            </p:tav>
                                            <p:tav tm="100000">
                                              <p:val>
                                                <p:strVal val="#ppt_y"/>
                                              </p:val>
                                            </p:tav>
                                          </p:tavLst>
                                        </p:anim>
                                      </p:childTnLst>
                                    </p:cTn>
                                  </p:par>
                                </p:childTnLst>
                              </p:cTn>
                            </p:par>
                            <p:par>
                              <p:cTn id="64" fill="hold">
                                <p:stCondLst>
                                  <p:cond delay="6000"/>
                                </p:stCondLst>
                                <p:childTnLst>
                                  <p:par>
                                    <p:cTn id="65" presetID="42" presetClass="entr" presetSubtype="0" fill="hold" nodeType="afterEffect">
                                      <p:stCondLst>
                                        <p:cond delay="0"/>
                                      </p:stCondLst>
                                      <p:childTnLst>
                                        <p:set>
                                          <p:cBhvr>
                                            <p:cTn id="66" dur="1" fill="hold">
                                              <p:stCondLst>
                                                <p:cond delay="0"/>
                                              </p:stCondLst>
                                            </p:cTn>
                                            <p:tgtEl>
                                              <p:spTgt spid="110"/>
                                            </p:tgtEl>
                                            <p:attrNameLst>
                                              <p:attrName>style.visibility</p:attrName>
                                            </p:attrNameLst>
                                          </p:cBhvr>
                                          <p:to>
                                            <p:strVal val="visible"/>
                                          </p:to>
                                        </p:set>
                                        <p:animEffect transition="in" filter="fade">
                                          <p:cBhvr>
                                            <p:cTn id="67" dur="500"/>
                                            <p:tgtEl>
                                              <p:spTgt spid="110"/>
                                            </p:tgtEl>
                                          </p:cBhvr>
                                        </p:animEffect>
                                        <p:anim calcmode="lin" valueType="num">
                                          <p:cBhvr>
                                            <p:cTn id="68" dur="500" fill="hold"/>
                                            <p:tgtEl>
                                              <p:spTgt spid="110"/>
                                            </p:tgtEl>
                                            <p:attrNameLst>
                                              <p:attrName>ppt_x</p:attrName>
                                            </p:attrNameLst>
                                          </p:cBhvr>
                                          <p:tavLst>
                                            <p:tav tm="0">
                                              <p:val>
                                                <p:strVal val="#ppt_x"/>
                                              </p:val>
                                            </p:tav>
                                            <p:tav tm="100000">
                                              <p:val>
                                                <p:strVal val="#ppt_x"/>
                                              </p:val>
                                            </p:tav>
                                          </p:tavLst>
                                        </p:anim>
                                        <p:anim calcmode="lin" valueType="num">
                                          <p:cBhvr>
                                            <p:cTn id="69" dur="500" fill="hold"/>
                                            <p:tgtEl>
                                              <p:spTgt spid="1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6" grpId="0"/>
          <p:bldP spid="27" grpId="0"/>
        </p:bldLst>
      </p:timing>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0481" name="矩形 34"/>
          <p:cNvGrpSpPr/>
          <p:nvPr/>
        </p:nvGrpSpPr>
        <p:grpSpPr bwMode="auto">
          <a:xfrm>
            <a:off x="-23812" y="2166937"/>
            <a:ext cx="9314260" cy="109538"/>
            <a:chOff x="634" y="2396"/>
            <a:chExt cx="6470" cy="238"/>
          </a:xfrm>
        </p:grpSpPr>
        <p:pic>
          <p:nvPicPr>
            <p:cNvPr id="20486" name="矩形 34"/>
            <p:cNvPicPr>
              <a:picLocks noChangeArrowheads="1"/>
            </p:cNvPicPr>
            <p:nvPr/>
          </p:nvPicPr>
          <p:blipFill>
            <a:blip r:embed="rId1" cstate="print"/>
            <a:srcRect/>
            <a:stretch>
              <a:fillRect/>
            </a:stretch>
          </p:blipFill>
          <p:spPr bwMode="auto">
            <a:xfrm>
              <a:off x="634" y="2396"/>
              <a:ext cx="6470" cy="238"/>
            </a:xfrm>
            <a:prstGeom prst="rect">
              <a:avLst/>
            </a:prstGeom>
            <a:noFill/>
            <a:ln w="9525">
              <a:noFill/>
              <a:miter lim="800000"/>
              <a:headEnd/>
              <a:tailEnd/>
            </a:ln>
          </p:spPr>
        </p:pic>
        <p:sp>
          <p:nvSpPr>
            <p:cNvPr id="20487" name="Text Box 4"/>
            <p:cNvSpPr txBox="1">
              <a:spLocks noChangeArrowheads="1"/>
            </p:cNvSpPr>
            <p:nvPr/>
          </p:nvSpPr>
          <p:spPr bwMode="auto">
            <a:xfrm rot="-5400000">
              <a:off x="3769" y="-700"/>
              <a:ext cx="102" cy="6337"/>
            </a:xfrm>
            <a:prstGeom prst="rect">
              <a:avLst/>
            </a:prstGeom>
            <a:noFill/>
            <a:ln w="9525">
              <a:noFill/>
              <a:miter lim="800000"/>
            </a:ln>
          </p:spPr>
          <p:txBody>
            <a:bodyPr vert="eaVert" anchor="ctr"/>
            <a:lstStyle/>
            <a:p>
              <a:pPr algn="ctr"/>
              <a:endParaRPr lang="zh-CN" altLang="en-US" sz="600" b="1"/>
            </a:p>
          </p:txBody>
        </p:sp>
      </p:grpSp>
      <p:sp>
        <p:nvSpPr>
          <p:cNvPr id="12" name="椭圆 11"/>
          <p:cNvSpPr/>
          <p:nvPr/>
        </p:nvSpPr>
        <p:spPr>
          <a:xfrm>
            <a:off x="3822085" y="1563280"/>
            <a:ext cx="1299658" cy="1298468"/>
          </a:xfrm>
          <a:prstGeom prst="ellipse">
            <a:avLst/>
          </a:prstGeom>
          <a:gradFill flip="none" rotWithShape="1">
            <a:gsLst>
              <a:gs pos="0">
                <a:schemeClr val="bg1">
                  <a:lumMod val="85000"/>
                </a:schemeClr>
              </a:gs>
              <a:gs pos="100000">
                <a:schemeClr val="bg1"/>
              </a:gs>
            </a:gsLst>
            <a:lin ang="2700000" scaled="1"/>
            <a:tileRect/>
          </a:gradFill>
          <a:ln w="38100">
            <a:gradFill flip="none" rotWithShape="1">
              <a:gsLst>
                <a:gs pos="0">
                  <a:schemeClr val="bg1"/>
                </a:gs>
                <a:gs pos="100000">
                  <a:schemeClr val="bg1">
                    <a:lumMod val="85000"/>
                  </a:schemeClr>
                </a:gs>
              </a:gsLst>
              <a:lin ang="2700000" scaled="1"/>
              <a:tileRect/>
            </a:gradFill>
          </a:ln>
          <a:effectLst>
            <a:outerShdw blurRad="88900" dist="101600" dir="2700000" algn="tl"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a:defRPr/>
            </a:pPr>
            <a:r>
              <a:rPr lang="en-US" altLang="zh-CN" sz="4500" b="1" dirty="0">
                <a:solidFill>
                  <a:srgbClr val="679E2A"/>
                </a:solidFill>
              </a:rPr>
              <a:t>04</a:t>
            </a:r>
            <a:endParaRPr lang="en-US" altLang="zh-CN" sz="4500" b="1" dirty="0">
              <a:solidFill>
                <a:srgbClr val="679E2A"/>
              </a:solidFill>
            </a:endParaRPr>
          </a:p>
        </p:txBody>
      </p:sp>
      <p:sp>
        <p:nvSpPr>
          <p:cNvPr id="20485" name="文本框 13"/>
          <p:cNvSpPr txBox="1">
            <a:spLocks noChangeArrowheads="1"/>
          </p:cNvSpPr>
          <p:nvPr/>
        </p:nvSpPr>
        <p:spPr bwMode="auto">
          <a:xfrm>
            <a:off x="2124075" y="2974340"/>
            <a:ext cx="4619625" cy="575945"/>
          </a:xfrm>
          <a:prstGeom prst="rect">
            <a:avLst/>
          </a:prstGeom>
          <a:noFill/>
          <a:ln w="9525">
            <a:noFill/>
            <a:miter lim="800000"/>
          </a:ln>
        </p:spPr>
        <p:txBody>
          <a:bodyPr wrap="square" lIns="68580" tIns="34290" rIns="68580" bIns="34290">
            <a:spAutoFit/>
          </a:bodyPr>
          <a:lstStyle/>
          <a:p>
            <a:pPr algn="ctr"/>
            <a:r>
              <a:rPr lang="zh-CN" altLang="en-US" sz="3300" b="1" dirty="0">
                <a:solidFill>
                  <a:schemeClr val="tx1">
                    <a:lumMod val="75000"/>
                    <a:lumOff val="25000"/>
                  </a:schemeClr>
                </a:solidFill>
                <a:latin typeface="微软雅黑" panose="020B0503020204020204" pitchFamily="34" charset="-122"/>
                <a:ea typeface="微软雅黑" panose="020B0503020204020204" pitchFamily="34" charset="-122"/>
              </a:rPr>
              <a:t>技术路线及可行性分析</a:t>
            </a:r>
            <a:endParaRPr lang="zh-CN" altLang="en-US" sz="33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grpSp>
        <p:nvGrpSpPr>
          <p:cNvPr id="8" name="组合 7"/>
          <p:cNvGrpSpPr/>
          <p:nvPr/>
        </p:nvGrpSpPr>
        <p:grpSpPr>
          <a:xfrm>
            <a:off x="6284086" y="4299943"/>
            <a:ext cx="1178923" cy="990581"/>
            <a:chOff x="304800" y="673100"/>
            <a:chExt cx="4000500" cy="4000500"/>
          </a:xfrm>
          <a:effectLst>
            <a:outerShdw blurRad="444500" dist="254000" dir="8100000" algn="tr" rotWithShape="0">
              <a:prstClr val="black">
                <a:alpha val="50000"/>
              </a:prstClr>
            </a:outerShdw>
          </a:effectLst>
        </p:grpSpPr>
        <p:sp>
          <p:nvSpPr>
            <p:cNvPr id="9" name="同心圆 11"/>
            <p:cNvSpPr/>
            <p:nvPr/>
          </p:nvSpPr>
          <p:spPr>
            <a:xfrm>
              <a:off x="304800" y="673100"/>
              <a:ext cx="4000500" cy="4000500"/>
            </a:xfrm>
            <a:prstGeom prst="hexagon">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noFill/>
              <a:prstDash val="solid"/>
            </a:ln>
            <a:effectLst/>
          </p:spPr>
          <p:txBody>
            <a:bodyPr rtlCol="0" anchor="ctr"/>
            <a:lstStyle/>
            <a:p>
              <a:pPr defTabSz="914400">
                <a:defRPr/>
              </a:pPr>
              <a:endParaRPr lang="zh-CN" altLang="en-US" kern="0">
                <a:solidFill>
                  <a:sysClr val="windowText" lastClr="000000"/>
                </a:solidFill>
                <a:latin typeface="Calibri" panose="020F0502020204030204"/>
                <a:ea typeface="宋体" panose="02010600030101010101" pitchFamily="2" charset="-122"/>
              </a:endParaRPr>
            </a:p>
          </p:txBody>
        </p:sp>
        <p:sp>
          <p:nvSpPr>
            <p:cNvPr id="10" name="椭圆 12"/>
            <p:cNvSpPr/>
            <p:nvPr/>
          </p:nvSpPr>
          <p:spPr>
            <a:xfrm>
              <a:off x="392112" y="760412"/>
              <a:ext cx="3825874" cy="3825874"/>
            </a:xfrm>
            <a:prstGeom prst="hexagon">
              <a:avLst/>
            </a:prstGeom>
            <a:gradFill>
              <a:gsLst>
                <a:gs pos="0">
                  <a:sysClr val="window" lastClr="FFFFFF"/>
                </a:gs>
                <a:gs pos="51000">
                  <a:sysClr val="window" lastClr="FFFFFF">
                    <a:lumMod val="95000"/>
                  </a:sysClr>
                </a:gs>
                <a:gs pos="100000">
                  <a:sysClr val="window" lastClr="FFFFFF">
                    <a:lumMod val="75000"/>
                  </a:sysClr>
                </a:gs>
              </a:gsLst>
              <a:lin ang="18900000" scaled="0"/>
            </a:gradFill>
            <a:ln w="25400" cap="flat" cmpd="sng" algn="ctr">
              <a:noFill/>
              <a:prstDash val="solid"/>
            </a:ln>
            <a:effectLst/>
          </p:spPr>
          <p:txBody>
            <a:bodyPr rtlCol="0" anchor="ctr"/>
            <a:lstStyle/>
            <a:p>
              <a:pPr defTabSz="914400">
                <a:defRPr/>
              </a:pPr>
              <a:endParaRPr lang="zh-CN" altLang="en-US" kern="0">
                <a:solidFill>
                  <a:sysClr val="window" lastClr="FFFFFF"/>
                </a:solidFill>
                <a:latin typeface="Calibri" panose="020F0502020204030204"/>
                <a:ea typeface="宋体" panose="02010600030101010101" pitchFamily="2" charset="-122"/>
              </a:endParaRPr>
            </a:p>
          </p:txBody>
        </p:sp>
      </p:grpSp>
      <p:grpSp>
        <p:nvGrpSpPr>
          <p:cNvPr id="11" name="组合 10"/>
          <p:cNvGrpSpPr/>
          <p:nvPr/>
        </p:nvGrpSpPr>
        <p:grpSpPr>
          <a:xfrm>
            <a:off x="4757398" y="4707084"/>
            <a:ext cx="630038" cy="529386"/>
            <a:chOff x="304800" y="673100"/>
            <a:chExt cx="4000500" cy="4000500"/>
          </a:xfrm>
          <a:effectLst>
            <a:outerShdw blurRad="444500" dist="254000" dir="8100000" algn="tr" rotWithShape="0">
              <a:prstClr val="black">
                <a:alpha val="50000"/>
              </a:prstClr>
            </a:outerShdw>
          </a:effectLst>
        </p:grpSpPr>
        <p:sp>
          <p:nvSpPr>
            <p:cNvPr id="13" name="同心圆 14"/>
            <p:cNvSpPr/>
            <p:nvPr/>
          </p:nvSpPr>
          <p:spPr>
            <a:xfrm>
              <a:off x="304800" y="673100"/>
              <a:ext cx="4000500" cy="4000500"/>
            </a:xfrm>
            <a:prstGeom prst="hexagon">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noFill/>
              <a:prstDash val="solid"/>
            </a:ln>
            <a:effectLst/>
          </p:spPr>
          <p:txBody>
            <a:bodyPr rtlCol="0" anchor="ctr"/>
            <a:lstStyle/>
            <a:p>
              <a:pPr defTabSz="914400">
                <a:defRPr/>
              </a:pPr>
              <a:endParaRPr lang="zh-CN" altLang="en-US" sz="1200" kern="0">
                <a:solidFill>
                  <a:sysClr val="windowText" lastClr="000000"/>
                </a:solidFill>
                <a:latin typeface="Calibri" panose="020F0502020204030204"/>
                <a:ea typeface="宋体" panose="02010600030101010101" pitchFamily="2" charset="-122"/>
              </a:endParaRPr>
            </a:p>
          </p:txBody>
        </p:sp>
        <p:sp>
          <p:nvSpPr>
            <p:cNvPr id="14" name="椭圆 15"/>
            <p:cNvSpPr/>
            <p:nvPr/>
          </p:nvSpPr>
          <p:spPr>
            <a:xfrm>
              <a:off x="392112" y="760412"/>
              <a:ext cx="3825874" cy="3825874"/>
            </a:xfrm>
            <a:prstGeom prst="hexagon">
              <a:avLst/>
            </a:prstGeom>
            <a:gradFill>
              <a:gsLst>
                <a:gs pos="0">
                  <a:sysClr val="window" lastClr="FFFFFF"/>
                </a:gs>
                <a:gs pos="51000">
                  <a:sysClr val="window" lastClr="FFFFFF">
                    <a:lumMod val="95000"/>
                  </a:sysClr>
                </a:gs>
                <a:gs pos="100000">
                  <a:sysClr val="window" lastClr="FFFFFF">
                    <a:lumMod val="75000"/>
                  </a:sysClr>
                </a:gs>
              </a:gsLst>
              <a:lin ang="18900000" scaled="0"/>
            </a:gradFill>
            <a:ln w="25400" cap="flat" cmpd="sng" algn="ctr">
              <a:noFill/>
              <a:prstDash val="solid"/>
            </a:ln>
            <a:effectLst/>
          </p:spPr>
          <p:txBody>
            <a:bodyPr rtlCol="0" anchor="ctr"/>
            <a:lstStyle/>
            <a:p>
              <a:pPr defTabSz="914400">
                <a:defRPr/>
              </a:pPr>
              <a:endParaRPr lang="zh-CN" altLang="en-US" sz="1200" kern="0">
                <a:solidFill>
                  <a:sysClr val="windowText" lastClr="000000"/>
                </a:solidFill>
                <a:latin typeface="Calibri" panose="020F0502020204030204"/>
                <a:ea typeface="宋体" panose="02010600030101010101" pitchFamily="2" charset="-122"/>
              </a:endParaRPr>
            </a:p>
          </p:txBody>
        </p:sp>
      </p:grpSp>
      <p:grpSp>
        <p:nvGrpSpPr>
          <p:cNvPr id="15" name="组合 14"/>
          <p:cNvGrpSpPr/>
          <p:nvPr/>
        </p:nvGrpSpPr>
        <p:grpSpPr>
          <a:xfrm>
            <a:off x="5435980" y="5063807"/>
            <a:ext cx="890249" cy="748024"/>
            <a:chOff x="304800" y="673100"/>
            <a:chExt cx="4000500" cy="4000500"/>
          </a:xfrm>
          <a:effectLst>
            <a:outerShdw blurRad="444500" dist="254000" dir="8100000" algn="tr" rotWithShape="0">
              <a:prstClr val="black">
                <a:alpha val="50000"/>
              </a:prstClr>
            </a:outerShdw>
          </a:effectLst>
        </p:grpSpPr>
        <p:sp>
          <p:nvSpPr>
            <p:cNvPr id="16" name="同心圆 17"/>
            <p:cNvSpPr/>
            <p:nvPr/>
          </p:nvSpPr>
          <p:spPr>
            <a:xfrm>
              <a:off x="304800" y="673100"/>
              <a:ext cx="4000500" cy="4000500"/>
            </a:xfrm>
            <a:prstGeom prst="hexagon">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noFill/>
              <a:prstDash val="solid"/>
            </a:ln>
            <a:effectLst/>
          </p:spPr>
          <p:txBody>
            <a:bodyPr rtlCol="0" anchor="ctr"/>
            <a:lstStyle/>
            <a:p>
              <a:pPr defTabSz="914400">
                <a:defRPr/>
              </a:pPr>
              <a:endParaRPr lang="zh-CN" altLang="en-US" sz="1200" kern="0">
                <a:solidFill>
                  <a:sysClr val="windowText" lastClr="000000"/>
                </a:solidFill>
                <a:latin typeface="Calibri" panose="020F0502020204030204"/>
                <a:ea typeface="宋体" panose="02010600030101010101" pitchFamily="2" charset="-122"/>
              </a:endParaRPr>
            </a:p>
          </p:txBody>
        </p:sp>
        <p:sp>
          <p:nvSpPr>
            <p:cNvPr id="17" name="椭圆 18"/>
            <p:cNvSpPr/>
            <p:nvPr/>
          </p:nvSpPr>
          <p:spPr>
            <a:xfrm>
              <a:off x="392112" y="760412"/>
              <a:ext cx="3825874" cy="3825874"/>
            </a:xfrm>
            <a:prstGeom prst="hexagon">
              <a:avLst/>
            </a:prstGeom>
            <a:gradFill>
              <a:gsLst>
                <a:gs pos="0">
                  <a:sysClr val="window" lastClr="FFFFFF"/>
                </a:gs>
                <a:gs pos="51000">
                  <a:sysClr val="window" lastClr="FFFFFF">
                    <a:lumMod val="95000"/>
                  </a:sysClr>
                </a:gs>
                <a:gs pos="100000">
                  <a:sysClr val="window" lastClr="FFFFFF">
                    <a:lumMod val="75000"/>
                  </a:sysClr>
                </a:gs>
              </a:gsLst>
              <a:lin ang="18900000" scaled="0"/>
            </a:gradFill>
            <a:ln w="25400" cap="flat" cmpd="sng" algn="ctr">
              <a:noFill/>
              <a:prstDash val="solid"/>
            </a:ln>
            <a:effectLst/>
          </p:spPr>
          <p:txBody>
            <a:bodyPr rtlCol="0" anchor="ctr"/>
            <a:lstStyle/>
            <a:p>
              <a:pPr defTabSz="914400">
                <a:defRPr/>
              </a:pPr>
              <a:endParaRPr lang="zh-CN" altLang="en-US" sz="1200" kern="0">
                <a:solidFill>
                  <a:sysClr val="windowText" lastClr="000000"/>
                </a:solidFill>
                <a:latin typeface="Calibri" panose="020F0502020204030204"/>
                <a:ea typeface="宋体" panose="02010600030101010101" pitchFamily="2" charset="-122"/>
              </a:endParaRPr>
            </a:p>
          </p:txBody>
        </p:sp>
      </p:grpSp>
      <p:grpSp>
        <p:nvGrpSpPr>
          <p:cNvPr id="18" name="组合 17"/>
          <p:cNvGrpSpPr/>
          <p:nvPr/>
        </p:nvGrpSpPr>
        <p:grpSpPr>
          <a:xfrm>
            <a:off x="7757778" y="4841201"/>
            <a:ext cx="685592" cy="576062"/>
            <a:chOff x="304800" y="673100"/>
            <a:chExt cx="4000500" cy="4000500"/>
          </a:xfrm>
          <a:effectLst>
            <a:outerShdw blurRad="444500" dist="254000" dir="8100000" algn="tr" rotWithShape="0">
              <a:prstClr val="black">
                <a:alpha val="50000"/>
              </a:prstClr>
            </a:outerShdw>
          </a:effectLst>
        </p:grpSpPr>
        <p:sp>
          <p:nvSpPr>
            <p:cNvPr id="19" name="同心圆 20"/>
            <p:cNvSpPr/>
            <p:nvPr/>
          </p:nvSpPr>
          <p:spPr>
            <a:xfrm>
              <a:off x="304800" y="673100"/>
              <a:ext cx="4000500" cy="4000500"/>
            </a:xfrm>
            <a:prstGeom prst="hexagon">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noFill/>
              <a:prstDash val="solid"/>
            </a:ln>
            <a:effectLst/>
          </p:spPr>
          <p:txBody>
            <a:bodyPr rtlCol="0" anchor="ctr"/>
            <a:lstStyle/>
            <a:p>
              <a:pPr defTabSz="914400">
                <a:defRPr/>
              </a:pPr>
              <a:endParaRPr lang="zh-CN" altLang="en-US" kern="0">
                <a:solidFill>
                  <a:sysClr val="windowText" lastClr="000000"/>
                </a:solidFill>
                <a:latin typeface="Calibri" panose="020F0502020204030204"/>
                <a:ea typeface="宋体" panose="02010600030101010101" pitchFamily="2" charset="-122"/>
              </a:endParaRPr>
            </a:p>
          </p:txBody>
        </p:sp>
        <p:sp>
          <p:nvSpPr>
            <p:cNvPr id="20" name="椭圆 21"/>
            <p:cNvSpPr/>
            <p:nvPr/>
          </p:nvSpPr>
          <p:spPr>
            <a:xfrm>
              <a:off x="392112" y="760412"/>
              <a:ext cx="3825874" cy="3825874"/>
            </a:xfrm>
            <a:prstGeom prst="hexagon">
              <a:avLst/>
            </a:prstGeom>
            <a:gradFill>
              <a:gsLst>
                <a:gs pos="0">
                  <a:sysClr val="window" lastClr="FFFFFF"/>
                </a:gs>
                <a:gs pos="51000">
                  <a:sysClr val="window" lastClr="FFFFFF">
                    <a:lumMod val="95000"/>
                  </a:sysClr>
                </a:gs>
                <a:gs pos="100000">
                  <a:sysClr val="window" lastClr="FFFFFF">
                    <a:lumMod val="75000"/>
                  </a:sysClr>
                </a:gs>
              </a:gsLst>
              <a:lin ang="18900000" scaled="0"/>
            </a:gradFill>
            <a:ln w="25400" cap="flat" cmpd="sng" algn="ctr">
              <a:noFill/>
              <a:prstDash val="solid"/>
            </a:ln>
            <a:effectLst/>
          </p:spPr>
          <p:txBody>
            <a:bodyPr rtlCol="0" anchor="ctr"/>
            <a:lstStyle/>
            <a:p>
              <a:pPr defTabSz="914400">
                <a:defRPr/>
              </a:pPr>
              <a:endParaRPr lang="zh-CN" altLang="en-US" kern="0">
                <a:solidFill>
                  <a:sysClr val="window" lastClr="FFFFFF"/>
                </a:solidFill>
                <a:latin typeface="Calibri" panose="020F0502020204030204"/>
                <a:ea typeface="宋体" panose="02010600030101010101" pitchFamily="2" charset="-122"/>
              </a:endParaRPr>
            </a:p>
          </p:txBody>
        </p:sp>
      </p:grpSp>
      <p:grpSp>
        <p:nvGrpSpPr>
          <p:cNvPr id="21" name="组合 20"/>
          <p:cNvGrpSpPr/>
          <p:nvPr/>
        </p:nvGrpSpPr>
        <p:grpSpPr>
          <a:xfrm>
            <a:off x="766340" y="5134279"/>
            <a:ext cx="588678" cy="494633"/>
            <a:chOff x="304800" y="673100"/>
            <a:chExt cx="4000500" cy="4000500"/>
          </a:xfrm>
          <a:effectLst>
            <a:outerShdw blurRad="444500" dist="254000" dir="8100000" algn="tr" rotWithShape="0">
              <a:prstClr val="black">
                <a:alpha val="50000"/>
              </a:prstClr>
            </a:outerShdw>
          </a:effectLst>
        </p:grpSpPr>
        <p:sp>
          <p:nvSpPr>
            <p:cNvPr id="22" name="同心圆 23"/>
            <p:cNvSpPr/>
            <p:nvPr/>
          </p:nvSpPr>
          <p:spPr>
            <a:xfrm>
              <a:off x="304800" y="673100"/>
              <a:ext cx="4000500" cy="4000500"/>
            </a:xfrm>
            <a:prstGeom prst="hexagon">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noFill/>
              <a:prstDash val="solid"/>
            </a:ln>
            <a:effectLst/>
          </p:spPr>
          <p:txBody>
            <a:bodyPr rtlCol="0" anchor="ctr"/>
            <a:lstStyle/>
            <a:p>
              <a:pPr defTabSz="914400">
                <a:defRPr/>
              </a:pPr>
              <a:endParaRPr lang="zh-CN" altLang="en-US" sz="1200" kern="0">
                <a:solidFill>
                  <a:sysClr val="windowText" lastClr="000000"/>
                </a:solidFill>
                <a:latin typeface="Calibri" panose="020F0502020204030204"/>
                <a:ea typeface="宋体" panose="02010600030101010101" pitchFamily="2" charset="-122"/>
              </a:endParaRPr>
            </a:p>
          </p:txBody>
        </p:sp>
        <p:sp>
          <p:nvSpPr>
            <p:cNvPr id="23" name="椭圆 24"/>
            <p:cNvSpPr/>
            <p:nvPr/>
          </p:nvSpPr>
          <p:spPr>
            <a:xfrm>
              <a:off x="392112" y="760412"/>
              <a:ext cx="3825874" cy="3825874"/>
            </a:xfrm>
            <a:prstGeom prst="hexagon">
              <a:avLst/>
            </a:prstGeom>
            <a:gradFill>
              <a:gsLst>
                <a:gs pos="0">
                  <a:sysClr val="window" lastClr="FFFFFF"/>
                </a:gs>
                <a:gs pos="51000">
                  <a:sysClr val="window" lastClr="FFFFFF">
                    <a:lumMod val="95000"/>
                  </a:sysClr>
                </a:gs>
                <a:gs pos="100000">
                  <a:sysClr val="window" lastClr="FFFFFF">
                    <a:lumMod val="75000"/>
                  </a:sysClr>
                </a:gs>
              </a:gsLst>
              <a:lin ang="18900000" scaled="0"/>
            </a:gradFill>
            <a:ln w="25400" cap="flat" cmpd="sng" algn="ctr">
              <a:noFill/>
              <a:prstDash val="solid"/>
            </a:ln>
            <a:effectLst/>
          </p:spPr>
          <p:txBody>
            <a:bodyPr rtlCol="0" anchor="ctr"/>
            <a:lstStyle/>
            <a:p>
              <a:pPr defTabSz="914400">
                <a:defRPr/>
              </a:pPr>
              <a:endParaRPr lang="zh-CN" altLang="en-US" sz="1200" kern="0">
                <a:solidFill>
                  <a:sysClr val="windowText" lastClr="000000"/>
                </a:solidFill>
                <a:latin typeface="Calibri" panose="020F0502020204030204"/>
                <a:ea typeface="宋体" panose="02010600030101010101" pitchFamily="2" charset="-122"/>
              </a:endParaRPr>
            </a:p>
          </p:txBody>
        </p:sp>
      </p:grpSp>
      <p:grpSp>
        <p:nvGrpSpPr>
          <p:cNvPr id="24" name="组合 23"/>
          <p:cNvGrpSpPr/>
          <p:nvPr/>
        </p:nvGrpSpPr>
        <p:grpSpPr>
          <a:xfrm>
            <a:off x="3961991" y="4569885"/>
            <a:ext cx="252414" cy="212090"/>
            <a:chOff x="304800" y="673100"/>
            <a:chExt cx="4000500" cy="4000500"/>
          </a:xfrm>
          <a:effectLst>
            <a:outerShdw blurRad="444500" dist="254000" dir="8100000" algn="tr" rotWithShape="0">
              <a:prstClr val="black">
                <a:alpha val="50000"/>
              </a:prstClr>
            </a:outerShdw>
          </a:effectLst>
        </p:grpSpPr>
        <p:sp>
          <p:nvSpPr>
            <p:cNvPr id="25" name="同心圆 26"/>
            <p:cNvSpPr/>
            <p:nvPr/>
          </p:nvSpPr>
          <p:spPr>
            <a:xfrm>
              <a:off x="304800" y="673100"/>
              <a:ext cx="4000500" cy="4000500"/>
            </a:xfrm>
            <a:prstGeom prst="hexagon">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noFill/>
              <a:prstDash val="solid"/>
            </a:ln>
            <a:effectLst/>
          </p:spPr>
          <p:txBody>
            <a:bodyPr rtlCol="0" anchor="ctr"/>
            <a:lstStyle/>
            <a:p>
              <a:pPr defTabSz="914400">
                <a:defRPr/>
              </a:pPr>
              <a:endParaRPr lang="zh-CN" altLang="en-US" sz="1200" kern="0">
                <a:solidFill>
                  <a:sysClr val="windowText" lastClr="000000"/>
                </a:solidFill>
                <a:latin typeface="Calibri" panose="020F0502020204030204"/>
                <a:ea typeface="宋体" panose="02010600030101010101" pitchFamily="2" charset="-122"/>
              </a:endParaRPr>
            </a:p>
          </p:txBody>
        </p:sp>
        <p:sp>
          <p:nvSpPr>
            <p:cNvPr id="26" name="椭圆 27"/>
            <p:cNvSpPr/>
            <p:nvPr/>
          </p:nvSpPr>
          <p:spPr>
            <a:xfrm>
              <a:off x="392112" y="760412"/>
              <a:ext cx="3825874" cy="3825874"/>
            </a:xfrm>
            <a:prstGeom prst="hexagon">
              <a:avLst/>
            </a:prstGeom>
            <a:gradFill>
              <a:gsLst>
                <a:gs pos="0">
                  <a:sysClr val="window" lastClr="FFFFFF"/>
                </a:gs>
                <a:gs pos="51000">
                  <a:sysClr val="window" lastClr="FFFFFF">
                    <a:lumMod val="95000"/>
                  </a:sysClr>
                </a:gs>
                <a:gs pos="100000">
                  <a:sysClr val="window" lastClr="FFFFFF">
                    <a:lumMod val="75000"/>
                  </a:sysClr>
                </a:gs>
              </a:gsLst>
              <a:lin ang="18900000" scaled="0"/>
            </a:gradFill>
            <a:ln w="25400" cap="flat" cmpd="sng" algn="ctr">
              <a:noFill/>
              <a:prstDash val="solid"/>
            </a:ln>
            <a:effectLst/>
          </p:spPr>
          <p:txBody>
            <a:bodyPr rtlCol="0" anchor="ctr"/>
            <a:lstStyle/>
            <a:p>
              <a:pPr defTabSz="914400">
                <a:defRPr/>
              </a:pPr>
              <a:endParaRPr lang="zh-CN" altLang="en-US" sz="1200" kern="0">
                <a:solidFill>
                  <a:sysClr val="windowText" lastClr="000000"/>
                </a:solidFill>
                <a:latin typeface="Calibri" panose="020F0502020204030204"/>
                <a:ea typeface="宋体" panose="02010600030101010101" pitchFamily="2" charset="-122"/>
              </a:endParaRPr>
            </a:p>
          </p:txBody>
        </p:sp>
      </p:grpSp>
      <p:grpSp>
        <p:nvGrpSpPr>
          <p:cNvPr id="27" name="组合 26"/>
          <p:cNvGrpSpPr/>
          <p:nvPr/>
        </p:nvGrpSpPr>
        <p:grpSpPr>
          <a:xfrm>
            <a:off x="3180838" y="4411336"/>
            <a:ext cx="528914" cy="444416"/>
            <a:chOff x="304800" y="673100"/>
            <a:chExt cx="4000500" cy="4000500"/>
          </a:xfrm>
          <a:effectLst>
            <a:outerShdw blurRad="444500" dist="254000" dir="8100000" algn="tr" rotWithShape="0">
              <a:prstClr val="black">
                <a:alpha val="50000"/>
              </a:prstClr>
            </a:outerShdw>
          </a:effectLst>
        </p:grpSpPr>
        <p:sp>
          <p:nvSpPr>
            <p:cNvPr id="28" name="同心圆 29"/>
            <p:cNvSpPr/>
            <p:nvPr/>
          </p:nvSpPr>
          <p:spPr>
            <a:xfrm>
              <a:off x="304800" y="673100"/>
              <a:ext cx="4000500" cy="4000500"/>
            </a:xfrm>
            <a:prstGeom prst="hexagon">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noFill/>
              <a:prstDash val="solid"/>
            </a:ln>
            <a:effectLst/>
          </p:spPr>
          <p:txBody>
            <a:bodyPr rtlCol="0" anchor="ctr"/>
            <a:lstStyle/>
            <a:p>
              <a:pPr defTabSz="914400">
                <a:defRPr/>
              </a:pPr>
              <a:endParaRPr lang="zh-CN" altLang="en-US" sz="1200" kern="0">
                <a:solidFill>
                  <a:sysClr val="windowText" lastClr="000000"/>
                </a:solidFill>
                <a:latin typeface="Calibri" panose="020F0502020204030204"/>
                <a:ea typeface="宋体" panose="02010600030101010101" pitchFamily="2" charset="-122"/>
              </a:endParaRPr>
            </a:p>
          </p:txBody>
        </p:sp>
        <p:sp>
          <p:nvSpPr>
            <p:cNvPr id="29" name="椭圆 30"/>
            <p:cNvSpPr/>
            <p:nvPr/>
          </p:nvSpPr>
          <p:spPr>
            <a:xfrm>
              <a:off x="392112" y="760412"/>
              <a:ext cx="3825874" cy="3825874"/>
            </a:xfrm>
            <a:prstGeom prst="hexagon">
              <a:avLst/>
            </a:prstGeom>
            <a:gradFill>
              <a:gsLst>
                <a:gs pos="0">
                  <a:sysClr val="window" lastClr="FFFFFF"/>
                </a:gs>
                <a:gs pos="51000">
                  <a:sysClr val="window" lastClr="FFFFFF">
                    <a:lumMod val="95000"/>
                  </a:sysClr>
                </a:gs>
                <a:gs pos="100000">
                  <a:sysClr val="window" lastClr="FFFFFF">
                    <a:lumMod val="75000"/>
                  </a:sysClr>
                </a:gs>
              </a:gsLst>
              <a:lin ang="18900000" scaled="0"/>
            </a:gradFill>
            <a:ln w="25400" cap="flat" cmpd="sng" algn="ctr">
              <a:noFill/>
              <a:prstDash val="solid"/>
            </a:ln>
            <a:effectLst/>
          </p:spPr>
          <p:txBody>
            <a:bodyPr rtlCol="0" anchor="ctr"/>
            <a:lstStyle/>
            <a:p>
              <a:pPr defTabSz="914400">
                <a:defRPr/>
              </a:pPr>
              <a:endParaRPr lang="zh-CN" altLang="en-US" sz="1200" kern="0">
                <a:solidFill>
                  <a:sysClr val="windowText" lastClr="000000"/>
                </a:solidFill>
                <a:latin typeface="Calibri" panose="020F0502020204030204"/>
                <a:ea typeface="宋体" panose="02010600030101010101" pitchFamily="2" charset="-122"/>
              </a:endParaRPr>
            </a:p>
          </p:txBody>
        </p:sp>
      </p:grpSp>
      <p:grpSp>
        <p:nvGrpSpPr>
          <p:cNvPr id="30" name="组合 29"/>
          <p:cNvGrpSpPr/>
          <p:nvPr/>
        </p:nvGrpSpPr>
        <p:grpSpPr>
          <a:xfrm>
            <a:off x="8700986" y="4401221"/>
            <a:ext cx="1178923" cy="990581"/>
            <a:chOff x="304800" y="673100"/>
            <a:chExt cx="4000500" cy="4000500"/>
          </a:xfrm>
          <a:effectLst>
            <a:outerShdw blurRad="444500" dist="254000" dir="8100000" algn="tr" rotWithShape="0">
              <a:prstClr val="black">
                <a:alpha val="50000"/>
              </a:prstClr>
            </a:outerShdw>
          </a:effectLst>
        </p:grpSpPr>
        <p:sp>
          <p:nvSpPr>
            <p:cNvPr id="31" name="同心圆 32"/>
            <p:cNvSpPr/>
            <p:nvPr/>
          </p:nvSpPr>
          <p:spPr>
            <a:xfrm>
              <a:off x="304800" y="673100"/>
              <a:ext cx="4000500" cy="4000500"/>
            </a:xfrm>
            <a:prstGeom prst="hexagon">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noFill/>
              <a:prstDash val="solid"/>
            </a:ln>
            <a:effectLst/>
          </p:spPr>
          <p:txBody>
            <a:bodyPr rtlCol="0" anchor="ctr"/>
            <a:lstStyle/>
            <a:p>
              <a:pPr defTabSz="914400">
                <a:defRPr/>
              </a:pPr>
              <a:endParaRPr lang="zh-CN" altLang="en-US" kern="0">
                <a:solidFill>
                  <a:sysClr val="windowText" lastClr="000000"/>
                </a:solidFill>
                <a:latin typeface="Calibri" panose="020F0502020204030204"/>
                <a:ea typeface="宋体" panose="02010600030101010101" pitchFamily="2" charset="-122"/>
              </a:endParaRPr>
            </a:p>
          </p:txBody>
        </p:sp>
        <p:sp>
          <p:nvSpPr>
            <p:cNvPr id="32" name="椭圆 33"/>
            <p:cNvSpPr/>
            <p:nvPr/>
          </p:nvSpPr>
          <p:spPr>
            <a:xfrm>
              <a:off x="392112" y="760412"/>
              <a:ext cx="3825874" cy="3825874"/>
            </a:xfrm>
            <a:prstGeom prst="hexagon">
              <a:avLst/>
            </a:prstGeom>
            <a:gradFill>
              <a:gsLst>
                <a:gs pos="0">
                  <a:sysClr val="window" lastClr="FFFFFF"/>
                </a:gs>
                <a:gs pos="51000">
                  <a:sysClr val="window" lastClr="FFFFFF">
                    <a:lumMod val="95000"/>
                  </a:sysClr>
                </a:gs>
                <a:gs pos="100000">
                  <a:sysClr val="window" lastClr="FFFFFF">
                    <a:lumMod val="75000"/>
                  </a:sysClr>
                </a:gs>
              </a:gsLst>
              <a:lin ang="18900000" scaled="0"/>
            </a:gradFill>
            <a:ln w="25400" cap="flat" cmpd="sng" algn="ctr">
              <a:noFill/>
              <a:prstDash val="solid"/>
            </a:ln>
            <a:effectLst/>
          </p:spPr>
          <p:txBody>
            <a:bodyPr rtlCol="0" anchor="ctr"/>
            <a:lstStyle/>
            <a:p>
              <a:pPr defTabSz="914400">
                <a:defRPr/>
              </a:pPr>
              <a:endParaRPr lang="zh-CN" altLang="en-US" kern="0">
                <a:solidFill>
                  <a:sysClr val="window" lastClr="FFFFFF"/>
                </a:solidFill>
                <a:latin typeface="Calibri" panose="020F0502020204030204"/>
                <a:ea typeface="宋体" panose="02010600030101010101" pitchFamily="2" charset="-122"/>
              </a:endParaRPr>
            </a:p>
          </p:txBody>
        </p:sp>
      </p:grpSp>
      <p:grpSp>
        <p:nvGrpSpPr>
          <p:cNvPr id="33" name="组合 32"/>
          <p:cNvGrpSpPr/>
          <p:nvPr/>
        </p:nvGrpSpPr>
        <p:grpSpPr>
          <a:xfrm>
            <a:off x="4419051" y="4360488"/>
            <a:ext cx="223013" cy="187385"/>
            <a:chOff x="304800" y="673100"/>
            <a:chExt cx="4000500" cy="4000500"/>
          </a:xfrm>
          <a:effectLst>
            <a:outerShdw blurRad="444500" dist="254000" dir="8100000" algn="tr" rotWithShape="0">
              <a:prstClr val="black">
                <a:alpha val="50000"/>
              </a:prstClr>
            </a:outerShdw>
          </a:effectLst>
        </p:grpSpPr>
        <p:sp>
          <p:nvSpPr>
            <p:cNvPr id="34" name="同心圆 35"/>
            <p:cNvSpPr/>
            <p:nvPr/>
          </p:nvSpPr>
          <p:spPr>
            <a:xfrm>
              <a:off x="304800" y="673100"/>
              <a:ext cx="4000500" cy="4000500"/>
            </a:xfrm>
            <a:prstGeom prst="hexagon">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noFill/>
              <a:prstDash val="solid"/>
            </a:ln>
            <a:effectLst/>
          </p:spPr>
          <p:txBody>
            <a:bodyPr rtlCol="0" anchor="ctr"/>
            <a:lstStyle/>
            <a:p>
              <a:pPr defTabSz="914400">
                <a:defRPr/>
              </a:pPr>
              <a:endParaRPr lang="zh-CN" altLang="en-US" sz="1200" kern="0">
                <a:solidFill>
                  <a:sysClr val="windowText" lastClr="000000"/>
                </a:solidFill>
                <a:latin typeface="Calibri" panose="020F0502020204030204"/>
                <a:ea typeface="宋体" panose="02010600030101010101" pitchFamily="2" charset="-122"/>
              </a:endParaRPr>
            </a:p>
          </p:txBody>
        </p:sp>
        <p:sp>
          <p:nvSpPr>
            <p:cNvPr id="35" name="椭圆 36"/>
            <p:cNvSpPr/>
            <p:nvPr/>
          </p:nvSpPr>
          <p:spPr>
            <a:xfrm>
              <a:off x="392112" y="760412"/>
              <a:ext cx="3825874" cy="3825874"/>
            </a:xfrm>
            <a:prstGeom prst="hexagon">
              <a:avLst/>
            </a:prstGeom>
            <a:gradFill>
              <a:gsLst>
                <a:gs pos="0">
                  <a:sysClr val="window" lastClr="FFFFFF"/>
                </a:gs>
                <a:gs pos="51000">
                  <a:sysClr val="window" lastClr="FFFFFF">
                    <a:lumMod val="95000"/>
                  </a:sysClr>
                </a:gs>
                <a:gs pos="100000">
                  <a:sysClr val="window" lastClr="FFFFFF">
                    <a:lumMod val="75000"/>
                  </a:sysClr>
                </a:gs>
              </a:gsLst>
              <a:lin ang="18900000" scaled="0"/>
            </a:gradFill>
            <a:ln w="25400" cap="flat" cmpd="sng" algn="ctr">
              <a:noFill/>
              <a:prstDash val="solid"/>
            </a:ln>
            <a:effectLst/>
          </p:spPr>
          <p:txBody>
            <a:bodyPr rtlCol="0" anchor="ctr"/>
            <a:lstStyle/>
            <a:p>
              <a:pPr defTabSz="914400">
                <a:defRPr/>
              </a:pPr>
              <a:endParaRPr lang="zh-CN" altLang="en-US" sz="1200" kern="0">
                <a:solidFill>
                  <a:sysClr val="windowText" lastClr="000000"/>
                </a:solidFill>
                <a:latin typeface="Calibri" panose="020F0502020204030204"/>
                <a:ea typeface="宋体" panose="02010600030101010101" pitchFamily="2" charset="-122"/>
              </a:endParaRPr>
            </a:p>
          </p:txBody>
        </p:sp>
      </p:grpSp>
      <p:grpSp>
        <p:nvGrpSpPr>
          <p:cNvPr id="36" name="组合 35"/>
          <p:cNvGrpSpPr/>
          <p:nvPr/>
        </p:nvGrpSpPr>
        <p:grpSpPr>
          <a:xfrm>
            <a:off x="1942885" y="4894390"/>
            <a:ext cx="1178923" cy="990581"/>
            <a:chOff x="304800" y="673100"/>
            <a:chExt cx="4000500" cy="4000500"/>
          </a:xfrm>
          <a:effectLst>
            <a:outerShdw blurRad="444500" dist="254000" dir="8100000" algn="tr" rotWithShape="0">
              <a:prstClr val="black">
                <a:alpha val="50000"/>
              </a:prstClr>
            </a:outerShdw>
          </a:effectLst>
        </p:grpSpPr>
        <p:sp>
          <p:nvSpPr>
            <p:cNvPr id="37" name="同心圆 38"/>
            <p:cNvSpPr/>
            <p:nvPr/>
          </p:nvSpPr>
          <p:spPr>
            <a:xfrm>
              <a:off x="304800" y="673100"/>
              <a:ext cx="4000500" cy="4000500"/>
            </a:xfrm>
            <a:prstGeom prst="hexagon">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noFill/>
              <a:prstDash val="solid"/>
            </a:ln>
            <a:effectLst/>
          </p:spPr>
          <p:txBody>
            <a:bodyPr rtlCol="0" anchor="ctr"/>
            <a:lstStyle/>
            <a:p>
              <a:pPr defTabSz="914400">
                <a:defRPr/>
              </a:pPr>
              <a:endParaRPr lang="zh-CN" altLang="en-US" kern="0">
                <a:solidFill>
                  <a:sysClr val="windowText" lastClr="000000"/>
                </a:solidFill>
                <a:latin typeface="Calibri" panose="020F0502020204030204"/>
                <a:ea typeface="宋体" panose="02010600030101010101" pitchFamily="2" charset="-122"/>
              </a:endParaRPr>
            </a:p>
          </p:txBody>
        </p:sp>
        <p:sp>
          <p:nvSpPr>
            <p:cNvPr id="38" name="椭圆 39"/>
            <p:cNvSpPr/>
            <p:nvPr/>
          </p:nvSpPr>
          <p:spPr>
            <a:xfrm>
              <a:off x="392112" y="760412"/>
              <a:ext cx="3825873" cy="3825873"/>
            </a:xfrm>
            <a:prstGeom prst="hexagon">
              <a:avLst/>
            </a:prstGeom>
            <a:gradFill>
              <a:gsLst>
                <a:gs pos="0">
                  <a:sysClr val="window" lastClr="FFFFFF"/>
                </a:gs>
                <a:gs pos="51000">
                  <a:sysClr val="window" lastClr="FFFFFF">
                    <a:lumMod val="95000"/>
                  </a:sysClr>
                </a:gs>
                <a:gs pos="100000">
                  <a:sysClr val="window" lastClr="FFFFFF">
                    <a:lumMod val="75000"/>
                  </a:sysClr>
                </a:gs>
              </a:gsLst>
              <a:lin ang="18900000" scaled="0"/>
            </a:gradFill>
            <a:ln w="25400" cap="flat" cmpd="sng" algn="ctr">
              <a:noFill/>
              <a:prstDash val="solid"/>
            </a:ln>
            <a:effectLst/>
          </p:spPr>
          <p:txBody>
            <a:bodyPr rtlCol="0" anchor="ctr"/>
            <a:lstStyle/>
            <a:p>
              <a:pPr defTabSz="914400">
                <a:defRPr/>
              </a:pPr>
              <a:endParaRPr lang="zh-CN" altLang="en-US" kern="0">
                <a:solidFill>
                  <a:sysClr val="window" lastClr="FFFFFF"/>
                </a:solidFill>
                <a:latin typeface="Calibri" panose="020F0502020204030204"/>
                <a:ea typeface="宋体" panose="02010600030101010101" pitchFamily="2" charset="-122"/>
              </a:endParaRPr>
            </a:p>
          </p:txBody>
        </p:sp>
      </p:grpSp>
      <p:grpSp>
        <p:nvGrpSpPr>
          <p:cNvPr id="39" name="组合 38"/>
          <p:cNvGrpSpPr/>
          <p:nvPr/>
        </p:nvGrpSpPr>
        <p:grpSpPr>
          <a:xfrm>
            <a:off x="1275029" y="4689485"/>
            <a:ext cx="520034" cy="436956"/>
            <a:chOff x="304800" y="673100"/>
            <a:chExt cx="4000500" cy="4000500"/>
          </a:xfrm>
          <a:effectLst>
            <a:outerShdw blurRad="444500" dist="254000" dir="8100000" algn="tr" rotWithShape="0">
              <a:prstClr val="black">
                <a:alpha val="50000"/>
              </a:prstClr>
            </a:outerShdw>
          </a:effectLst>
        </p:grpSpPr>
        <p:sp>
          <p:nvSpPr>
            <p:cNvPr id="40" name="同心圆 41"/>
            <p:cNvSpPr/>
            <p:nvPr/>
          </p:nvSpPr>
          <p:spPr>
            <a:xfrm>
              <a:off x="304800" y="673100"/>
              <a:ext cx="4000500" cy="4000500"/>
            </a:xfrm>
            <a:prstGeom prst="hexagon">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noFill/>
              <a:prstDash val="solid"/>
            </a:ln>
            <a:effectLst/>
          </p:spPr>
          <p:txBody>
            <a:bodyPr rtlCol="0" anchor="ctr"/>
            <a:lstStyle/>
            <a:p>
              <a:pPr defTabSz="914400">
                <a:defRPr/>
              </a:pPr>
              <a:endParaRPr lang="zh-CN" altLang="en-US" sz="1200" kern="0">
                <a:solidFill>
                  <a:sysClr val="windowText" lastClr="000000"/>
                </a:solidFill>
                <a:latin typeface="Calibri" panose="020F0502020204030204"/>
                <a:ea typeface="宋体" panose="02010600030101010101" pitchFamily="2" charset="-122"/>
              </a:endParaRPr>
            </a:p>
          </p:txBody>
        </p:sp>
        <p:sp>
          <p:nvSpPr>
            <p:cNvPr id="41" name="椭圆 42"/>
            <p:cNvSpPr/>
            <p:nvPr/>
          </p:nvSpPr>
          <p:spPr>
            <a:xfrm>
              <a:off x="392112" y="760412"/>
              <a:ext cx="3825874" cy="3825874"/>
            </a:xfrm>
            <a:prstGeom prst="hexagon">
              <a:avLst/>
            </a:prstGeom>
            <a:gradFill>
              <a:gsLst>
                <a:gs pos="0">
                  <a:sysClr val="window" lastClr="FFFFFF"/>
                </a:gs>
                <a:gs pos="51000">
                  <a:sysClr val="window" lastClr="FFFFFF">
                    <a:lumMod val="95000"/>
                  </a:sysClr>
                </a:gs>
                <a:gs pos="100000">
                  <a:sysClr val="window" lastClr="FFFFFF">
                    <a:lumMod val="75000"/>
                  </a:sysClr>
                </a:gs>
              </a:gsLst>
              <a:lin ang="18900000" scaled="0"/>
            </a:gradFill>
            <a:ln w="25400" cap="flat" cmpd="sng" algn="ctr">
              <a:noFill/>
              <a:prstDash val="solid"/>
            </a:ln>
            <a:effectLst/>
          </p:spPr>
          <p:txBody>
            <a:bodyPr rtlCol="0" anchor="ctr"/>
            <a:lstStyle/>
            <a:p>
              <a:pPr defTabSz="914400">
                <a:defRPr/>
              </a:pPr>
              <a:endParaRPr lang="zh-CN" altLang="en-US" sz="1200" kern="0">
                <a:solidFill>
                  <a:sysClr val="windowText" lastClr="000000"/>
                </a:solidFill>
                <a:latin typeface="Calibri" panose="020F0502020204030204"/>
                <a:ea typeface="宋体" panose="02010600030101010101" pitchFamily="2" charset="-122"/>
              </a:endParaRPr>
            </a:p>
          </p:txBody>
        </p:sp>
      </p:grpSp>
      <p:grpSp>
        <p:nvGrpSpPr>
          <p:cNvPr id="42" name="组合 41"/>
          <p:cNvGrpSpPr/>
          <p:nvPr/>
        </p:nvGrpSpPr>
        <p:grpSpPr>
          <a:xfrm>
            <a:off x="291040" y="4972059"/>
            <a:ext cx="316781" cy="266173"/>
            <a:chOff x="304800" y="673100"/>
            <a:chExt cx="4000500" cy="4000500"/>
          </a:xfrm>
          <a:effectLst>
            <a:outerShdw blurRad="444500" dist="254000" dir="8100000" algn="tr" rotWithShape="0">
              <a:prstClr val="black">
                <a:alpha val="50000"/>
              </a:prstClr>
            </a:outerShdw>
          </a:effectLst>
        </p:grpSpPr>
        <p:sp>
          <p:nvSpPr>
            <p:cNvPr id="43" name="同心圆 44"/>
            <p:cNvSpPr/>
            <p:nvPr/>
          </p:nvSpPr>
          <p:spPr>
            <a:xfrm>
              <a:off x="304800" y="673100"/>
              <a:ext cx="4000500" cy="4000500"/>
            </a:xfrm>
            <a:prstGeom prst="hexagon">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noFill/>
              <a:prstDash val="solid"/>
            </a:ln>
            <a:effectLst/>
          </p:spPr>
          <p:txBody>
            <a:bodyPr rtlCol="0" anchor="ctr"/>
            <a:lstStyle/>
            <a:p>
              <a:pPr defTabSz="914400">
                <a:defRPr/>
              </a:pPr>
              <a:endParaRPr lang="zh-CN" altLang="en-US" sz="1200" kern="0">
                <a:solidFill>
                  <a:sysClr val="windowText" lastClr="000000"/>
                </a:solidFill>
                <a:latin typeface="Calibri" panose="020F0502020204030204"/>
                <a:ea typeface="宋体" panose="02010600030101010101" pitchFamily="2" charset="-122"/>
              </a:endParaRPr>
            </a:p>
          </p:txBody>
        </p:sp>
        <p:sp>
          <p:nvSpPr>
            <p:cNvPr id="44" name="椭圆 45"/>
            <p:cNvSpPr/>
            <p:nvPr/>
          </p:nvSpPr>
          <p:spPr>
            <a:xfrm>
              <a:off x="392112" y="760412"/>
              <a:ext cx="3825874" cy="3825874"/>
            </a:xfrm>
            <a:prstGeom prst="hexagon">
              <a:avLst/>
            </a:prstGeom>
            <a:gradFill>
              <a:gsLst>
                <a:gs pos="0">
                  <a:sysClr val="window" lastClr="FFFFFF"/>
                </a:gs>
                <a:gs pos="51000">
                  <a:sysClr val="window" lastClr="FFFFFF">
                    <a:lumMod val="95000"/>
                  </a:sysClr>
                </a:gs>
                <a:gs pos="100000">
                  <a:sysClr val="window" lastClr="FFFFFF">
                    <a:lumMod val="75000"/>
                  </a:sysClr>
                </a:gs>
              </a:gsLst>
              <a:lin ang="18900000" scaled="0"/>
            </a:gradFill>
            <a:ln w="25400" cap="flat" cmpd="sng" algn="ctr">
              <a:noFill/>
              <a:prstDash val="solid"/>
            </a:ln>
            <a:effectLst/>
          </p:spPr>
          <p:txBody>
            <a:bodyPr rtlCol="0" anchor="ctr"/>
            <a:lstStyle/>
            <a:p>
              <a:pPr defTabSz="914400">
                <a:defRPr/>
              </a:pPr>
              <a:endParaRPr lang="zh-CN" altLang="en-US" sz="1200" kern="0">
                <a:solidFill>
                  <a:sysClr val="windowText" lastClr="000000"/>
                </a:solidFill>
                <a:latin typeface="Calibri" panose="020F0502020204030204"/>
                <a:ea typeface="宋体" panose="02010600030101010101" pitchFamily="2" charset="-122"/>
              </a:endParaRPr>
            </a:p>
          </p:txBody>
        </p:sp>
      </p:grpSp>
      <p:grpSp>
        <p:nvGrpSpPr>
          <p:cNvPr id="45" name="组合 44"/>
          <p:cNvGrpSpPr/>
          <p:nvPr/>
        </p:nvGrpSpPr>
        <p:grpSpPr>
          <a:xfrm>
            <a:off x="117128" y="4763425"/>
            <a:ext cx="158390" cy="133087"/>
            <a:chOff x="304800" y="673100"/>
            <a:chExt cx="4000500" cy="4000500"/>
          </a:xfrm>
          <a:effectLst>
            <a:outerShdw blurRad="444500" dist="254000" dir="8100000" algn="tr" rotWithShape="0">
              <a:prstClr val="black">
                <a:alpha val="50000"/>
              </a:prstClr>
            </a:outerShdw>
          </a:effectLst>
        </p:grpSpPr>
        <p:sp>
          <p:nvSpPr>
            <p:cNvPr id="46" name="同心圆 47"/>
            <p:cNvSpPr/>
            <p:nvPr/>
          </p:nvSpPr>
          <p:spPr>
            <a:xfrm>
              <a:off x="304800" y="673100"/>
              <a:ext cx="4000500" cy="4000500"/>
            </a:xfrm>
            <a:prstGeom prst="hexagon">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noFill/>
              <a:prstDash val="solid"/>
            </a:ln>
            <a:effectLst/>
          </p:spPr>
          <p:txBody>
            <a:bodyPr rtlCol="0" anchor="ctr"/>
            <a:lstStyle/>
            <a:p>
              <a:pPr defTabSz="914400">
                <a:defRPr/>
              </a:pPr>
              <a:endParaRPr lang="zh-CN" altLang="en-US" sz="1200" kern="0">
                <a:solidFill>
                  <a:sysClr val="windowText" lastClr="000000"/>
                </a:solidFill>
                <a:latin typeface="Calibri" panose="020F0502020204030204"/>
                <a:ea typeface="宋体" panose="02010600030101010101" pitchFamily="2" charset="-122"/>
              </a:endParaRPr>
            </a:p>
          </p:txBody>
        </p:sp>
        <p:sp>
          <p:nvSpPr>
            <p:cNvPr id="47" name="椭圆 48"/>
            <p:cNvSpPr/>
            <p:nvPr/>
          </p:nvSpPr>
          <p:spPr>
            <a:xfrm>
              <a:off x="392112" y="760412"/>
              <a:ext cx="3825874" cy="3825874"/>
            </a:xfrm>
            <a:prstGeom prst="hexagon">
              <a:avLst/>
            </a:prstGeom>
            <a:gradFill>
              <a:gsLst>
                <a:gs pos="0">
                  <a:sysClr val="window" lastClr="FFFFFF"/>
                </a:gs>
                <a:gs pos="51000">
                  <a:sysClr val="window" lastClr="FFFFFF">
                    <a:lumMod val="95000"/>
                  </a:sysClr>
                </a:gs>
                <a:gs pos="100000">
                  <a:sysClr val="window" lastClr="FFFFFF">
                    <a:lumMod val="75000"/>
                  </a:sysClr>
                </a:gs>
              </a:gsLst>
              <a:lin ang="18900000" scaled="0"/>
            </a:gradFill>
            <a:ln w="25400" cap="flat" cmpd="sng" algn="ctr">
              <a:noFill/>
              <a:prstDash val="solid"/>
            </a:ln>
            <a:effectLst/>
          </p:spPr>
          <p:txBody>
            <a:bodyPr rtlCol="0" anchor="ctr"/>
            <a:lstStyle/>
            <a:p>
              <a:pPr defTabSz="914400">
                <a:defRPr/>
              </a:pPr>
              <a:endParaRPr lang="zh-CN" altLang="en-US" sz="1200" kern="0">
                <a:solidFill>
                  <a:sysClr val="windowText" lastClr="000000"/>
                </a:solidFill>
                <a:latin typeface="Calibri" panose="020F0502020204030204"/>
                <a:ea typeface="宋体" panose="02010600030101010101" pitchFamily="2" charset="-122"/>
              </a:endParaRPr>
            </a:p>
          </p:txBody>
        </p:sp>
      </p:grpSp>
    </p:spTree>
  </p:cSld>
  <p:clrMapOvr>
    <a:masterClrMapping/>
  </p:clrMapOvr>
  <p:transition spd="slow" advTm="0">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20481"/>
                                        </p:tgtEl>
                                        <p:attrNameLst>
                                          <p:attrName>style.visibility</p:attrName>
                                        </p:attrNameLst>
                                      </p:cBhvr>
                                      <p:to>
                                        <p:strVal val="visible"/>
                                      </p:to>
                                    </p:set>
                                    <p:anim calcmode="lin" valueType="num">
                                      <p:cBhvr>
                                        <p:cTn id="7" dur="500" fill="hold"/>
                                        <p:tgtEl>
                                          <p:spTgt spid="20481"/>
                                        </p:tgtEl>
                                        <p:attrNameLst>
                                          <p:attrName>ppt_w</p:attrName>
                                        </p:attrNameLst>
                                      </p:cBhvr>
                                      <p:tavLst>
                                        <p:tav tm="0">
                                          <p:val>
                                            <p:fltVal val="0"/>
                                          </p:val>
                                        </p:tav>
                                        <p:tav tm="100000">
                                          <p:val>
                                            <p:strVal val="#ppt_w"/>
                                          </p:val>
                                        </p:tav>
                                      </p:tavLst>
                                    </p:anim>
                                    <p:anim calcmode="lin" valueType="num">
                                      <p:cBhvr>
                                        <p:cTn id="8" dur="500" fill="hold"/>
                                        <p:tgtEl>
                                          <p:spTgt spid="20481"/>
                                        </p:tgtEl>
                                        <p:attrNameLst>
                                          <p:attrName>ppt_h</p:attrName>
                                        </p:attrNameLst>
                                      </p:cBhvr>
                                      <p:tavLst>
                                        <p:tav tm="0">
                                          <p:val>
                                            <p:strVal val="#ppt_h"/>
                                          </p:val>
                                        </p:tav>
                                        <p:tav tm="100000">
                                          <p:val>
                                            <p:strVal val="#ppt_h"/>
                                          </p:val>
                                        </p:tav>
                                      </p:tavLst>
                                    </p:anim>
                                  </p:childTnLst>
                                </p:cTn>
                              </p:par>
                            </p:childTnLst>
                          </p:cTn>
                        </p:par>
                        <p:par>
                          <p:cTn id="9" fill="hold">
                            <p:stCondLst>
                              <p:cond delay="500"/>
                            </p:stCondLst>
                            <p:childTnLst>
                              <p:par>
                                <p:cTn id="10" presetID="52" presetClass="entr" presetSubtype="0" fill="hold" nodeType="afterEffect">
                                  <p:stCondLst>
                                    <p:cond delay="0"/>
                                  </p:stCondLst>
                                  <p:childTnLst>
                                    <p:set>
                                      <p:cBhvr>
                                        <p:cTn id="11" dur="1" fill="hold">
                                          <p:stCondLst>
                                            <p:cond delay="0"/>
                                          </p:stCondLst>
                                        </p:cTn>
                                        <p:tgtEl>
                                          <p:spTgt spid="12"/>
                                        </p:tgtEl>
                                        <p:attrNameLst>
                                          <p:attrName>style.visibility</p:attrName>
                                        </p:attrNameLst>
                                      </p:cBhvr>
                                      <p:to>
                                        <p:strVal val="visible"/>
                                      </p:to>
                                    </p:set>
                                    <p:animScale>
                                      <p:cBhvr>
                                        <p:cTn id="12" dur="1000" decel="50000" fill="hold">
                                          <p:stCondLst>
                                            <p:cond delay="0"/>
                                          </p:stCondLst>
                                        </p:cTn>
                                        <p:tgtEl>
                                          <p:spTgt spid="12"/>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13" dur="1000" decel="50000" fill="hold">
                                          <p:stCondLst>
                                            <p:cond delay="0"/>
                                          </p:stCondLst>
                                        </p:cTn>
                                        <p:tgtEl>
                                          <p:spTgt spid="12"/>
                                        </p:tgtEl>
                                        <p:attrNameLst>
                                          <p:attrName>ppt_x</p:attrName>
                                          <p:attrName>ppt_y</p:attrName>
                                        </p:attrNameLst>
                                      </p:cBhvr>
                                    </p:animMotion>
                                    <p:animEffect transition="in" filter="fade">
                                      <p:cBhvr>
                                        <p:cTn id="14" dur="1000"/>
                                        <p:tgtEl>
                                          <p:spTgt spid="12"/>
                                        </p:tgtEl>
                                      </p:cBhvr>
                                    </p:animEffect>
                                  </p:childTnLst>
                                </p:cTn>
                              </p:par>
                            </p:childTnLst>
                          </p:cTn>
                        </p:par>
                        <p:par>
                          <p:cTn id="15" fill="hold">
                            <p:stCondLst>
                              <p:cond delay="1500"/>
                            </p:stCondLst>
                            <p:childTnLst>
                              <p:par>
                                <p:cTn id="16" presetID="41" presetClass="entr" presetSubtype="0" fill="hold" grpId="0" nodeType="afterEffect">
                                  <p:stCondLst>
                                    <p:cond delay="0"/>
                                  </p:stCondLst>
                                  <p:iterate type="lt">
                                    <p:tmPct val="10000"/>
                                  </p:iterate>
                                  <p:childTnLst>
                                    <p:set>
                                      <p:cBhvr>
                                        <p:cTn id="17" dur="1" fill="hold">
                                          <p:stCondLst>
                                            <p:cond delay="0"/>
                                          </p:stCondLst>
                                        </p:cTn>
                                        <p:tgtEl>
                                          <p:spTgt spid="20485"/>
                                        </p:tgtEl>
                                        <p:attrNameLst>
                                          <p:attrName>style.visibility</p:attrName>
                                        </p:attrNameLst>
                                      </p:cBhvr>
                                      <p:to>
                                        <p:strVal val="visible"/>
                                      </p:to>
                                    </p:set>
                                    <p:anim calcmode="lin" valueType="num">
                                      <p:cBhvr>
                                        <p:cTn id="18" dur="500" fill="hold"/>
                                        <p:tgtEl>
                                          <p:spTgt spid="20485"/>
                                        </p:tgtEl>
                                        <p:attrNameLst>
                                          <p:attrName>ppt_x</p:attrName>
                                        </p:attrNameLst>
                                      </p:cBhvr>
                                      <p:tavLst>
                                        <p:tav tm="0">
                                          <p:val>
                                            <p:strVal val="#ppt_x"/>
                                          </p:val>
                                        </p:tav>
                                        <p:tav tm="50000">
                                          <p:val>
                                            <p:strVal val="#ppt_x+.1"/>
                                          </p:val>
                                        </p:tav>
                                        <p:tav tm="100000">
                                          <p:val>
                                            <p:strVal val="#ppt_x"/>
                                          </p:val>
                                        </p:tav>
                                      </p:tavLst>
                                    </p:anim>
                                    <p:anim calcmode="lin" valueType="num">
                                      <p:cBhvr>
                                        <p:cTn id="19" dur="500" fill="hold"/>
                                        <p:tgtEl>
                                          <p:spTgt spid="20485"/>
                                        </p:tgtEl>
                                        <p:attrNameLst>
                                          <p:attrName>ppt_y</p:attrName>
                                        </p:attrNameLst>
                                      </p:cBhvr>
                                      <p:tavLst>
                                        <p:tav tm="0">
                                          <p:val>
                                            <p:strVal val="#ppt_y"/>
                                          </p:val>
                                        </p:tav>
                                        <p:tav tm="100000">
                                          <p:val>
                                            <p:strVal val="#ppt_y"/>
                                          </p:val>
                                        </p:tav>
                                      </p:tavLst>
                                    </p:anim>
                                    <p:anim calcmode="lin" valueType="num">
                                      <p:cBhvr>
                                        <p:cTn id="20" dur="500" fill="hold"/>
                                        <p:tgtEl>
                                          <p:spTgt spid="20485"/>
                                        </p:tgtEl>
                                        <p:attrNameLst>
                                          <p:attrName>ppt_h</p:attrName>
                                        </p:attrNameLst>
                                      </p:cBhvr>
                                      <p:tavLst>
                                        <p:tav tm="0">
                                          <p:val>
                                            <p:strVal val="#ppt_h/10"/>
                                          </p:val>
                                        </p:tav>
                                        <p:tav tm="50000">
                                          <p:val>
                                            <p:strVal val="#ppt_h+.01"/>
                                          </p:val>
                                        </p:tav>
                                        <p:tav tm="100000">
                                          <p:val>
                                            <p:strVal val="#ppt_h"/>
                                          </p:val>
                                        </p:tav>
                                      </p:tavLst>
                                    </p:anim>
                                    <p:anim calcmode="lin" valueType="num">
                                      <p:cBhvr>
                                        <p:cTn id="21" dur="500" fill="hold"/>
                                        <p:tgtEl>
                                          <p:spTgt spid="20485"/>
                                        </p:tgtEl>
                                        <p:attrNameLst>
                                          <p:attrName>ppt_w</p:attrName>
                                        </p:attrNameLst>
                                      </p:cBhvr>
                                      <p:tavLst>
                                        <p:tav tm="0">
                                          <p:val>
                                            <p:strVal val="#ppt_w/10"/>
                                          </p:val>
                                        </p:tav>
                                        <p:tav tm="50000">
                                          <p:val>
                                            <p:strVal val="#ppt_w+.01"/>
                                          </p:val>
                                        </p:tav>
                                        <p:tav tm="100000">
                                          <p:val>
                                            <p:strVal val="#ppt_w"/>
                                          </p:val>
                                        </p:tav>
                                      </p:tavLst>
                                    </p:anim>
                                    <p:animEffect transition="in" filter="fade">
                                      <p:cBhvr>
                                        <p:cTn id="22" dur="500" tmFilter="0,0; .5, 1; 1, 1"/>
                                        <p:tgtEl>
                                          <p:spTgt spid="20485"/>
                                        </p:tgtEl>
                                      </p:cBhvr>
                                    </p:animEffect>
                                  </p:childTnLst>
                                </p:cTn>
                              </p:par>
                            </p:childTnLst>
                          </p:cTn>
                        </p:par>
                        <p:par>
                          <p:cTn id="23" fill="hold">
                            <p:stCondLst>
                              <p:cond delay="2450"/>
                            </p:stCondLst>
                            <p:childTnLst>
                              <p:par>
                                <p:cTn id="24" presetID="23" presetClass="entr" presetSubtype="528" fill="hold" nodeType="afterEffect">
                                  <p:stCondLst>
                                    <p:cond delay="0"/>
                                  </p:stCondLst>
                                  <p:childTnLst>
                                    <p:set>
                                      <p:cBhvr>
                                        <p:cTn id="25" dur="1" fill="hold">
                                          <p:stCondLst>
                                            <p:cond delay="0"/>
                                          </p:stCondLst>
                                        </p:cTn>
                                        <p:tgtEl>
                                          <p:spTgt spid="8"/>
                                        </p:tgtEl>
                                        <p:attrNameLst>
                                          <p:attrName>style.visibility</p:attrName>
                                        </p:attrNameLst>
                                      </p:cBhvr>
                                      <p:to>
                                        <p:strVal val="visible"/>
                                      </p:to>
                                    </p:set>
                                    <p:anim calcmode="lin" valueType="num">
                                      <p:cBhvr>
                                        <p:cTn id="26" dur="500" fill="hold"/>
                                        <p:tgtEl>
                                          <p:spTgt spid="8"/>
                                        </p:tgtEl>
                                        <p:attrNameLst>
                                          <p:attrName>ppt_w</p:attrName>
                                        </p:attrNameLst>
                                      </p:cBhvr>
                                      <p:tavLst>
                                        <p:tav tm="0">
                                          <p:val>
                                            <p:fltVal val="0"/>
                                          </p:val>
                                        </p:tav>
                                        <p:tav tm="100000">
                                          <p:val>
                                            <p:strVal val="#ppt_w"/>
                                          </p:val>
                                        </p:tav>
                                      </p:tavLst>
                                    </p:anim>
                                    <p:anim calcmode="lin" valueType="num">
                                      <p:cBhvr>
                                        <p:cTn id="27" dur="500" fill="hold"/>
                                        <p:tgtEl>
                                          <p:spTgt spid="8"/>
                                        </p:tgtEl>
                                        <p:attrNameLst>
                                          <p:attrName>ppt_h</p:attrName>
                                        </p:attrNameLst>
                                      </p:cBhvr>
                                      <p:tavLst>
                                        <p:tav tm="0">
                                          <p:val>
                                            <p:fltVal val="0"/>
                                          </p:val>
                                        </p:tav>
                                        <p:tav tm="100000">
                                          <p:val>
                                            <p:strVal val="#ppt_h"/>
                                          </p:val>
                                        </p:tav>
                                      </p:tavLst>
                                    </p:anim>
                                    <p:anim calcmode="lin" valueType="num">
                                      <p:cBhvr>
                                        <p:cTn id="28" dur="500" fill="hold"/>
                                        <p:tgtEl>
                                          <p:spTgt spid="8"/>
                                        </p:tgtEl>
                                        <p:attrNameLst>
                                          <p:attrName>ppt_x</p:attrName>
                                        </p:attrNameLst>
                                      </p:cBhvr>
                                      <p:tavLst>
                                        <p:tav tm="0">
                                          <p:val>
                                            <p:fltVal val="0.5"/>
                                          </p:val>
                                        </p:tav>
                                        <p:tav tm="100000">
                                          <p:val>
                                            <p:strVal val="#ppt_x"/>
                                          </p:val>
                                        </p:tav>
                                      </p:tavLst>
                                    </p:anim>
                                    <p:anim calcmode="lin" valueType="num">
                                      <p:cBhvr>
                                        <p:cTn id="29" dur="500" fill="hold"/>
                                        <p:tgtEl>
                                          <p:spTgt spid="8"/>
                                        </p:tgtEl>
                                        <p:attrNameLst>
                                          <p:attrName>ppt_y</p:attrName>
                                        </p:attrNameLst>
                                      </p:cBhvr>
                                      <p:tavLst>
                                        <p:tav tm="0">
                                          <p:val>
                                            <p:fltVal val="0.5"/>
                                          </p:val>
                                        </p:tav>
                                        <p:tav tm="100000">
                                          <p:val>
                                            <p:strVal val="#ppt_y"/>
                                          </p:val>
                                        </p:tav>
                                      </p:tavLst>
                                    </p:anim>
                                  </p:childTnLst>
                                </p:cTn>
                              </p:par>
                              <p:par>
                                <p:cTn id="30" presetID="23" presetClass="entr" presetSubtype="528" fill="hold" nodeType="withEffect">
                                  <p:stCondLst>
                                    <p:cond delay="300"/>
                                  </p:stCondLst>
                                  <p:childTnLst>
                                    <p:set>
                                      <p:cBhvr>
                                        <p:cTn id="31" dur="1" fill="hold">
                                          <p:stCondLst>
                                            <p:cond delay="0"/>
                                          </p:stCondLst>
                                        </p:cTn>
                                        <p:tgtEl>
                                          <p:spTgt spid="11"/>
                                        </p:tgtEl>
                                        <p:attrNameLst>
                                          <p:attrName>style.visibility</p:attrName>
                                        </p:attrNameLst>
                                      </p:cBhvr>
                                      <p:to>
                                        <p:strVal val="visible"/>
                                      </p:to>
                                    </p:set>
                                    <p:anim calcmode="lin" valueType="num">
                                      <p:cBhvr>
                                        <p:cTn id="32" dur="500" fill="hold"/>
                                        <p:tgtEl>
                                          <p:spTgt spid="11"/>
                                        </p:tgtEl>
                                        <p:attrNameLst>
                                          <p:attrName>ppt_w</p:attrName>
                                        </p:attrNameLst>
                                      </p:cBhvr>
                                      <p:tavLst>
                                        <p:tav tm="0">
                                          <p:val>
                                            <p:fltVal val="0"/>
                                          </p:val>
                                        </p:tav>
                                        <p:tav tm="100000">
                                          <p:val>
                                            <p:strVal val="#ppt_w"/>
                                          </p:val>
                                        </p:tav>
                                      </p:tavLst>
                                    </p:anim>
                                    <p:anim calcmode="lin" valueType="num">
                                      <p:cBhvr>
                                        <p:cTn id="33" dur="500" fill="hold"/>
                                        <p:tgtEl>
                                          <p:spTgt spid="11"/>
                                        </p:tgtEl>
                                        <p:attrNameLst>
                                          <p:attrName>ppt_h</p:attrName>
                                        </p:attrNameLst>
                                      </p:cBhvr>
                                      <p:tavLst>
                                        <p:tav tm="0">
                                          <p:val>
                                            <p:fltVal val="0"/>
                                          </p:val>
                                        </p:tav>
                                        <p:tav tm="100000">
                                          <p:val>
                                            <p:strVal val="#ppt_h"/>
                                          </p:val>
                                        </p:tav>
                                      </p:tavLst>
                                    </p:anim>
                                    <p:anim calcmode="lin" valueType="num">
                                      <p:cBhvr>
                                        <p:cTn id="34" dur="500" fill="hold"/>
                                        <p:tgtEl>
                                          <p:spTgt spid="11"/>
                                        </p:tgtEl>
                                        <p:attrNameLst>
                                          <p:attrName>ppt_x</p:attrName>
                                        </p:attrNameLst>
                                      </p:cBhvr>
                                      <p:tavLst>
                                        <p:tav tm="0">
                                          <p:val>
                                            <p:fltVal val="0.5"/>
                                          </p:val>
                                        </p:tav>
                                        <p:tav tm="100000">
                                          <p:val>
                                            <p:strVal val="#ppt_x"/>
                                          </p:val>
                                        </p:tav>
                                      </p:tavLst>
                                    </p:anim>
                                    <p:anim calcmode="lin" valueType="num">
                                      <p:cBhvr>
                                        <p:cTn id="35" dur="500" fill="hold"/>
                                        <p:tgtEl>
                                          <p:spTgt spid="11"/>
                                        </p:tgtEl>
                                        <p:attrNameLst>
                                          <p:attrName>ppt_y</p:attrName>
                                        </p:attrNameLst>
                                      </p:cBhvr>
                                      <p:tavLst>
                                        <p:tav tm="0">
                                          <p:val>
                                            <p:fltVal val="0.5"/>
                                          </p:val>
                                        </p:tav>
                                        <p:tav tm="100000">
                                          <p:val>
                                            <p:strVal val="#ppt_y"/>
                                          </p:val>
                                        </p:tav>
                                      </p:tavLst>
                                    </p:anim>
                                  </p:childTnLst>
                                </p:cTn>
                              </p:par>
                              <p:par>
                                <p:cTn id="36" presetID="23" presetClass="entr" presetSubtype="528" fill="hold" nodeType="withEffect">
                                  <p:stCondLst>
                                    <p:cond delay="700"/>
                                  </p:stCondLst>
                                  <p:childTnLst>
                                    <p:set>
                                      <p:cBhvr>
                                        <p:cTn id="37" dur="1" fill="hold">
                                          <p:stCondLst>
                                            <p:cond delay="0"/>
                                          </p:stCondLst>
                                        </p:cTn>
                                        <p:tgtEl>
                                          <p:spTgt spid="15"/>
                                        </p:tgtEl>
                                        <p:attrNameLst>
                                          <p:attrName>style.visibility</p:attrName>
                                        </p:attrNameLst>
                                      </p:cBhvr>
                                      <p:to>
                                        <p:strVal val="visible"/>
                                      </p:to>
                                    </p:set>
                                    <p:anim calcmode="lin" valueType="num">
                                      <p:cBhvr>
                                        <p:cTn id="38" dur="500" fill="hold"/>
                                        <p:tgtEl>
                                          <p:spTgt spid="15"/>
                                        </p:tgtEl>
                                        <p:attrNameLst>
                                          <p:attrName>ppt_w</p:attrName>
                                        </p:attrNameLst>
                                      </p:cBhvr>
                                      <p:tavLst>
                                        <p:tav tm="0">
                                          <p:val>
                                            <p:fltVal val="0"/>
                                          </p:val>
                                        </p:tav>
                                        <p:tav tm="100000">
                                          <p:val>
                                            <p:strVal val="#ppt_w"/>
                                          </p:val>
                                        </p:tav>
                                      </p:tavLst>
                                    </p:anim>
                                    <p:anim calcmode="lin" valueType="num">
                                      <p:cBhvr>
                                        <p:cTn id="39" dur="500" fill="hold"/>
                                        <p:tgtEl>
                                          <p:spTgt spid="15"/>
                                        </p:tgtEl>
                                        <p:attrNameLst>
                                          <p:attrName>ppt_h</p:attrName>
                                        </p:attrNameLst>
                                      </p:cBhvr>
                                      <p:tavLst>
                                        <p:tav tm="0">
                                          <p:val>
                                            <p:fltVal val="0"/>
                                          </p:val>
                                        </p:tav>
                                        <p:tav tm="100000">
                                          <p:val>
                                            <p:strVal val="#ppt_h"/>
                                          </p:val>
                                        </p:tav>
                                      </p:tavLst>
                                    </p:anim>
                                    <p:anim calcmode="lin" valueType="num">
                                      <p:cBhvr>
                                        <p:cTn id="40" dur="500" fill="hold"/>
                                        <p:tgtEl>
                                          <p:spTgt spid="15"/>
                                        </p:tgtEl>
                                        <p:attrNameLst>
                                          <p:attrName>ppt_x</p:attrName>
                                        </p:attrNameLst>
                                      </p:cBhvr>
                                      <p:tavLst>
                                        <p:tav tm="0">
                                          <p:val>
                                            <p:fltVal val="0.5"/>
                                          </p:val>
                                        </p:tav>
                                        <p:tav tm="100000">
                                          <p:val>
                                            <p:strVal val="#ppt_x"/>
                                          </p:val>
                                        </p:tav>
                                      </p:tavLst>
                                    </p:anim>
                                    <p:anim calcmode="lin" valueType="num">
                                      <p:cBhvr>
                                        <p:cTn id="41" dur="500" fill="hold"/>
                                        <p:tgtEl>
                                          <p:spTgt spid="15"/>
                                        </p:tgtEl>
                                        <p:attrNameLst>
                                          <p:attrName>ppt_y</p:attrName>
                                        </p:attrNameLst>
                                      </p:cBhvr>
                                      <p:tavLst>
                                        <p:tav tm="0">
                                          <p:val>
                                            <p:fltVal val="0.5"/>
                                          </p:val>
                                        </p:tav>
                                        <p:tav tm="100000">
                                          <p:val>
                                            <p:strVal val="#ppt_y"/>
                                          </p:val>
                                        </p:tav>
                                      </p:tavLst>
                                    </p:anim>
                                  </p:childTnLst>
                                </p:cTn>
                              </p:par>
                              <p:par>
                                <p:cTn id="42" presetID="23" presetClass="entr" presetSubtype="528" fill="hold" nodeType="withEffect">
                                  <p:stCondLst>
                                    <p:cond delay="300"/>
                                  </p:stCondLst>
                                  <p:childTnLst>
                                    <p:set>
                                      <p:cBhvr>
                                        <p:cTn id="43" dur="1" fill="hold">
                                          <p:stCondLst>
                                            <p:cond delay="0"/>
                                          </p:stCondLst>
                                        </p:cTn>
                                        <p:tgtEl>
                                          <p:spTgt spid="18"/>
                                        </p:tgtEl>
                                        <p:attrNameLst>
                                          <p:attrName>style.visibility</p:attrName>
                                        </p:attrNameLst>
                                      </p:cBhvr>
                                      <p:to>
                                        <p:strVal val="visible"/>
                                      </p:to>
                                    </p:set>
                                    <p:anim calcmode="lin" valueType="num">
                                      <p:cBhvr>
                                        <p:cTn id="44" dur="500" fill="hold"/>
                                        <p:tgtEl>
                                          <p:spTgt spid="18"/>
                                        </p:tgtEl>
                                        <p:attrNameLst>
                                          <p:attrName>ppt_w</p:attrName>
                                        </p:attrNameLst>
                                      </p:cBhvr>
                                      <p:tavLst>
                                        <p:tav tm="0">
                                          <p:val>
                                            <p:fltVal val="0"/>
                                          </p:val>
                                        </p:tav>
                                        <p:tav tm="100000">
                                          <p:val>
                                            <p:strVal val="#ppt_w"/>
                                          </p:val>
                                        </p:tav>
                                      </p:tavLst>
                                    </p:anim>
                                    <p:anim calcmode="lin" valueType="num">
                                      <p:cBhvr>
                                        <p:cTn id="45" dur="500" fill="hold"/>
                                        <p:tgtEl>
                                          <p:spTgt spid="18"/>
                                        </p:tgtEl>
                                        <p:attrNameLst>
                                          <p:attrName>ppt_h</p:attrName>
                                        </p:attrNameLst>
                                      </p:cBhvr>
                                      <p:tavLst>
                                        <p:tav tm="0">
                                          <p:val>
                                            <p:fltVal val="0"/>
                                          </p:val>
                                        </p:tav>
                                        <p:tav tm="100000">
                                          <p:val>
                                            <p:strVal val="#ppt_h"/>
                                          </p:val>
                                        </p:tav>
                                      </p:tavLst>
                                    </p:anim>
                                    <p:anim calcmode="lin" valueType="num">
                                      <p:cBhvr>
                                        <p:cTn id="46" dur="500" fill="hold"/>
                                        <p:tgtEl>
                                          <p:spTgt spid="18"/>
                                        </p:tgtEl>
                                        <p:attrNameLst>
                                          <p:attrName>ppt_x</p:attrName>
                                        </p:attrNameLst>
                                      </p:cBhvr>
                                      <p:tavLst>
                                        <p:tav tm="0">
                                          <p:val>
                                            <p:fltVal val="0.5"/>
                                          </p:val>
                                        </p:tav>
                                        <p:tav tm="100000">
                                          <p:val>
                                            <p:strVal val="#ppt_x"/>
                                          </p:val>
                                        </p:tav>
                                      </p:tavLst>
                                    </p:anim>
                                    <p:anim calcmode="lin" valueType="num">
                                      <p:cBhvr>
                                        <p:cTn id="47" dur="500" fill="hold"/>
                                        <p:tgtEl>
                                          <p:spTgt spid="18"/>
                                        </p:tgtEl>
                                        <p:attrNameLst>
                                          <p:attrName>ppt_y</p:attrName>
                                        </p:attrNameLst>
                                      </p:cBhvr>
                                      <p:tavLst>
                                        <p:tav tm="0">
                                          <p:val>
                                            <p:fltVal val="0.5"/>
                                          </p:val>
                                        </p:tav>
                                        <p:tav tm="100000">
                                          <p:val>
                                            <p:strVal val="#ppt_y"/>
                                          </p:val>
                                        </p:tav>
                                      </p:tavLst>
                                    </p:anim>
                                  </p:childTnLst>
                                </p:cTn>
                              </p:par>
                              <p:par>
                                <p:cTn id="48" presetID="23" presetClass="entr" presetSubtype="528" fill="hold" nodeType="withEffect">
                                  <p:stCondLst>
                                    <p:cond delay="100"/>
                                  </p:stCondLst>
                                  <p:childTnLst>
                                    <p:set>
                                      <p:cBhvr>
                                        <p:cTn id="49" dur="1" fill="hold">
                                          <p:stCondLst>
                                            <p:cond delay="0"/>
                                          </p:stCondLst>
                                        </p:cTn>
                                        <p:tgtEl>
                                          <p:spTgt spid="21"/>
                                        </p:tgtEl>
                                        <p:attrNameLst>
                                          <p:attrName>style.visibility</p:attrName>
                                        </p:attrNameLst>
                                      </p:cBhvr>
                                      <p:to>
                                        <p:strVal val="visible"/>
                                      </p:to>
                                    </p:set>
                                    <p:anim calcmode="lin" valueType="num">
                                      <p:cBhvr>
                                        <p:cTn id="50" dur="500" fill="hold"/>
                                        <p:tgtEl>
                                          <p:spTgt spid="21"/>
                                        </p:tgtEl>
                                        <p:attrNameLst>
                                          <p:attrName>ppt_w</p:attrName>
                                        </p:attrNameLst>
                                      </p:cBhvr>
                                      <p:tavLst>
                                        <p:tav tm="0">
                                          <p:val>
                                            <p:fltVal val="0"/>
                                          </p:val>
                                        </p:tav>
                                        <p:tav tm="100000">
                                          <p:val>
                                            <p:strVal val="#ppt_w"/>
                                          </p:val>
                                        </p:tav>
                                      </p:tavLst>
                                    </p:anim>
                                    <p:anim calcmode="lin" valueType="num">
                                      <p:cBhvr>
                                        <p:cTn id="51" dur="500" fill="hold"/>
                                        <p:tgtEl>
                                          <p:spTgt spid="21"/>
                                        </p:tgtEl>
                                        <p:attrNameLst>
                                          <p:attrName>ppt_h</p:attrName>
                                        </p:attrNameLst>
                                      </p:cBhvr>
                                      <p:tavLst>
                                        <p:tav tm="0">
                                          <p:val>
                                            <p:fltVal val="0"/>
                                          </p:val>
                                        </p:tav>
                                        <p:tav tm="100000">
                                          <p:val>
                                            <p:strVal val="#ppt_h"/>
                                          </p:val>
                                        </p:tav>
                                      </p:tavLst>
                                    </p:anim>
                                    <p:anim calcmode="lin" valueType="num">
                                      <p:cBhvr>
                                        <p:cTn id="52" dur="500" fill="hold"/>
                                        <p:tgtEl>
                                          <p:spTgt spid="21"/>
                                        </p:tgtEl>
                                        <p:attrNameLst>
                                          <p:attrName>ppt_x</p:attrName>
                                        </p:attrNameLst>
                                      </p:cBhvr>
                                      <p:tavLst>
                                        <p:tav tm="0">
                                          <p:val>
                                            <p:fltVal val="0.5"/>
                                          </p:val>
                                        </p:tav>
                                        <p:tav tm="100000">
                                          <p:val>
                                            <p:strVal val="#ppt_x"/>
                                          </p:val>
                                        </p:tav>
                                      </p:tavLst>
                                    </p:anim>
                                    <p:anim calcmode="lin" valueType="num">
                                      <p:cBhvr>
                                        <p:cTn id="53" dur="500" fill="hold"/>
                                        <p:tgtEl>
                                          <p:spTgt spid="21"/>
                                        </p:tgtEl>
                                        <p:attrNameLst>
                                          <p:attrName>ppt_y</p:attrName>
                                        </p:attrNameLst>
                                      </p:cBhvr>
                                      <p:tavLst>
                                        <p:tav tm="0">
                                          <p:val>
                                            <p:fltVal val="0.5"/>
                                          </p:val>
                                        </p:tav>
                                        <p:tav tm="100000">
                                          <p:val>
                                            <p:strVal val="#ppt_y"/>
                                          </p:val>
                                        </p:tav>
                                      </p:tavLst>
                                    </p:anim>
                                  </p:childTnLst>
                                </p:cTn>
                              </p:par>
                              <p:par>
                                <p:cTn id="54" presetID="23" presetClass="entr" presetSubtype="528" fill="hold" nodeType="withEffect">
                                  <p:stCondLst>
                                    <p:cond delay="600"/>
                                  </p:stCondLst>
                                  <p:childTnLst>
                                    <p:set>
                                      <p:cBhvr>
                                        <p:cTn id="55" dur="1" fill="hold">
                                          <p:stCondLst>
                                            <p:cond delay="0"/>
                                          </p:stCondLst>
                                        </p:cTn>
                                        <p:tgtEl>
                                          <p:spTgt spid="24"/>
                                        </p:tgtEl>
                                        <p:attrNameLst>
                                          <p:attrName>style.visibility</p:attrName>
                                        </p:attrNameLst>
                                      </p:cBhvr>
                                      <p:to>
                                        <p:strVal val="visible"/>
                                      </p:to>
                                    </p:set>
                                    <p:anim calcmode="lin" valueType="num">
                                      <p:cBhvr>
                                        <p:cTn id="56" dur="500" fill="hold"/>
                                        <p:tgtEl>
                                          <p:spTgt spid="24"/>
                                        </p:tgtEl>
                                        <p:attrNameLst>
                                          <p:attrName>ppt_w</p:attrName>
                                        </p:attrNameLst>
                                      </p:cBhvr>
                                      <p:tavLst>
                                        <p:tav tm="0">
                                          <p:val>
                                            <p:fltVal val="0"/>
                                          </p:val>
                                        </p:tav>
                                        <p:tav tm="100000">
                                          <p:val>
                                            <p:strVal val="#ppt_w"/>
                                          </p:val>
                                        </p:tav>
                                      </p:tavLst>
                                    </p:anim>
                                    <p:anim calcmode="lin" valueType="num">
                                      <p:cBhvr>
                                        <p:cTn id="57" dur="500" fill="hold"/>
                                        <p:tgtEl>
                                          <p:spTgt spid="24"/>
                                        </p:tgtEl>
                                        <p:attrNameLst>
                                          <p:attrName>ppt_h</p:attrName>
                                        </p:attrNameLst>
                                      </p:cBhvr>
                                      <p:tavLst>
                                        <p:tav tm="0">
                                          <p:val>
                                            <p:fltVal val="0"/>
                                          </p:val>
                                        </p:tav>
                                        <p:tav tm="100000">
                                          <p:val>
                                            <p:strVal val="#ppt_h"/>
                                          </p:val>
                                        </p:tav>
                                      </p:tavLst>
                                    </p:anim>
                                    <p:anim calcmode="lin" valueType="num">
                                      <p:cBhvr>
                                        <p:cTn id="58" dur="500" fill="hold"/>
                                        <p:tgtEl>
                                          <p:spTgt spid="24"/>
                                        </p:tgtEl>
                                        <p:attrNameLst>
                                          <p:attrName>ppt_x</p:attrName>
                                        </p:attrNameLst>
                                      </p:cBhvr>
                                      <p:tavLst>
                                        <p:tav tm="0">
                                          <p:val>
                                            <p:fltVal val="0.5"/>
                                          </p:val>
                                        </p:tav>
                                        <p:tav tm="100000">
                                          <p:val>
                                            <p:strVal val="#ppt_x"/>
                                          </p:val>
                                        </p:tav>
                                      </p:tavLst>
                                    </p:anim>
                                    <p:anim calcmode="lin" valueType="num">
                                      <p:cBhvr>
                                        <p:cTn id="59" dur="500" fill="hold"/>
                                        <p:tgtEl>
                                          <p:spTgt spid="24"/>
                                        </p:tgtEl>
                                        <p:attrNameLst>
                                          <p:attrName>ppt_y</p:attrName>
                                        </p:attrNameLst>
                                      </p:cBhvr>
                                      <p:tavLst>
                                        <p:tav tm="0">
                                          <p:val>
                                            <p:fltVal val="0.5"/>
                                          </p:val>
                                        </p:tav>
                                        <p:tav tm="100000">
                                          <p:val>
                                            <p:strVal val="#ppt_y"/>
                                          </p:val>
                                        </p:tav>
                                      </p:tavLst>
                                    </p:anim>
                                  </p:childTnLst>
                                </p:cTn>
                              </p:par>
                              <p:par>
                                <p:cTn id="60" presetID="23" presetClass="entr" presetSubtype="528" fill="hold" nodeType="withEffect">
                                  <p:stCondLst>
                                    <p:cond delay="300"/>
                                  </p:stCondLst>
                                  <p:childTnLst>
                                    <p:set>
                                      <p:cBhvr>
                                        <p:cTn id="61" dur="1" fill="hold">
                                          <p:stCondLst>
                                            <p:cond delay="0"/>
                                          </p:stCondLst>
                                        </p:cTn>
                                        <p:tgtEl>
                                          <p:spTgt spid="27"/>
                                        </p:tgtEl>
                                        <p:attrNameLst>
                                          <p:attrName>style.visibility</p:attrName>
                                        </p:attrNameLst>
                                      </p:cBhvr>
                                      <p:to>
                                        <p:strVal val="visible"/>
                                      </p:to>
                                    </p:set>
                                    <p:anim calcmode="lin" valueType="num">
                                      <p:cBhvr>
                                        <p:cTn id="62" dur="500" fill="hold"/>
                                        <p:tgtEl>
                                          <p:spTgt spid="27"/>
                                        </p:tgtEl>
                                        <p:attrNameLst>
                                          <p:attrName>ppt_w</p:attrName>
                                        </p:attrNameLst>
                                      </p:cBhvr>
                                      <p:tavLst>
                                        <p:tav tm="0">
                                          <p:val>
                                            <p:fltVal val="0"/>
                                          </p:val>
                                        </p:tav>
                                        <p:tav tm="100000">
                                          <p:val>
                                            <p:strVal val="#ppt_w"/>
                                          </p:val>
                                        </p:tav>
                                      </p:tavLst>
                                    </p:anim>
                                    <p:anim calcmode="lin" valueType="num">
                                      <p:cBhvr>
                                        <p:cTn id="63" dur="500" fill="hold"/>
                                        <p:tgtEl>
                                          <p:spTgt spid="27"/>
                                        </p:tgtEl>
                                        <p:attrNameLst>
                                          <p:attrName>ppt_h</p:attrName>
                                        </p:attrNameLst>
                                      </p:cBhvr>
                                      <p:tavLst>
                                        <p:tav tm="0">
                                          <p:val>
                                            <p:fltVal val="0"/>
                                          </p:val>
                                        </p:tav>
                                        <p:tav tm="100000">
                                          <p:val>
                                            <p:strVal val="#ppt_h"/>
                                          </p:val>
                                        </p:tav>
                                      </p:tavLst>
                                    </p:anim>
                                    <p:anim calcmode="lin" valueType="num">
                                      <p:cBhvr>
                                        <p:cTn id="64" dur="500" fill="hold"/>
                                        <p:tgtEl>
                                          <p:spTgt spid="27"/>
                                        </p:tgtEl>
                                        <p:attrNameLst>
                                          <p:attrName>ppt_x</p:attrName>
                                        </p:attrNameLst>
                                      </p:cBhvr>
                                      <p:tavLst>
                                        <p:tav tm="0">
                                          <p:val>
                                            <p:fltVal val="0.5"/>
                                          </p:val>
                                        </p:tav>
                                        <p:tav tm="100000">
                                          <p:val>
                                            <p:strVal val="#ppt_x"/>
                                          </p:val>
                                        </p:tav>
                                      </p:tavLst>
                                    </p:anim>
                                    <p:anim calcmode="lin" valueType="num">
                                      <p:cBhvr>
                                        <p:cTn id="65" dur="500" fill="hold"/>
                                        <p:tgtEl>
                                          <p:spTgt spid="27"/>
                                        </p:tgtEl>
                                        <p:attrNameLst>
                                          <p:attrName>ppt_y</p:attrName>
                                        </p:attrNameLst>
                                      </p:cBhvr>
                                      <p:tavLst>
                                        <p:tav tm="0">
                                          <p:val>
                                            <p:fltVal val="0.5"/>
                                          </p:val>
                                        </p:tav>
                                        <p:tav tm="100000">
                                          <p:val>
                                            <p:strVal val="#ppt_y"/>
                                          </p:val>
                                        </p:tav>
                                      </p:tavLst>
                                    </p:anim>
                                  </p:childTnLst>
                                </p:cTn>
                              </p:par>
                              <p:par>
                                <p:cTn id="66" presetID="23" presetClass="entr" presetSubtype="528" fill="hold" nodeType="withEffect">
                                  <p:stCondLst>
                                    <p:cond delay="300"/>
                                  </p:stCondLst>
                                  <p:childTnLst>
                                    <p:set>
                                      <p:cBhvr>
                                        <p:cTn id="67" dur="1" fill="hold">
                                          <p:stCondLst>
                                            <p:cond delay="0"/>
                                          </p:stCondLst>
                                        </p:cTn>
                                        <p:tgtEl>
                                          <p:spTgt spid="30"/>
                                        </p:tgtEl>
                                        <p:attrNameLst>
                                          <p:attrName>style.visibility</p:attrName>
                                        </p:attrNameLst>
                                      </p:cBhvr>
                                      <p:to>
                                        <p:strVal val="visible"/>
                                      </p:to>
                                    </p:set>
                                    <p:anim calcmode="lin" valueType="num">
                                      <p:cBhvr>
                                        <p:cTn id="68" dur="500" fill="hold"/>
                                        <p:tgtEl>
                                          <p:spTgt spid="30"/>
                                        </p:tgtEl>
                                        <p:attrNameLst>
                                          <p:attrName>ppt_w</p:attrName>
                                        </p:attrNameLst>
                                      </p:cBhvr>
                                      <p:tavLst>
                                        <p:tav tm="0">
                                          <p:val>
                                            <p:fltVal val="0"/>
                                          </p:val>
                                        </p:tav>
                                        <p:tav tm="100000">
                                          <p:val>
                                            <p:strVal val="#ppt_w"/>
                                          </p:val>
                                        </p:tav>
                                      </p:tavLst>
                                    </p:anim>
                                    <p:anim calcmode="lin" valueType="num">
                                      <p:cBhvr>
                                        <p:cTn id="69" dur="500" fill="hold"/>
                                        <p:tgtEl>
                                          <p:spTgt spid="30"/>
                                        </p:tgtEl>
                                        <p:attrNameLst>
                                          <p:attrName>ppt_h</p:attrName>
                                        </p:attrNameLst>
                                      </p:cBhvr>
                                      <p:tavLst>
                                        <p:tav tm="0">
                                          <p:val>
                                            <p:fltVal val="0"/>
                                          </p:val>
                                        </p:tav>
                                        <p:tav tm="100000">
                                          <p:val>
                                            <p:strVal val="#ppt_h"/>
                                          </p:val>
                                        </p:tav>
                                      </p:tavLst>
                                    </p:anim>
                                    <p:anim calcmode="lin" valueType="num">
                                      <p:cBhvr>
                                        <p:cTn id="70" dur="500" fill="hold"/>
                                        <p:tgtEl>
                                          <p:spTgt spid="30"/>
                                        </p:tgtEl>
                                        <p:attrNameLst>
                                          <p:attrName>ppt_x</p:attrName>
                                        </p:attrNameLst>
                                      </p:cBhvr>
                                      <p:tavLst>
                                        <p:tav tm="0">
                                          <p:val>
                                            <p:fltVal val="0.5"/>
                                          </p:val>
                                        </p:tav>
                                        <p:tav tm="100000">
                                          <p:val>
                                            <p:strVal val="#ppt_x"/>
                                          </p:val>
                                        </p:tav>
                                      </p:tavLst>
                                    </p:anim>
                                    <p:anim calcmode="lin" valueType="num">
                                      <p:cBhvr>
                                        <p:cTn id="71" dur="500" fill="hold"/>
                                        <p:tgtEl>
                                          <p:spTgt spid="30"/>
                                        </p:tgtEl>
                                        <p:attrNameLst>
                                          <p:attrName>ppt_y</p:attrName>
                                        </p:attrNameLst>
                                      </p:cBhvr>
                                      <p:tavLst>
                                        <p:tav tm="0">
                                          <p:val>
                                            <p:fltVal val="0.5"/>
                                          </p:val>
                                        </p:tav>
                                        <p:tav tm="100000">
                                          <p:val>
                                            <p:strVal val="#ppt_y"/>
                                          </p:val>
                                        </p:tav>
                                      </p:tavLst>
                                    </p:anim>
                                  </p:childTnLst>
                                </p:cTn>
                              </p:par>
                              <p:par>
                                <p:cTn id="72" presetID="23" presetClass="entr" presetSubtype="528" fill="hold" nodeType="withEffect">
                                  <p:stCondLst>
                                    <p:cond delay="600"/>
                                  </p:stCondLst>
                                  <p:childTnLst>
                                    <p:set>
                                      <p:cBhvr>
                                        <p:cTn id="73" dur="1" fill="hold">
                                          <p:stCondLst>
                                            <p:cond delay="0"/>
                                          </p:stCondLst>
                                        </p:cTn>
                                        <p:tgtEl>
                                          <p:spTgt spid="33"/>
                                        </p:tgtEl>
                                        <p:attrNameLst>
                                          <p:attrName>style.visibility</p:attrName>
                                        </p:attrNameLst>
                                      </p:cBhvr>
                                      <p:to>
                                        <p:strVal val="visible"/>
                                      </p:to>
                                    </p:set>
                                    <p:anim calcmode="lin" valueType="num">
                                      <p:cBhvr>
                                        <p:cTn id="74" dur="500" fill="hold"/>
                                        <p:tgtEl>
                                          <p:spTgt spid="33"/>
                                        </p:tgtEl>
                                        <p:attrNameLst>
                                          <p:attrName>ppt_w</p:attrName>
                                        </p:attrNameLst>
                                      </p:cBhvr>
                                      <p:tavLst>
                                        <p:tav tm="0">
                                          <p:val>
                                            <p:fltVal val="0"/>
                                          </p:val>
                                        </p:tav>
                                        <p:tav tm="100000">
                                          <p:val>
                                            <p:strVal val="#ppt_w"/>
                                          </p:val>
                                        </p:tav>
                                      </p:tavLst>
                                    </p:anim>
                                    <p:anim calcmode="lin" valueType="num">
                                      <p:cBhvr>
                                        <p:cTn id="75" dur="500" fill="hold"/>
                                        <p:tgtEl>
                                          <p:spTgt spid="33"/>
                                        </p:tgtEl>
                                        <p:attrNameLst>
                                          <p:attrName>ppt_h</p:attrName>
                                        </p:attrNameLst>
                                      </p:cBhvr>
                                      <p:tavLst>
                                        <p:tav tm="0">
                                          <p:val>
                                            <p:fltVal val="0"/>
                                          </p:val>
                                        </p:tav>
                                        <p:tav tm="100000">
                                          <p:val>
                                            <p:strVal val="#ppt_h"/>
                                          </p:val>
                                        </p:tav>
                                      </p:tavLst>
                                    </p:anim>
                                    <p:anim calcmode="lin" valueType="num">
                                      <p:cBhvr>
                                        <p:cTn id="76" dur="500" fill="hold"/>
                                        <p:tgtEl>
                                          <p:spTgt spid="33"/>
                                        </p:tgtEl>
                                        <p:attrNameLst>
                                          <p:attrName>ppt_x</p:attrName>
                                        </p:attrNameLst>
                                      </p:cBhvr>
                                      <p:tavLst>
                                        <p:tav tm="0">
                                          <p:val>
                                            <p:fltVal val="0.5"/>
                                          </p:val>
                                        </p:tav>
                                        <p:tav tm="100000">
                                          <p:val>
                                            <p:strVal val="#ppt_x"/>
                                          </p:val>
                                        </p:tav>
                                      </p:tavLst>
                                    </p:anim>
                                    <p:anim calcmode="lin" valueType="num">
                                      <p:cBhvr>
                                        <p:cTn id="77" dur="500" fill="hold"/>
                                        <p:tgtEl>
                                          <p:spTgt spid="33"/>
                                        </p:tgtEl>
                                        <p:attrNameLst>
                                          <p:attrName>ppt_y</p:attrName>
                                        </p:attrNameLst>
                                      </p:cBhvr>
                                      <p:tavLst>
                                        <p:tav tm="0">
                                          <p:val>
                                            <p:fltVal val="0.5"/>
                                          </p:val>
                                        </p:tav>
                                        <p:tav tm="100000">
                                          <p:val>
                                            <p:strVal val="#ppt_y"/>
                                          </p:val>
                                        </p:tav>
                                      </p:tavLst>
                                    </p:anim>
                                  </p:childTnLst>
                                </p:cTn>
                              </p:par>
                              <p:par>
                                <p:cTn id="78" presetID="23" presetClass="entr" presetSubtype="528" fill="hold" nodeType="withEffect">
                                  <p:stCondLst>
                                    <p:cond delay="600"/>
                                  </p:stCondLst>
                                  <p:childTnLst>
                                    <p:set>
                                      <p:cBhvr>
                                        <p:cTn id="79" dur="1" fill="hold">
                                          <p:stCondLst>
                                            <p:cond delay="0"/>
                                          </p:stCondLst>
                                        </p:cTn>
                                        <p:tgtEl>
                                          <p:spTgt spid="36"/>
                                        </p:tgtEl>
                                        <p:attrNameLst>
                                          <p:attrName>style.visibility</p:attrName>
                                        </p:attrNameLst>
                                      </p:cBhvr>
                                      <p:to>
                                        <p:strVal val="visible"/>
                                      </p:to>
                                    </p:set>
                                    <p:anim calcmode="lin" valueType="num">
                                      <p:cBhvr>
                                        <p:cTn id="80" dur="500" fill="hold"/>
                                        <p:tgtEl>
                                          <p:spTgt spid="36"/>
                                        </p:tgtEl>
                                        <p:attrNameLst>
                                          <p:attrName>ppt_w</p:attrName>
                                        </p:attrNameLst>
                                      </p:cBhvr>
                                      <p:tavLst>
                                        <p:tav tm="0">
                                          <p:val>
                                            <p:fltVal val="0"/>
                                          </p:val>
                                        </p:tav>
                                        <p:tav tm="100000">
                                          <p:val>
                                            <p:strVal val="#ppt_w"/>
                                          </p:val>
                                        </p:tav>
                                      </p:tavLst>
                                    </p:anim>
                                    <p:anim calcmode="lin" valueType="num">
                                      <p:cBhvr>
                                        <p:cTn id="81" dur="500" fill="hold"/>
                                        <p:tgtEl>
                                          <p:spTgt spid="36"/>
                                        </p:tgtEl>
                                        <p:attrNameLst>
                                          <p:attrName>ppt_h</p:attrName>
                                        </p:attrNameLst>
                                      </p:cBhvr>
                                      <p:tavLst>
                                        <p:tav tm="0">
                                          <p:val>
                                            <p:fltVal val="0"/>
                                          </p:val>
                                        </p:tav>
                                        <p:tav tm="100000">
                                          <p:val>
                                            <p:strVal val="#ppt_h"/>
                                          </p:val>
                                        </p:tav>
                                      </p:tavLst>
                                    </p:anim>
                                    <p:anim calcmode="lin" valueType="num">
                                      <p:cBhvr>
                                        <p:cTn id="82" dur="500" fill="hold"/>
                                        <p:tgtEl>
                                          <p:spTgt spid="36"/>
                                        </p:tgtEl>
                                        <p:attrNameLst>
                                          <p:attrName>ppt_x</p:attrName>
                                        </p:attrNameLst>
                                      </p:cBhvr>
                                      <p:tavLst>
                                        <p:tav tm="0">
                                          <p:val>
                                            <p:fltVal val="0.5"/>
                                          </p:val>
                                        </p:tav>
                                        <p:tav tm="100000">
                                          <p:val>
                                            <p:strVal val="#ppt_x"/>
                                          </p:val>
                                        </p:tav>
                                      </p:tavLst>
                                    </p:anim>
                                    <p:anim calcmode="lin" valueType="num">
                                      <p:cBhvr>
                                        <p:cTn id="83" dur="500" fill="hold"/>
                                        <p:tgtEl>
                                          <p:spTgt spid="36"/>
                                        </p:tgtEl>
                                        <p:attrNameLst>
                                          <p:attrName>ppt_y</p:attrName>
                                        </p:attrNameLst>
                                      </p:cBhvr>
                                      <p:tavLst>
                                        <p:tav tm="0">
                                          <p:val>
                                            <p:fltVal val="0.5"/>
                                          </p:val>
                                        </p:tav>
                                        <p:tav tm="100000">
                                          <p:val>
                                            <p:strVal val="#ppt_y"/>
                                          </p:val>
                                        </p:tav>
                                      </p:tavLst>
                                    </p:anim>
                                  </p:childTnLst>
                                </p:cTn>
                              </p:par>
                              <p:par>
                                <p:cTn id="84" presetID="23" presetClass="entr" presetSubtype="528" fill="hold" nodeType="withEffect">
                                  <p:stCondLst>
                                    <p:cond delay="300"/>
                                  </p:stCondLst>
                                  <p:childTnLst>
                                    <p:set>
                                      <p:cBhvr>
                                        <p:cTn id="85" dur="1" fill="hold">
                                          <p:stCondLst>
                                            <p:cond delay="0"/>
                                          </p:stCondLst>
                                        </p:cTn>
                                        <p:tgtEl>
                                          <p:spTgt spid="39"/>
                                        </p:tgtEl>
                                        <p:attrNameLst>
                                          <p:attrName>style.visibility</p:attrName>
                                        </p:attrNameLst>
                                      </p:cBhvr>
                                      <p:to>
                                        <p:strVal val="visible"/>
                                      </p:to>
                                    </p:set>
                                    <p:anim calcmode="lin" valueType="num">
                                      <p:cBhvr>
                                        <p:cTn id="86" dur="500" fill="hold"/>
                                        <p:tgtEl>
                                          <p:spTgt spid="39"/>
                                        </p:tgtEl>
                                        <p:attrNameLst>
                                          <p:attrName>ppt_w</p:attrName>
                                        </p:attrNameLst>
                                      </p:cBhvr>
                                      <p:tavLst>
                                        <p:tav tm="0">
                                          <p:val>
                                            <p:fltVal val="0"/>
                                          </p:val>
                                        </p:tav>
                                        <p:tav tm="100000">
                                          <p:val>
                                            <p:strVal val="#ppt_w"/>
                                          </p:val>
                                        </p:tav>
                                      </p:tavLst>
                                    </p:anim>
                                    <p:anim calcmode="lin" valueType="num">
                                      <p:cBhvr>
                                        <p:cTn id="87" dur="500" fill="hold"/>
                                        <p:tgtEl>
                                          <p:spTgt spid="39"/>
                                        </p:tgtEl>
                                        <p:attrNameLst>
                                          <p:attrName>ppt_h</p:attrName>
                                        </p:attrNameLst>
                                      </p:cBhvr>
                                      <p:tavLst>
                                        <p:tav tm="0">
                                          <p:val>
                                            <p:fltVal val="0"/>
                                          </p:val>
                                        </p:tav>
                                        <p:tav tm="100000">
                                          <p:val>
                                            <p:strVal val="#ppt_h"/>
                                          </p:val>
                                        </p:tav>
                                      </p:tavLst>
                                    </p:anim>
                                    <p:anim calcmode="lin" valueType="num">
                                      <p:cBhvr>
                                        <p:cTn id="88" dur="500" fill="hold"/>
                                        <p:tgtEl>
                                          <p:spTgt spid="39"/>
                                        </p:tgtEl>
                                        <p:attrNameLst>
                                          <p:attrName>ppt_x</p:attrName>
                                        </p:attrNameLst>
                                      </p:cBhvr>
                                      <p:tavLst>
                                        <p:tav tm="0">
                                          <p:val>
                                            <p:fltVal val="0.5"/>
                                          </p:val>
                                        </p:tav>
                                        <p:tav tm="100000">
                                          <p:val>
                                            <p:strVal val="#ppt_x"/>
                                          </p:val>
                                        </p:tav>
                                      </p:tavLst>
                                    </p:anim>
                                    <p:anim calcmode="lin" valueType="num">
                                      <p:cBhvr>
                                        <p:cTn id="89" dur="500" fill="hold"/>
                                        <p:tgtEl>
                                          <p:spTgt spid="39"/>
                                        </p:tgtEl>
                                        <p:attrNameLst>
                                          <p:attrName>ppt_y</p:attrName>
                                        </p:attrNameLst>
                                      </p:cBhvr>
                                      <p:tavLst>
                                        <p:tav tm="0">
                                          <p:val>
                                            <p:fltVal val="0.5"/>
                                          </p:val>
                                        </p:tav>
                                        <p:tav tm="100000">
                                          <p:val>
                                            <p:strVal val="#ppt_y"/>
                                          </p:val>
                                        </p:tav>
                                      </p:tavLst>
                                    </p:anim>
                                  </p:childTnLst>
                                </p:cTn>
                              </p:par>
                              <p:par>
                                <p:cTn id="90" presetID="23" presetClass="entr" presetSubtype="528" fill="hold" nodeType="withEffect">
                                  <p:stCondLst>
                                    <p:cond delay="600"/>
                                  </p:stCondLst>
                                  <p:childTnLst>
                                    <p:set>
                                      <p:cBhvr>
                                        <p:cTn id="91" dur="1" fill="hold">
                                          <p:stCondLst>
                                            <p:cond delay="0"/>
                                          </p:stCondLst>
                                        </p:cTn>
                                        <p:tgtEl>
                                          <p:spTgt spid="42"/>
                                        </p:tgtEl>
                                        <p:attrNameLst>
                                          <p:attrName>style.visibility</p:attrName>
                                        </p:attrNameLst>
                                      </p:cBhvr>
                                      <p:to>
                                        <p:strVal val="visible"/>
                                      </p:to>
                                    </p:set>
                                    <p:anim calcmode="lin" valueType="num">
                                      <p:cBhvr>
                                        <p:cTn id="92" dur="500" fill="hold"/>
                                        <p:tgtEl>
                                          <p:spTgt spid="42"/>
                                        </p:tgtEl>
                                        <p:attrNameLst>
                                          <p:attrName>ppt_w</p:attrName>
                                        </p:attrNameLst>
                                      </p:cBhvr>
                                      <p:tavLst>
                                        <p:tav tm="0">
                                          <p:val>
                                            <p:fltVal val="0"/>
                                          </p:val>
                                        </p:tav>
                                        <p:tav tm="100000">
                                          <p:val>
                                            <p:strVal val="#ppt_w"/>
                                          </p:val>
                                        </p:tav>
                                      </p:tavLst>
                                    </p:anim>
                                    <p:anim calcmode="lin" valueType="num">
                                      <p:cBhvr>
                                        <p:cTn id="93" dur="500" fill="hold"/>
                                        <p:tgtEl>
                                          <p:spTgt spid="42"/>
                                        </p:tgtEl>
                                        <p:attrNameLst>
                                          <p:attrName>ppt_h</p:attrName>
                                        </p:attrNameLst>
                                      </p:cBhvr>
                                      <p:tavLst>
                                        <p:tav tm="0">
                                          <p:val>
                                            <p:fltVal val="0"/>
                                          </p:val>
                                        </p:tav>
                                        <p:tav tm="100000">
                                          <p:val>
                                            <p:strVal val="#ppt_h"/>
                                          </p:val>
                                        </p:tav>
                                      </p:tavLst>
                                    </p:anim>
                                    <p:anim calcmode="lin" valueType="num">
                                      <p:cBhvr>
                                        <p:cTn id="94" dur="500" fill="hold"/>
                                        <p:tgtEl>
                                          <p:spTgt spid="42"/>
                                        </p:tgtEl>
                                        <p:attrNameLst>
                                          <p:attrName>ppt_x</p:attrName>
                                        </p:attrNameLst>
                                      </p:cBhvr>
                                      <p:tavLst>
                                        <p:tav tm="0">
                                          <p:val>
                                            <p:fltVal val="0.5"/>
                                          </p:val>
                                        </p:tav>
                                        <p:tav tm="100000">
                                          <p:val>
                                            <p:strVal val="#ppt_x"/>
                                          </p:val>
                                        </p:tav>
                                      </p:tavLst>
                                    </p:anim>
                                    <p:anim calcmode="lin" valueType="num">
                                      <p:cBhvr>
                                        <p:cTn id="95" dur="500" fill="hold"/>
                                        <p:tgtEl>
                                          <p:spTgt spid="42"/>
                                        </p:tgtEl>
                                        <p:attrNameLst>
                                          <p:attrName>ppt_y</p:attrName>
                                        </p:attrNameLst>
                                      </p:cBhvr>
                                      <p:tavLst>
                                        <p:tav tm="0">
                                          <p:val>
                                            <p:fltVal val="0.5"/>
                                          </p:val>
                                        </p:tav>
                                        <p:tav tm="100000">
                                          <p:val>
                                            <p:strVal val="#ppt_y"/>
                                          </p:val>
                                        </p:tav>
                                      </p:tavLst>
                                    </p:anim>
                                  </p:childTnLst>
                                </p:cTn>
                              </p:par>
                              <p:par>
                                <p:cTn id="96" presetID="23" presetClass="entr" presetSubtype="528" fill="hold" nodeType="withEffect">
                                  <p:stCondLst>
                                    <p:cond delay="600"/>
                                  </p:stCondLst>
                                  <p:childTnLst>
                                    <p:set>
                                      <p:cBhvr>
                                        <p:cTn id="97" dur="1" fill="hold">
                                          <p:stCondLst>
                                            <p:cond delay="0"/>
                                          </p:stCondLst>
                                        </p:cTn>
                                        <p:tgtEl>
                                          <p:spTgt spid="45"/>
                                        </p:tgtEl>
                                        <p:attrNameLst>
                                          <p:attrName>style.visibility</p:attrName>
                                        </p:attrNameLst>
                                      </p:cBhvr>
                                      <p:to>
                                        <p:strVal val="visible"/>
                                      </p:to>
                                    </p:set>
                                    <p:anim calcmode="lin" valueType="num">
                                      <p:cBhvr>
                                        <p:cTn id="98" dur="500" fill="hold"/>
                                        <p:tgtEl>
                                          <p:spTgt spid="45"/>
                                        </p:tgtEl>
                                        <p:attrNameLst>
                                          <p:attrName>ppt_w</p:attrName>
                                        </p:attrNameLst>
                                      </p:cBhvr>
                                      <p:tavLst>
                                        <p:tav tm="0">
                                          <p:val>
                                            <p:fltVal val="0"/>
                                          </p:val>
                                        </p:tav>
                                        <p:tav tm="100000">
                                          <p:val>
                                            <p:strVal val="#ppt_w"/>
                                          </p:val>
                                        </p:tav>
                                      </p:tavLst>
                                    </p:anim>
                                    <p:anim calcmode="lin" valueType="num">
                                      <p:cBhvr>
                                        <p:cTn id="99" dur="500" fill="hold"/>
                                        <p:tgtEl>
                                          <p:spTgt spid="45"/>
                                        </p:tgtEl>
                                        <p:attrNameLst>
                                          <p:attrName>ppt_h</p:attrName>
                                        </p:attrNameLst>
                                      </p:cBhvr>
                                      <p:tavLst>
                                        <p:tav tm="0">
                                          <p:val>
                                            <p:fltVal val="0"/>
                                          </p:val>
                                        </p:tav>
                                        <p:tav tm="100000">
                                          <p:val>
                                            <p:strVal val="#ppt_h"/>
                                          </p:val>
                                        </p:tav>
                                      </p:tavLst>
                                    </p:anim>
                                    <p:anim calcmode="lin" valueType="num">
                                      <p:cBhvr>
                                        <p:cTn id="100" dur="500" fill="hold"/>
                                        <p:tgtEl>
                                          <p:spTgt spid="45"/>
                                        </p:tgtEl>
                                        <p:attrNameLst>
                                          <p:attrName>ppt_x</p:attrName>
                                        </p:attrNameLst>
                                      </p:cBhvr>
                                      <p:tavLst>
                                        <p:tav tm="0">
                                          <p:val>
                                            <p:fltVal val="0.5"/>
                                          </p:val>
                                        </p:tav>
                                        <p:tav tm="100000">
                                          <p:val>
                                            <p:strVal val="#ppt_x"/>
                                          </p:val>
                                        </p:tav>
                                      </p:tavLst>
                                    </p:anim>
                                    <p:anim calcmode="lin" valueType="num">
                                      <p:cBhvr>
                                        <p:cTn id="101" dur="500" fill="hold"/>
                                        <p:tgtEl>
                                          <p:spTgt spid="45"/>
                                        </p:tgtEl>
                                        <p:attrNameLst>
                                          <p:attrName>ppt_y</p:attrName>
                                        </p:attrNameLst>
                                      </p:cBhvr>
                                      <p:tavLst>
                                        <p:tav tm="0">
                                          <p:val>
                                            <p:fltVal val="0.5"/>
                                          </p:val>
                                        </p:tav>
                                        <p:tav tm="100000">
                                          <p:val>
                                            <p:strVal val="#ppt_y"/>
                                          </p:val>
                                        </p:tav>
                                      </p:tavLst>
                                    </p:anim>
                                  </p:childTnLst>
                                </p:cTn>
                              </p:par>
                              <p:par>
                                <p:cTn id="102" presetID="26" presetClass="emph" presetSubtype="0" repeatCount="3000" fill="hold" nodeType="withEffect">
                                  <p:stCondLst>
                                    <p:cond delay="600"/>
                                  </p:stCondLst>
                                  <p:childTnLst>
                                    <p:animEffect transition="out" filter="fade">
                                      <p:cBhvr>
                                        <p:cTn id="103" dur="500" tmFilter="0, 0; .2, .5; .8, .5; 1, 0"/>
                                        <p:tgtEl>
                                          <p:spTgt spid="8"/>
                                        </p:tgtEl>
                                      </p:cBhvr>
                                    </p:animEffect>
                                    <p:animScale>
                                      <p:cBhvr>
                                        <p:cTn id="104" dur="250" autoRev="1" fill="hold"/>
                                        <p:tgtEl>
                                          <p:spTgt spid="8"/>
                                        </p:tgtEl>
                                      </p:cBhvr>
                                      <p:by x="105000" y="105000"/>
                                    </p:animScale>
                                  </p:childTnLst>
                                </p:cTn>
                              </p:par>
                              <p:par>
                                <p:cTn id="105" presetID="26" presetClass="emph" presetSubtype="0" repeatCount="3000" fill="hold" nodeType="withEffect">
                                  <p:stCondLst>
                                    <p:cond delay="710"/>
                                  </p:stCondLst>
                                  <p:childTnLst>
                                    <p:animEffect transition="out" filter="fade">
                                      <p:cBhvr>
                                        <p:cTn id="106" dur="500" tmFilter="0, 0; .2, .5; .8, .5; 1, 0"/>
                                        <p:tgtEl>
                                          <p:spTgt spid="30"/>
                                        </p:tgtEl>
                                      </p:cBhvr>
                                    </p:animEffect>
                                    <p:animScale>
                                      <p:cBhvr>
                                        <p:cTn id="107" dur="250" autoRev="1" fill="hold"/>
                                        <p:tgtEl>
                                          <p:spTgt spid="30"/>
                                        </p:tgtEl>
                                      </p:cBhvr>
                                      <p:by x="105000" y="105000"/>
                                    </p:animScale>
                                  </p:childTnLst>
                                </p:cTn>
                              </p:par>
                              <p:par>
                                <p:cTn id="108" presetID="26" presetClass="emph" presetSubtype="0" repeatCount="3000" fill="hold" nodeType="withEffect">
                                  <p:stCondLst>
                                    <p:cond delay="410"/>
                                  </p:stCondLst>
                                  <p:childTnLst>
                                    <p:animEffect transition="out" filter="fade">
                                      <p:cBhvr>
                                        <p:cTn id="109" dur="500" tmFilter="0, 0; .2, .5; .8, .5; 1, 0"/>
                                        <p:tgtEl>
                                          <p:spTgt spid="36"/>
                                        </p:tgtEl>
                                      </p:cBhvr>
                                    </p:animEffect>
                                    <p:animScale>
                                      <p:cBhvr>
                                        <p:cTn id="110" dur="250" autoRev="1" fill="hold"/>
                                        <p:tgtEl>
                                          <p:spTgt spid="36"/>
                                        </p:tgtEl>
                                      </p:cBhvr>
                                      <p:by x="105000" y="105000"/>
                                    </p:animScale>
                                  </p:childTnLst>
                                </p:cTn>
                              </p:par>
                              <p:par>
                                <p:cTn id="111" presetID="26" presetClass="emph" presetSubtype="0" repeatCount="3000" fill="hold" nodeType="withEffect">
                                  <p:stCondLst>
                                    <p:cond delay="810"/>
                                  </p:stCondLst>
                                  <p:childTnLst>
                                    <p:animEffect transition="out" filter="fade">
                                      <p:cBhvr>
                                        <p:cTn id="112" dur="500" tmFilter="0, 0; .2, .5; .8, .5; 1, 0"/>
                                        <p:tgtEl>
                                          <p:spTgt spid="39"/>
                                        </p:tgtEl>
                                      </p:cBhvr>
                                    </p:animEffect>
                                    <p:animScale>
                                      <p:cBhvr>
                                        <p:cTn id="113" dur="250" autoRev="1" fill="hold"/>
                                        <p:tgtEl>
                                          <p:spTgt spid="39"/>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5"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4" name="直接连接符 23"/>
          <p:cNvCxnSpPr/>
          <p:nvPr/>
        </p:nvCxnSpPr>
        <p:spPr>
          <a:xfrm>
            <a:off x="515257" y="624114"/>
            <a:ext cx="8113486" cy="0"/>
          </a:xfrm>
          <a:prstGeom prst="line">
            <a:avLst/>
          </a:prstGeom>
          <a:ln w="12700">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25" name="椭圆 24"/>
          <p:cNvSpPr/>
          <p:nvPr/>
        </p:nvSpPr>
        <p:spPr>
          <a:xfrm>
            <a:off x="646880" y="242192"/>
            <a:ext cx="274777" cy="274777"/>
          </a:xfrm>
          <a:prstGeom prst="ellipse">
            <a:avLst/>
          </a:prstGeom>
          <a:solidFill>
            <a:srgbClr val="679E2A"/>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pitchFamily="34" charset="-122"/>
            </a:endParaRPr>
          </a:p>
        </p:txBody>
      </p:sp>
      <p:sp>
        <p:nvSpPr>
          <p:cNvPr id="26" name="TextBox 25"/>
          <p:cNvSpPr txBox="1"/>
          <p:nvPr/>
        </p:nvSpPr>
        <p:spPr>
          <a:xfrm>
            <a:off x="908957" y="206330"/>
            <a:ext cx="1351280" cy="398780"/>
          </a:xfrm>
          <a:prstGeom prst="rect">
            <a:avLst/>
          </a:prstGeom>
          <a:noFill/>
          <a:ln>
            <a:noFill/>
          </a:ln>
        </p:spPr>
        <p:txBody>
          <a:bodyPr wrap="none" rtlCol="0">
            <a:spAutoFit/>
          </a:bodyPr>
          <a:lstStyle/>
          <a:p>
            <a:r>
              <a:rPr lang="zh-CN" altLang="en-US" sz="2000" spc="300" dirty="0">
                <a:solidFill>
                  <a:schemeClr val="tx1">
                    <a:lumMod val="65000"/>
                    <a:lumOff val="35000"/>
                  </a:schemeClr>
                </a:solidFill>
                <a:latin typeface="微软雅黑" panose="020B0503020204020204" pitchFamily="34" charset="-122"/>
                <a:ea typeface="微软雅黑" panose="020B0503020204020204" pitchFamily="34" charset="-122"/>
              </a:rPr>
              <a:t>研究方法</a:t>
            </a:r>
            <a:endParaRPr lang="zh-CN" altLang="en-US" sz="2000" spc="3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27" name="TextBox 26"/>
          <p:cNvSpPr txBox="1"/>
          <p:nvPr/>
        </p:nvSpPr>
        <p:spPr>
          <a:xfrm>
            <a:off x="2390916" y="237108"/>
            <a:ext cx="2188210" cy="337185"/>
          </a:xfrm>
          <a:prstGeom prst="rect">
            <a:avLst/>
          </a:prstGeom>
          <a:noFill/>
        </p:spPr>
        <p:txBody>
          <a:bodyPr wrap="none" rtlCol="0">
            <a:spAutoFit/>
          </a:bodyPr>
          <a:lstStyle/>
          <a:p>
            <a:r>
              <a:rPr lang="en-US" altLang="zh-CN" sz="1600" dirty="0">
                <a:solidFill>
                  <a:schemeClr val="tx1">
                    <a:lumMod val="50000"/>
                    <a:lumOff val="50000"/>
                  </a:schemeClr>
                </a:solidFill>
                <a:latin typeface="微软雅黑" panose="020B0503020204020204" pitchFamily="34" charset="-122"/>
                <a:ea typeface="微软雅黑" panose="020B0503020204020204" pitchFamily="34" charset="-122"/>
              </a:rPr>
              <a:t>RESEARCH METHOD</a:t>
            </a:r>
            <a:endParaRPr lang="zh-CN" altLang="en-US" sz="1600" dirty="0">
              <a:solidFill>
                <a:schemeClr val="tx1">
                  <a:lumMod val="50000"/>
                  <a:lumOff val="50000"/>
                </a:schemeClr>
              </a:solidFill>
              <a:latin typeface="微软雅黑" panose="020B0503020204020204" pitchFamily="34" charset="-122"/>
              <a:ea typeface="微软雅黑" panose="020B0503020204020204" pitchFamily="34" charset="-122"/>
            </a:endParaRPr>
          </a:p>
        </p:txBody>
      </p:sp>
      <p:cxnSp>
        <p:nvCxnSpPr>
          <p:cNvPr id="28" name="直接连接符 27"/>
          <p:cNvCxnSpPr/>
          <p:nvPr/>
        </p:nvCxnSpPr>
        <p:spPr>
          <a:xfrm>
            <a:off x="2332174" y="302089"/>
            <a:ext cx="0" cy="208592"/>
          </a:xfrm>
          <a:prstGeom prst="line">
            <a:avLst/>
          </a:prstGeom>
          <a:ln w="190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64" name="TextBox 63"/>
          <p:cNvSpPr txBox="1"/>
          <p:nvPr/>
        </p:nvSpPr>
        <p:spPr>
          <a:xfrm>
            <a:off x="5075706" y="1203633"/>
            <a:ext cx="1198880" cy="398780"/>
          </a:xfrm>
          <a:prstGeom prst="rect">
            <a:avLst/>
          </a:prstGeom>
          <a:noFill/>
        </p:spPr>
        <p:txBody>
          <a:bodyPr wrap="none" rtlCol="0">
            <a:spAutoFit/>
          </a:bodyPr>
          <a:lstStyle/>
          <a:p>
            <a:pPr algn="l"/>
            <a:r>
              <a:rPr lang="zh-CN" altLang="en-US" sz="2000" dirty="0">
                <a:solidFill>
                  <a:schemeClr val="tx1">
                    <a:lumMod val="75000"/>
                    <a:lumOff val="25000"/>
                  </a:schemeClr>
                </a:solidFill>
                <a:latin typeface="微软雅黑" panose="020B0503020204020204" pitchFamily="34" charset="-122"/>
                <a:ea typeface="微软雅黑" panose="020B0503020204020204" pitchFamily="34" charset="-122"/>
              </a:rPr>
              <a:t>理论研究</a:t>
            </a:r>
            <a:endParaRPr lang="zh-CN" altLang="en-US" sz="20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66" name="TextBox 65"/>
          <p:cNvSpPr txBox="1"/>
          <p:nvPr/>
        </p:nvSpPr>
        <p:spPr>
          <a:xfrm>
            <a:off x="5147857" y="2670373"/>
            <a:ext cx="1198880" cy="398780"/>
          </a:xfrm>
          <a:prstGeom prst="rect">
            <a:avLst/>
          </a:prstGeom>
          <a:noFill/>
        </p:spPr>
        <p:txBody>
          <a:bodyPr wrap="none" rtlCol="0">
            <a:spAutoFit/>
          </a:bodyPr>
          <a:lstStyle/>
          <a:p>
            <a:pPr algn="l"/>
            <a:r>
              <a:rPr lang="zh-CN" altLang="en-US" sz="2000" dirty="0">
                <a:solidFill>
                  <a:schemeClr val="tx1">
                    <a:lumMod val="75000"/>
                    <a:lumOff val="25000"/>
                  </a:schemeClr>
                </a:solidFill>
                <a:latin typeface="微软雅黑" panose="020B0503020204020204" pitchFamily="34" charset="-122"/>
                <a:ea typeface="微软雅黑" panose="020B0503020204020204" pitchFamily="34" charset="-122"/>
              </a:rPr>
              <a:t>实验研究</a:t>
            </a:r>
            <a:endParaRPr lang="zh-CN" altLang="en-US" sz="20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67" name="TextBox 66"/>
          <p:cNvSpPr txBox="1"/>
          <p:nvPr/>
        </p:nvSpPr>
        <p:spPr>
          <a:xfrm>
            <a:off x="1052218" y="1733285"/>
            <a:ext cx="995680" cy="337185"/>
          </a:xfrm>
          <a:prstGeom prst="rect">
            <a:avLst/>
          </a:prstGeom>
          <a:noFill/>
        </p:spPr>
        <p:txBody>
          <a:bodyPr wrap="none" rtlCol="0">
            <a:spAutoFit/>
          </a:bodyPr>
          <a:lstStyle/>
          <a:p>
            <a:r>
              <a:rPr lang="zh-CN" altLang="en-US" sz="1600" dirty="0">
                <a:solidFill>
                  <a:srgbClr val="679E2A"/>
                </a:solidFill>
                <a:latin typeface="微软雅黑" panose="020B0503020204020204" pitchFamily="34" charset="-122"/>
                <a:ea typeface="微软雅黑" panose="020B0503020204020204" pitchFamily="34" charset="-122"/>
              </a:rPr>
              <a:t>黑盒测试</a:t>
            </a:r>
            <a:endParaRPr lang="zh-CN" altLang="en-US" sz="1600" dirty="0">
              <a:solidFill>
                <a:srgbClr val="679E2A"/>
              </a:solidFill>
              <a:latin typeface="微软雅黑" panose="020B0503020204020204" pitchFamily="34" charset="-122"/>
              <a:ea typeface="微软雅黑" panose="020B0503020204020204" pitchFamily="34" charset="-122"/>
            </a:endParaRPr>
          </a:p>
        </p:txBody>
      </p:sp>
      <p:sp>
        <p:nvSpPr>
          <p:cNvPr id="68" name="TextBox 67"/>
          <p:cNvSpPr txBox="1"/>
          <p:nvPr/>
        </p:nvSpPr>
        <p:spPr>
          <a:xfrm>
            <a:off x="1760492" y="3876508"/>
            <a:ext cx="995680" cy="337185"/>
          </a:xfrm>
          <a:prstGeom prst="rect">
            <a:avLst/>
          </a:prstGeom>
          <a:noFill/>
        </p:spPr>
        <p:txBody>
          <a:bodyPr wrap="none" rtlCol="0">
            <a:spAutoFit/>
          </a:bodyPr>
          <a:lstStyle/>
          <a:p>
            <a:r>
              <a:rPr lang="zh-CN" altLang="en-US" sz="1600" dirty="0">
                <a:solidFill>
                  <a:srgbClr val="679E2A"/>
                </a:solidFill>
                <a:latin typeface="微软雅黑" panose="020B0503020204020204" pitchFamily="34" charset="-122"/>
                <a:ea typeface="微软雅黑" panose="020B0503020204020204" pitchFamily="34" charset="-122"/>
              </a:rPr>
              <a:t>系统开发</a:t>
            </a:r>
            <a:endParaRPr lang="zh-CN" altLang="en-US" sz="1600" dirty="0">
              <a:solidFill>
                <a:srgbClr val="679E2A"/>
              </a:solidFill>
              <a:latin typeface="微软雅黑" panose="020B0503020204020204" pitchFamily="34" charset="-122"/>
              <a:ea typeface="微软雅黑" panose="020B0503020204020204" pitchFamily="34" charset="-122"/>
            </a:endParaRPr>
          </a:p>
        </p:txBody>
      </p:sp>
      <p:sp>
        <p:nvSpPr>
          <p:cNvPr id="69" name="TextBox 68"/>
          <p:cNvSpPr txBox="1"/>
          <p:nvPr/>
        </p:nvSpPr>
        <p:spPr>
          <a:xfrm>
            <a:off x="3417594" y="3260955"/>
            <a:ext cx="995680" cy="337185"/>
          </a:xfrm>
          <a:prstGeom prst="rect">
            <a:avLst/>
          </a:prstGeom>
          <a:noFill/>
        </p:spPr>
        <p:txBody>
          <a:bodyPr wrap="none" rtlCol="0">
            <a:spAutoFit/>
          </a:bodyPr>
          <a:lstStyle/>
          <a:p>
            <a:r>
              <a:rPr lang="zh-CN" altLang="en-US" sz="1600" dirty="0">
                <a:solidFill>
                  <a:srgbClr val="679E2A"/>
                </a:solidFill>
                <a:latin typeface="微软雅黑" panose="020B0503020204020204" pitchFamily="34" charset="-122"/>
                <a:ea typeface="微软雅黑" panose="020B0503020204020204" pitchFamily="34" charset="-122"/>
              </a:rPr>
              <a:t>部署流程</a:t>
            </a:r>
            <a:endParaRPr lang="zh-CN" altLang="en-US" sz="1600" dirty="0">
              <a:solidFill>
                <a:srgbClr val="679E2A"/>
              </a:solidFill>
              <a:latin typeface="微软雅黑" panose="020B0503020204020204" pitchFamily="34" charset="-122"/>
              <a:ea typeface="微软雅黑" panose="020B0503020204020204" pitchFamily="34" charset="-122"/>
            </a:endParaRPr>
          </a:p>
        </p:txBody>
      </p:sp>
      <p:sp>
        <p:nvSpPr>
          <p:cNvPr id="70" name="TextBox 69"/>
          <p:cNvSpPr txBox="1"/>
          <p:nvPr/>
        </p:nvSpPr>
        <p:spPr>
          <a:xfrm>
            <a:off x="2940541" y="2040713"/>
            <a:ext cx="995680" cy="337185"/>
          </a:xfrm>
          <a:prstGeom prst="rect">
            <a:avLst/>
          </a:prstGeom>
          <a:noFill/>
        </p:spPr>
        <p:txBody>
          <a:bodyPr wrap="none" rtlCol="0">
            <a:spAutoFit/>
          </a:bodyPr>
          <a:lstStyle/>
          <a:p>
            <a:r>
              <a:rPr lang="zh-CN" altLang="en-US" sz="1600" dirty="0">
                <a:solidFill>
                  <a:srgbClr val="679E2A"/>
                </a:solidFill>
                <a:latin typeface="微软雅黑" panose="020B0503020204020204" pitchFamily="34" charset="-122"/>
                <a:ea typeface="微软雅黑" panose="020B0503020204020204" pitchFamily="34" charset="-122"/>
              </a:rPr>
              <a:t>模拟攻击</a:t>
            </a:r>
            <a:endParaRPr lang="zh-CN" altLang="en-US" sz="1600" dirty="0">
              <a:solidFill>
                <a:srgbClr val="679E2A"/>
              </a:solidFill>
              <a:latin typeface="微软雅黑" panose="020B0503020204020204" pitchFamily="34" charset="-122"/>
              <a:ea typeface="微软雅黑" panose="020B0503020204020204" pitchFamily="34" charset="-122"/>
            </a:endParaRPr>
          </a:p>
        </p:txBody>
      </p:sp>
      <p:sp>
        <p:nvSpPr>
          <p:cNvPr id="71" name="TextBox 70"/>
          <p:cNvSpPr txBox="1"/>
          <p:nvPr/>
        </p:nvSpPr>
        <p:spPr>
          <a:xfrm>
            <a:off x="975581" y="2802755"/>
            <a:ext cx="995680" cy="337185"/>
          </a:xfrm>
          <a:prstGeom prst="rect">
            <a:avLst/>
          </a:prstGeom>
          <a:noFill/>
        </p:spPr>
        <p:txBody>
          <a:bodyPr wrap="none" rtlCol="0">
            <a:spAutoFit/>
          </a:bodyPr>
          <a:lstStyle/>
          <a:p>
            <a:r>
              <a:rPr lang="zh-CN" altLang="en-US" sz="1600" dirty="0">
                <a:solidFill>
                  <a:srgbClr val="679E2A"/>
                </a:solidFill>
                <a:latin typeface="微软雅黑" panose="020B0503020204020204" pitchFamily="34" charset="-122"/>
                <a:ea typeface="微软雅黑" panose="020B0503020204020204" pitchFamily="34" charset="-122"/>
              </a:rPr>
              <a:t>风险分析</a:t>
            </a:r>
            <a:endParaRPr lang="zh-CN" altLang="en-US" sz="1600" dirty="0">
              <a:solidFill>
                <a:srgbClr val="679E2A"/>
              </a:solidFill>
              <a:latin typeface="微软雅黑" panose="020B0503020204020204" pitchFamily="34" charset="-122"/>
              <a:ea typeface="微软雅黑" panose="020B0503020204020204" pitchFamily="34" charset="-122"/>
            </a:endParaRPr>
          </a:p>
        </p:txBody>
      </p:sp>
      <p:grpSp>
        <p:nvGrpSpPr>
          <p:cNvPr id="72" name="组合 71"/>
          <p:cNvGrpSpPr/>
          <p:nvPr/>
        </p:nvGrpSpPr>
        <p:grpSpPr>
          <a:xfrm>
            <a:off x="1881986" y="1967783"/>
            <a:ext cx="976857" cy="976857"/>
            <a:chOff x="304800" y="673100"/>
            <a:chExt cx="4000500" cy="4000500"/>
          </a:xfrm>
          <a:effectLst>
            <a:outerShdw blurRad="444500" dist="254000" dir="8100000" algn="tr" rotWithShape="0">
              <a:prstClr val="black">
                <a:alpha val="50000"/>
              </a:prstClr>
            </a:outerShdw>
          </a:effectLst>
        </p:grpSpPr>
        <p:sp>
          <p:nvSpPr>
            <p:cNvPr id="73" name="同心圆 72"/>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C00000"/>
                </a:solidFill>
                <a:latin typeface="微软雅黑" panose="020B0503020204020204" pitchFamily="34" charset="-122"/>
                <a:ea typeface="微软雅黑" panose="020B0503020204020204" pitchFamily="34" charset="-122"/>
              </a:endParaRPr>
            </a:p>
          </p:txBody>
        </p:sp>
        <p:sp>
          <p:nvSpPr>
            <p:cNvPr id="74" name="椭圆 73"/>
            <p:cNvSpPr/>
            <p:nvPr/>
          </p:nvSpPr>
          <p:spPr>
            <a:xfrm>
              <a:off x="392113" y="760413"/>
              <a:ext cx="3825874" cy="3825874"/>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C00000"/>
                </a:solidFill>
                <a:latin typeface="微软雅黑" panose="020B0503020204020204" pitchFamily="34" charset="-122"/>
                <a:ea typeface="微软雅黑" panose="020B0503020204020204" pitchFamily="34" charset="-122"/>
              </a:endParaRPr>
            </a:p>
          </p:txBody>
        </p:sp>
      </p:grpSp>
      <p:sp>
        <p:nvSpPr>
          <p:cNvPr id="76" name="椭圆 75"/>
          <p:cNvSpPr/>
          <p:nvPr/>
        </p:nvSpPr>
        <p:spPr>
          <a:xfrm>
            <a:off x="1031793" y="3280076"/>
            <a:ext cx="727041" cy="727041"/>
          </a:xfrm>
          <a:prstGeom prst="ellipse">
            <a:avLst/>
          </a:prstGeom>
          <a:solidFill>
            <a:srgbClr val="679E2A"/>
          </a:solidFill>
          <a:ln>
            <a:noFill/>
          </a:ln>
          <a:effectLst>
            <a:outerShdw blurRad="317500" dist="190500" dir="8100000" algn="tr"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C00000"/>
              </a:solidFill>
              <a:latin typeface="微软雅黑" panose="020B0503020204020204" pitchFamily="34" charset="-122"/>
              <a:ea typeface="微软雅黑" panose="020B0503020204020204" pitchFamily="34" charset="-122"/>
            </a:endParaRPr>
          </a:p>
        </p:txBody>
      </p:sp>
      <p:sp>
        <p:nvSpPr>
          <p:cNvPr id="77" name="椭圆 76"/>
          <p:cNvSpPr/>
          <p:nvPr/>
        </p:nvSpPr>
        <p:spPr>
          <a:xfrm>
            <a:off x="3308719" y="2926977"/>
            <a:ext cx="274777" cy="274777"/>
          </a:xfrm>
          <a:prstGeom prst="ellipse">
            <a:avLst/>
          </a:prstGeom>
          <a:solidFill>
            <a:srgbClr val="679E2A"/>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C00000"/>
              </a:solidFill>
              <a:latin typeface="微软雅黑" panose="020B0503020204020204" pitchFamily="34" charset="-122"/>
              <a:ea typeface="微软雅黑" panose="020B0503020204020204" pitchFamily="34" charset="-122"/>
            </a:endParaRPr>
          </a:p>
        </p:txBody>
      </p:sp>
      <p:grpSp>
        <p:nvGrpSpPr>
          <p:cNvPr id="78" name="组合 77"/>
          <p:cNvGrpSpPr/>
          <p:nvPr/>
        </p:nvGrpSpPr>
        <p:grpSpPr>
          <a:xfrm>
            <a:off x="3832770" y="2272227"/>
            <a:ext cx="623903" cy="623903"/>
            <a:chOff x="304800" y="673100"/>
            <a:chExt cx="4000500" cy="4000500"/>
          </a:xfrm>
          <a:effectLst>
            <a:outerShdw blurRad="317500" dist="190500" dir="8100000" algn="tr" rotWithShape="0">
              <a:prstClr val="black">
                <a:alpha val="50000"/>
              </a:prstClr>
            </a:outerShdw>
          </a:effectLst>
        </p:grpSpPr>
        <p:sp>
          <p:nvSpPr>
            <p:cNvPr id="79" name="同心圆 78"/>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C00000"/>
                </a:solidFill>
                <a:latin typeface="微软雅黑" panose="020B0503020204020204" pitchFamily="34" charset="-122"/>
                <a:ea typeface="微软雅黑" panose="020B0503020204020204" pitchFamily="34" charset="-122"/>
              </a:endParaRPr>
            </a:p>
          </p:txBody>
        </p:sp>
        <p:sp>
          <p:nvSpPr>
            <p:cNvPr id="80" name="椭圆 79"/>
            <p:cNvSpPr/>
            <p:nvPr/>
          </p:nvSpPr>
          <p:spPr>
            <a:xfrm>
              <a:off x="392113" y="760413"/>
              <a:ext cx="3825874" cy="3825874"/>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C00000"/>
                </a:solidFill>
                <a:latin typeface="微软雅黑" panose="020B0503020204020204" pitchFamily="34" charset="-122"/>
                <a:ea typeface="微软雅黑" panose="020B0503020204020204" pitchFamily="34" charset="-122"/>
              </a:endParaRPr>
            </a:p>
          </p:txBody>
        </p:sp>
      </p:grpSp>
      <p:grpSp>
        <p:nvGrpSpPr>
          <p:cNvPr id="81" name="组合 80"/>
          <p:cNvGrpSpPr/>
          <p:nvPr/>
        </p:nvGrpSpPr>
        <p:grpSpPr>
          <a:xfrm>
            <a:off x="1155962" y="4105426"/>
            <a:ext cx="219777" cy="219777"/>
            <a:chOff x="304800" y="673100"/>
            <a:chExt cx="4000500" cy="4000500"/>
          </a:xfrm>
          <a:effectLst>
            <a:outerShdw blurRad="381000" dist="152400" dir="8100000" algn="tr" rotWithShape="0">
              <a:prstClr val="black">
                <a:alpha val="70000"/>
              </a:prstClr>
            </a:outerShdw>
          </a:effectLst>
        </p:grpSpPr>
        <p:sp>
          <p:nvSpPr>
            <p:cNvPr id="82" name="同心圆 81"/>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C00000"/>
                </a:solidFill>
                <a:latin typeface="微软雅黑" panose="020B0503020204020204" pitchFamily="34" charset="-122"/>
                <a:ea typeface="微软雅黑" panose="020B0503020204020204" pitchFamily="34" charset="-122"/>
              </a:endParaRPr>
            </a:p>
          </p:txBody>
        </p:sp>
        <p:sp>
          <p:nvSpPr>
            <p:cNvPr id="83" name="椭圆 82"/>
            <p:cNvSpPr/>
            <p:nvPr/>
          </p:nvSpPr>
          <p:spPr>
            <a:xfrm>
              <a:off x="479425" y="847725"/>
              <a:ext cx="3651250" cy="3651250"/>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C00000"/>
                </a:solidFill>
                <a:latin typeface="微软雅黑" panose="020B0503020204020204" pitchFamily="34" charset="-122"/>
                <a:ea typeface="微软雅黑" panose="020B0503020204020204" pitchFamily="34" charset="-122"/>
              </a:endParaRPr>
            </a:p>
          </p:txBody>
        </p:sp>
      </p:grpSp>
      <p:grpSp>
        <p:nvGrpSpPr>
          <p:cNvPr id="84" name="组合 83"/>
          <p:cNvGrpSpPr/>
          <p:nvPr/>
        </p:nvGrpSpPr>
        <p:grpSpPr>
          <a:xfrm>
            <a:off x="880611" y="2529068"/>
            <a:ext cx="287919" cy="287919"/>
            <a:chOff x="304800" y="673100"/>
            <a:chExt cx="4000500" cy="4000500"/>
          </a:xfrm>
          <a:effectLst>
            <a:outerShdw blurRad="381000" dist="152400" dir="8100000" algn="tr" rotWithShape="0">
              <a:prstClr val="black">
                <a:alpha val="70000"/>
              </a:prstClr>
            </a:outerShdw>
          </a:effectLst>
        </p:grpSpPr>
        <p:sp>
          <p:nvSpPr>
            <p:cNvPr id="85" name="同心圆 84"/>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C00000"/>
                </a:solidFill>
                <a:latin typeface="微软雅黑" panose="020B0503020204020204" pitchFamily="34" charset="-122"/>
                <a:ea typeface="微软雅黑" panose="020B0503020204020204" pitchFamily="34" charset="-122"/>
              </a:endParaRPr>
            </a:p>
          </p:txBody>
        </p:sp>
        <p:sp>
          <p:nvSpPr>
            <p:cNvPr id="101" name="椭圆 100"/>
            <p:cNvSpPr/>
            <p:nvPr/>
          </p:nvSpPr>
          <p:spPr>
            <a:xfrm>
              <a:off x="479425" y="847725"/>
              <a:ext cx="3651250" cy="3651250"/>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C00000"/>
                </a:solidFill>
                <a:latin typeface="微软雅黑" panose="020B0503020204020204" pitchFamily="34" charset="-122"/>
                <a:ea typeface="微软雅黑" panose="020B0503020204020204" pitchFamily="34" charset="-122"/>
              </a:endParaRPr>
            </a:p>
          </p:txBody>
        </p:sp>
      </p:grpSp>
      <p:sp>
        <p:nvSpPr>
          <p:cNvPr id="102" name="椭圆 101"/>
          <p:cNvSpPr/>
          <p:nvPr/>
        </p:nvSpPr>
        <p:spPr>
          <a:xfrm>
            <a:off x="3241904" y="1527968"/>
            <a:ext cx="274777" cy="274777"/>
          </a:xfrm>
          <a:prstGeom prst="ellipse">
            <a:avLst/>
          </a:prstGeom>
          <a:solidFill>
            <a:srgbClr val="679E2A"/>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C00000"/>
              </a:solidFill>
              <a:latin typeface="微软雅黑" panose="020B0503020204020204" pitchFamily="34" charset="-122"/>
              <a:ea typeface="微软雅黑" panose="020B0503020204020204" pitchFamily="34" charset="-122"/>
            </a:endParaRPr>
          </a:p>
        </p:txBody>
      </p:sp>
      <p:sp>
        <p:nvSpPr>
          <p:cNvPr id="103" name="椭圆 102"/>
          <p:cNvSpPr/>
          <p:nvPr/>
        </p:nvSpPr>
        <p:spPr>
          <a:xfrm>
            <a:off x="3968238" y="4130553"/>
            <a:ext cx="137389" cy="137389"/>
          </a:xfrm>
          <a:prstGeom prst="ellipse">
            <a:avLst/>
          </a:prstGeom>
          <a:solidFill>
            <a:srgbClr val="679E2A"/>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C00000"/>
              </a:solidFill>
              <a:latin typeface="微软雅黑" panose="020B0503020204020204" pitchFamily="34" charset="-122"/>
              <a:ea typeface="微软雅黑" panose="020B0503020204020204" pitchFamily="34" charset="-122"/>
            </a:endParaRPr>
          </a:p>
        </p:txBody>
      </p:sp>
      <p:grpSp>
        <p:nvGrpSpPr>
          <p:cNvPr id="104" name="组合 103"/>
          <p:cNvGrpSpPr/>
          <p:nvPr/>
        </p:nvGrpSpPr>
        <p:grpSpPr>
          <a:xfrm>
            <a:off x="2741046" y="3318436"/>
            <a:ext cx="638246" cy="638246"/>
            <a:chOff x="304800" y="673100"/>
            <a:chExt cx="4000500" cy="4000500"/>
          </a:xfrm>
          <a:effectLst>
            <a:outerShdw blurRad="317500" dist="190500" dir="8100000" algn="tr" rotWithShape="0">
              <a:prstClr val="black">
                <a:alpha val="50000"/>
              </a:prstClr>
            </a:outerShdw>
          </a:effectLst>
        </p:grpSpPr>
        <p:sp>
          <p:nvSpPr>
            <p:cNvPr id="105" name="同心圆 104"/>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C00000"/>
                </a:solidFill>
                <a:latin typeface="微软雅黑" panose="020B0503020204020204" pitchFamily="34" charset="-122"/>
                <a:ea typeface="微软雅黑" panose="020B0503020204020204" pitchFamily="34" charset="-122"/>
              </a:endParaRPr>
            </a:p>
          </p:txBody>
        </p:sp>
        <p:sp>
          <p:nvSpPr>
            <p:cNvPr id="106" name="椭圆 105"/>
            <p:cNvSpPr/>
            <p:nvPr/>
          </p:nvSpPr>
          <p:spPr>
            <a:xfrm>
              <a:off x="392113" y="760413"/>
              <a:ext cx="3825874" cy="3825874"/>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C00000"/>
                </a:solidFill>
                <a:latin typeface="微软雅黑" panose="020B0503020204020204" pitchFamily="34" charset="-122"/>
                <a:ea typeface="微软雅黑" panose="020B0503020204020204" pitchFamily="34" charset="-122"/>
              </a:endParaRPr>
            </a:p>
          </p:txBody>
        </p:sp>
      </p:grpSp>
      <p:sp>
        <p:nvSpPr>
          <p:cNvPr id="107" name="椭圆 106"/>
          <p:cNvSpPr/>
          <p:nvPr/>
        </p:nvSpPr>
        <p:spPr>
          <a:xfrm>
            <a:off x="2008401" y="1264176"/>
            <a:ext cx="274777" cy="274777"/>
          </a:xfrm>
          <a:prstGeom prst="ellipse">
            <a:avLst/>
          </a:prstGeom>
          <a:solidFill>
            <a:srgbClr val="679E2A"/>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C00000"/>
              </a:solidFill>
            </a:endParaRPr>
          </a:p>
        </p:txBody>
      </p:sp>
      <p:sp>
        <p:nvSpPr>
          <p:cNvPr id="108" name="椭圆 107"/>
          <p:cNvSpPr/>
          <p:nvPr/>
        </p:nvSpPr>
        <p:spPr>
          <a:xfrm>
            <a:off x="2672351" y="3116055"/>
            <a:ext cx="137389" cy="137389"/>
          </a:xfrm>
          <a:prstGeom prst="ellipse">
            <a:avLst/>
          </a:prstGeom>
          <a:solidFill>
            <a:srgbClr val="679E2A"/>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C00000"/>
              </a:solidFill>
              <a:latin typeface="微软雅黑" panose="020B0503020204020204" pitchFamily="34" charset="-122"/>
              <a:ea typeface="微软雅黑" panose="020B0503020204020204" pitchFamily="34" charset="-122"/>
            </a:endParaRPr>
          </a:p>
        </p:txBody>
      </p:sp>
      <p:sp>
        <p:nvSpPr>
          <p:cNvPr id="109" name="TextBox 108"/>
          <p:cNvSpPr txBox="1"/>
          <p:nvPr/>
        </p:nvSpPr>
        <p:spPr>
          <a:xfrm>
            <a:off x="5075669" y="1563056"/>
            <a:ext cx="3456384" cy="1106805"/>
          </a:xfrm>
          <a:prstGeom prst="rect">
            <a:avLst/>
          </a:prstGeom>
          <a:noFill/>
        </p:spPr>
        <p:txBody>
          <a:bodyPr wrap="square" rtlCol="0">
            <a:spAutoFit/>
          </a:bodyPr>
          <a:lstStyle/>
          <a:p>
            <a:pPr>
              <a:lnSpc>
                <a:spcPct val="150000"/>
              </a:lnSpc>
            </a:pPr>
            <a:r>
              <a:rPr lang="zh-CN" altLang="en-US" sz="1100" dirty="0">
                <a:solidFill>
                  <a:schemeClr val="tx1">
                    <a:lumMod val="65000"/>
                    <a:lumOff val="35000"/>
                  </a:schemeClr>
                </a:solidFill>
                <a:latin typeface="微软雅黑" panose="020B0503020204020204" pitchFamily="34" charset="-122"/>
                <a:ea typeface="微软雅黑" panose="020B0503020204020204" pitchFamily="34" charset="-122"/>
              </a:rPr>
              <a:t>      对</a:t>
            </a:r>
            <a:r>
              <a:rPr lang="en-US" altLang="zh-CN" sz="1100" dirty="0">
                <a:solidFill>
                  <a:schemeClr val="tx1">
                    <a:lumMod val="65000"/>
                    <a:lumOff val="35000"/>
                  </a:schemeClr>
                </a:solidFill>
                <a:latin typeface="微软雅黑" panose="020B0503020204020204" pitchFamily="34" charset="-122"/>
                <a:ea typeface="微软雅黑" panose="020B0503020204020204" pitchFamily="34" charset="-122"/>
              </a:rPr>
              <a:t>SSO</a:t>
            </a:r>
            <a:r>
              <a:rPr lang="zh-CN" altLang="en-US" sz="1100" dirty="0">
                <a:solidFill>
                  <a:schemeClr val="tx1">
                    <a:lumMod val="65000"/>
                    <a:lumOff val="35000"/>
                  </a:schemeClr>
                </a:solidFill>
                <a:latin typeface="微软雅黑" panose="020B0503020204020204" pitchFamily="34" charset="-122"/>
                <a:ea typeface="微软雅黑" panose="020B0503020204020204" pitchFamily="34" charset="-122"/>
              </a:rPr>
              <a:t>系统常见风险、黑盒测试、</a:t>
            </a:r>
            <a:r>
              <a:rPr lang="en-US" altLang="zh-CN" sz="1100" dirty="0">
                <a:solidFill>
                  <a:schemeClr val="tx1">
                    <a:lumMod val="65000"/>
                    <a:lumOff val="35000"/>
                  </a:schemeClr>
                </a:solidFill>
                <a:latin typeface="微软雅黑" panose="020B0503020204020204" pitchFamily="34" charset="-122"/>
                <a:ea typeface="微软雅黑" panose="020B0503020204020204" pitchFamily="34" charset="-122"/>
              </a:rPr>
              <a:t>OAuth</a:t>
            </a:r>
            <a:r>
              <a:rPr lang="zh-CN" altLang="en-US" sz="1100" dirty="0">
                <a:solidFill>
                  <a:schemeClr val="tx1">
                    <a:lumMod val="65000"/>
                    <a:lumOff val="35000"/>
                  </a:schemeClr>
                </a:solidFill>
                <a:latin typeface="微软雅黑" panose="020B0503020204020204" pitchFamily="34" charset="-122"/>
                <a:ea typeface="微软雅黑" panose="020B0503020204020204" pitchFamily="34" charset="-122"/>
              </a:rPr>
              <a:t>客户端</a:t>
            </a:r>
            <a:r>
              <a:rPr lang="en-US" altLang="zh-CN" sz="1100" dirty="0">
                <a:solidFill>
                  <a:schemeClr val="tx1">
                    <a:lumMod val="65000"/>
                    <a:lumOff val="35000"/>
                  </a:schemeClr>
                </a:solidFill>
                <a:latin typeface="微软雅黑" panose="020B0503020204020204" pitchFamily="34" charset="-122"/>
                <a:ea typeface="微软雅黑" panose="020B0503020204020204" pitchFamily="34" charset="-122"/>
              </a:rPr>
              <a:t>-</a:t>
            </a:r>
            <a:r>
              <a:rPr lang="zh-CN" altLang="en-US" sz="1100" dirty="0">
                <a:solidFill>
                  <a:schemeClr val="tx1">
                    <a:lumMod val="65000"/>
                    <a:lumOff val="35000"/>
                  </a:schemeClr>
                </a:solidFill>
                <a:latin typeface="微软雅黑" panose="020B0503020204020204" pitchFamily="34" charset="-122"/>
                <a:ea typeface="微软雅黑" panose="020B0503020204020204" pitchFamily="34" charset="-122"/>
              </a:rPr>
              <a:t>服务器部署的实现方法和关键技术进行详细调研，在充足的理论支持基础上筛选适用的技术方法，形成对本研究所提出的安全风险的理论依据。</a:t>
            </a:r>
            <a:endParaRPr lang="zh-CN" altLang="en-US" sz="11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pic>
        <p:nvPicPr>
          <p:cNvPr id="37" name="图片 36" descr="图片包含 物体&#10;&#10;描述已自动生成"/>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94423" y="655329"/>
            <a:ext cx="388986" cy="1907371"/>
          </a:xfrm>
          <a:prstGeom prst="rect">
            <a:avLst/>
          </a:prstGeom>
        </p:spPr>
      </p:pic>
      <p:sp>
        <p:nvSpPr>
          <p:cNvPr id="2" name="TextBox 108"/>
          <p:cNvSpPr txBox="1"/>
          <p:nvPr/>
        </p:nvSpPr>
        <p:spPr>
          <a:xfrm>
            <a:off x="5075669" y="3068641"/>
            <a:ext cx="3456384" cy="1106805"/>
          </a:xfrm>
          <a:prstGeom prst="rect">
            <a:avLst/>
          </a:prstGeom>
          <a:noFill/>
        </p:spPr>
        <p:txBody>
          <a:bodyPr wrap="square" rtlCol="0">
            <a:spAutoFit/>
          </a:bodyPr>
          <a:p>
            <a:pPr marL="0" lvl="0" indent="0">
              <a:lnSpc>
                <a:spcPct val="150000"/>
              </a:lnSpc>
            </a:pPr>
            <a:r>
              <a:rPr lang="en-US" altLang="zh-CN" sz="1100" dirty="0">
                <a:solidFill>
                  <a:schemeClr val="tx1">
                    <a:lumMod val="65000"/>
                    <a:lumOff val="35000"/>
                  </a:schemeClr>
                </a:solidFill>
                <a:latin typeface="微软雅黑" panose="020B0503020204020204" pitchFamily="34" charset="-122"/>
                <a:ea typeface="微软雅黑" panose="020B0503020204020204" pitchFamily="34" charset="-122"/>
              </a:rPr>
              <a:t>    </a:t>
            </a:r>
            <a:r>
              <a:rPr lang="zh-CN" altLang="en-US" sz="1100" dirty="0">
                <a:solidFill>
                  <a:schemeClr val="tx1">
                    <a:lumMod val="65000"/>
                    <a:lumOff val="35000"/>
                  </a:schemeClr>
                </a:solidFill>
                <a:latin typeface="微软雅黑" panose="020B0503020204020204" pitchFamily="34" charset="-122"/>
                <a:ea typeface="微软雅黑" panose="020B0503020204020204" pitchFamily="34" charset="-122"/>
              </a:rPr>
              <a:t>部署</a:t>
            </a:r>
            <a:r>
              <a:rPr lang="en-US" altLang="zh-CN" sz="1100" dirty="0">
                <a:solidFill>
                  <a:schemeClr val="tx1">
                    <a:lumMod val="65000"/>
                    <a:lumOff val="35000"/>
                  </a:schemeClr>
                </a:solidFill>
                <a:latin typeface="微软雅黑" panose="020B0503020204020204" pitchFamily="34" charset="-122"/>
                <a:ea typeface="微软雅黑" panose="020B0503020204020204" pitchFamily="34" charset="-122"/>
              </a:rPr>
              <a:t>OAuth</a:t>
            </a:r>
            <a:r>
              <a:rPr lang="zh-CN" altLang="en-US" sz="1100" dirty="0">
                <a:solidFill>
                  <a:schemeClr val="tx1">
                    <a:lumMod val="65000"/>
                    <a:lumOff val="35000"/>
                  </a:schemeClr>
                </a:solidFill>
                <a:latin typeface="微软雅黑" panose="020B0503020204020204" pitchFamily="34" charset="-122"/>
                <a:ea typeface="微软雅黑" panose="020B0503020204020204" pitchFamily="34" charset="-122"/>
              </a:rPr>
              <a:t>客户端</a:t>
            </a:r>
            <a:r>
              <a:rPr lang="en-US" altLang="zh-CN" sz="1100" dirty="0">
                <a:solidFill>
                  <a:schemeClr val="tx1">
                    <a:lumMod val="65000"/>
                    <a:lumOff val="35000"/>
                  </a:schemeClr>
                </a:solidFill>
                <a:latin typeface="微软雅黑" panose="020B0503020204020204" pitchFamily="34" charset="-122"/>
                <a:ea typeface="微软雅黑" panose="020B0503020204020204" pitchFamily="34" charset="-122"/>
              </a:rPr>
              <a:t>-</a:t>
            </a:r>
            <a:r>
              <a:rPr lang="zh-CN" altLang="en-US" sz="1100" dirty="0">
                <a:solidFill>
                  <a:schemeClr val="tx1">
                    <a:lumMod val="65000"/>
                    <a:lumOff val="35000"/>
                  </a:schemeClr>
                </a:solidFill>
                <a:latin typeface="微软雅黑" panose="020B0503020204020204" pitchFamily="34" charset="-122"/>
                <a:ea typeface="微软雅黑" panose="020B0503020204020204" pitchFamily="34" charset="-122"/>
              </a:rPr>
              <a:t>服务器，并在其上进行模拟测试，探究不同的安全设置或功能扩展会导致的安全风险。开发</a:t>
            </a:r>
            <a:r>
              <a:rPr lang="en-US" altLang="zh-CN" sz="1100" dirty="0">
                <a:solidFill>
                  <a:schemeClr val="tx1">
                    <a:lumMod val="65000"/>
                    <a:lumOff val="35000"/>
                  </a:schemeClr>
                </a:solidFill>
                <a:latin typeface="微软雅黑" panose="020B0503020204020204" pitchFamily="34" charset="-122"/>
                <a:ea typeface="微软雅黑" panose="020B0503020204020204" pitchFamily="34" charset="-122"/>
              </a:rPr>
              <a:t>SSO</a:t>
            </a:r>
            <a:r>
              <a:rPr lang="zh-CN" altLang="en-US" sz="1100" dirty="0">
                <a:solidFill>
                  <a:schemeClr val="tx1">
                    <a:lumMod val="65000"/>
                    <a:lumOff val="35000"/>
                  </a:schemeClr>
                </a:solidFill>
                <a:latin typeface="微软雅黑" panose="020B0503020204020204" pitchFamily="34" charset="-122"/>
                <a:ea typeface="微软雅黑" panose="020B0503020204020204" pitchFamily="34" charset="-122"/>
              </a:rPr>
              <a:t>测量工具，对</a:t>
            </a:r>
            <a:r>
              <a:rPr lang="en-US" altLang="zh-CN" sz="1100" dirty="0">
                <a:solidFill>
                  <a:schemeClr val="tx1">
                    <a:lumMod val="65000"/>
                    <a:lumOff val="35000"/>
                  </a:schemeClr>
                </a:solidFill>
                <a:latin typeface="微软雅黑" panose="020B0503020204020204" pitchFamily="34" charset="-122"/>
                <a:ea typeface="微软雅黑" panose="020B0503020204020204" pitchFamily="34" charset="-122"/>
              </a:rPr>
              <a:t>SSO</a:t>
            </a:r>
            <a:r>
              <a:rPr lang="zh-CN" altLang="en-US" sz="1100" dirty="0">
                <a:solidFill>
                  <a:schemeClr val="tx1">
                    <a:lumMod val="65000"/>
                    <a:lumOff val="35000"/>
                  </a:schemeClr>
                </a:solidFill>
                <a:latin typeface="微软雅黑" panose="020B0503020204020204" pitchFamily="34" charset="-122"/>
                <a:ea typeface="微软雅黑" panose="020B0503020204020204" pitchFamily="34" charset="-122"/>
              </a:rPr>
              <a:t>站点进行黑盒测试，对实验结果进行分析和评估。</a:t>
            </a:r>
            <a:endParaRPr lang="zh-CN" altLang="en-US" sz="11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Tree>
    <p:custDataLst>
      <p:tags r:id="rId2"/>
    </p:custDataLst>
  </p:cSld>
  <p:clrMapOvr>
    <a:masterClrMapping/>
  </p:clrMapOvr>
  <p:transition spd="slow" advClick="0" advTm="0">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wipe(left)">
                                      <p:cBhvr>
                                        <p:cTn id="7" dur="300"/>
                                        <p:tgtEl>
                                          <p:spTgt spid="24"/>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25"/>
                                        </p:tgtEl>
                                        <p:attrNameLst>
                                          <p:attrName>style.visibility</p:attrName>
                                        </p:attrNameLst>
                                      </p:cBhvr>
                                      <p:to>
                                        <p:strVal val="visible"/>
                                      </p:to>
                                    </p:set>
                                    <p:animEffect transition="in" filter="wipe(down)">
                                      <p:cBhvr>
                                        <p:cTn id="11" dur="300"/>
                                        <p:tgtEl>
                                          <p:spTgt spid="25"/>
                                        </p:tgtEl>
                                      </p:cBhvr>
                                    </p:animEffect>
                                  </p:childTnLst>
                                </p:cTn>
                              </p:par>
                            </p:childTnLst>
                          </p:cTn>
                        </p:par>
                        <p:par>
                          <p:cTn id="12" fill="hold">
                            <p:stCondLst>
                              <p:cond delay="1000"/>
                            </p:stCondLst>
                            <p:childTnLst>
                              <p:par>
                                <p:cTn id="13" presetID="12" presetClass="entr" presetSubtype="8" fill="hold" grpId="0" nodeType="afterEffect">
                                  <p:stCondLst>
                                    <p:cond delay="0"/>
                                  </p:stCondLst>
                                  <p:childTnLst>
                                    <p:set>
                                      <p:cBhvr>
                                        <p:cTn id="14" dur="1" fill="hold">
                                          <p:stCondLst>
                                            <p:cond delay="0"/>
                                          </p:stCondLst>
                                        </p:cTn>
                                        <p:tgtEl>
                                          <p:spTgt spid="26"/>
                                        </p:tgtEl>
                                        <p:attrNameLst>
                                          <p:attrName>style.visibility</p:attrName>
                                        </p:attrNameLst>
                                      </p:cBhvr>
                                      <p:to>
                                        <p:strVal val="visible"/>
                                      </p:to>
                                    </p:set>
                                    <p:anim calcmode="lin" valueType="num">
                                      <p:cBhvr additive="base">
                                        <p:cTn id="15" dur="500"/>
                                        <p:tgtEl>
                                          <p:spTgt spid="26"/>
                                        </p:tgtEl>
                                        <p:attrNameLst>
                                          <p:attrName>ppt_x</p:attrName>
                                        </p:attrNameLst>
                                      </p:cBhvr>
                                      <p:tavLst>
                                        <p:tav tm="0">
                                          <p:val>
                                            <p:strVal val="#ppt_x-#ppt_w*1.125000"/>
                                          </p:val>
                                        </p:tav>
                                        <p:tav tm="100000">
                                          <p:val>
                                            <p:strVal val="#ppt_x"/>
                                          </p:val>
                                        </p:tav>
                                      </p:tavLst>
                                    </p:anim>
                                    <p:animEffect transition="in" filter="wipe(right)">
                                      <p:cBhvr>
                                        <p:cTn id="16" dur="500"/>
                                        <p:tgtEl>
                                          <p:spTgt spid="26"/>
                                        </p:tgtEl>
                                      </p:cBhvr>
                                    </p:animEffect>
                                  </p:childTnLst>
                                </p:cTn>
                              </p:par>
                              <p:par>
                                <p:cTn id="17" presetID="12" presetClass="entr" presetSubtype="8" fill="hold" nodeType="withEffect">
                                  <p:stCondLst>
                                    <p:cond delay="0"/>
                                  </p:stCondLst>
                                  <p:childTnLst>
                                    <p:set>
                                      <p:cBhvr>
                                        <p:cTn id="18" dur="1" fill="hold">
                                          <p:stCondLst>
                                            <p:cond delay="0"/>
                                          </p:stCondLst>
                                        </p:cTn>
                                        <p:tgtEl>
                                          <p:spTgt spid="28"/>
                                        </p:tgtEl>
                                        <p:attrNameLst>
                                          <p:attrName>style.visibility</p:attrName>
                                        </p:attrNameLst>
                                      </p:cBhvr>
                                      <p:to>
                                        <p:strVal val="visible"/>
                                      </p:to>
                                    </p:set>
                                    <p:anim calcmode="lin" valueType="num">
                                      <p:cBhvr additive="base">
                                        <p:cTn id="19" dur="500"/>
                                        <p:tgtEl>
                                          <p:spTgt spid="28"/>
                                        </p:tgtEl>
                                        <p:attrNameLst>
                                          <p:attrName>ppt_x</p:attrName>
                                        </p:attrNameLst>
                                      </p:cBhvr>
                                      <p:tavLst>
                                        <p:tav tm="0">
                                          <p:val>
                                            <p:strVal val="#ppt_x-#ppt_w*1.125000"/>
                                          </p:val>
                                        </p:tav>
                                        <p:tav tm="100000">
                                          <p:val>
                                            <p:strVal val="#ppt_x"/>
                                          </p:val>
                                        </p:tav>
                                      </p:tavLst>
                                    </p:anim>
                                    <p:animEffect transition="in" filter="wipe(right)">
                                      <p:cBhvr>
                                        <p:cTn id="20" dur="500"/>
                                        <p:tgtEl>
                                          <p:spTgt spid="28"/>
                                        </p:tgtEl>
                                      </p:cBhvr>
                                    </p:animEffect>
                                  </p:childTnLst>
                                </p:cTn>
                              </p:par>
                              <p:par>
                                <p:cTn id="21" presetID="12" presetClass="entr" presetSubtype="8" fill="hold" grpId="0" nodeType="withEffect">
                                  <p:stCondLst>
                                    <p:cond delay="0"/>
                                  </p:stCondLst>
                                  <p:childTnLst>
                                    <p:set>
                                      <p:cBhvr>
                                        <p:cTn id="22" dur="1" fill="hold">
                                          <p:stCondLst>
                                            <p:cond delay="0"/>
                                          </p:stCondLst>
                                        </p:cTn>
                                        <p:tgtEl>
                                          <p:spTgt spid="27"/>
                                        </p:tgtEl>
                                        <p:attrNameLst>
                                          <p:attrName>style.visibility</p:attrName>
                                        </p:attrNameLst>
                                      </p:cBhvr>
                                      <p:to>
                                        <p:strVal val="visible"/>
                                      </p:to>
                                    </p:set>
                                    <p:anim calcmode="lin" valueType="num">
                                      <p:cBhvr additive="base">
                                        <p:cTn id="23" dur="500"/>
                                        <p:tgtEl>
                                          <p:spTgt spid="27"/>
                                        </p:tgtEl>
                                        <p:attrNameLst>
                                          <p:attrName>ppt_x</p:attrName>
                                        </p:attrNameLst>
                                      </p:cBhvr>
                                      <p:tavLst>
                                        <p:tav tm="0">
                                          <p:val>
                                            <p:strVal val="#ppt_x-#ppt_w*1.125000"/>
                                          </p:val>
                                        </p:tav>
                                        <p:tav tm="100000">
                                          <p:val>
                                            <p:strVal val="#ppt_x"/>
                                          </p:val>
                                        </p:tav>
                                      </p:tavLst>
                                    </p:anim>
                                    <p:animEffect transition="in" filter="wipe(right)">
                                      <p:cBhvr>
                                        <p:cTn id="24" dur="500"/>
                                        <p:tgtEl>
                                          <p:spTgt spid="27"/>
                                        </p:tgtEl>
                                      </p:cBhvr>
                                    </p:animEffect>
                                  </p:childTnLst>
                                </p:cTn>
                              </p:par>
                            </p:childTnLst>
                          </p:cTn>
                        </p:par>
                        <p:par>
                          <p:cTn id="25" fill="hold">
                            <p:stCondLst>
                              <p:cond delay="1500"/>
                            </p:stCondLst>
                            <p:childTnLst>
                              <p:par>
                                <p:cTn id="26" presetID="53" presetClass="entr" presetSubtype="16" fill="hold" grpId="0" nodeType="afterEffect">
                                  <p:stCondLst>
                                    <p:cond delay="0"/>
                                  </p:stCondLst>
                                  <p:childTnLst>
                                    <p:set>
                                      <p:cBhvr>
                                        <p:cTn id="27" dur="1" fill="hold">
                                          <p:stCondLst>
                                            <p:cond delay="0"/>
                                          </p:stCondLst>
                                        </p:cTn>
                                        <p:tgtEl>
                                          <p:spTgt spid="67"/>
                                        </p:tgtEl>
                                        <p:attrNameLst>
                                          <p:attrName>style.visibility</p:attrName>
                                        </p:attrNameLst>
                                      </p:cBhvr>
                                      <p:to>
                                        <p:strVal val="visible"/>
                                      </p:to>
                                    </p:set>
                                    <p:anim calcmode="lin" valueType="num">
                                      <p:cBhvr>
                                        <p:cTn id="28" dur="500" fill="hold"/>
                                        <p:tgtEl>
                                          <p:spTgt spid="67"/>
                                        </p:tgtEl>
                                        <p:attrNameLst>
                                          <p:attrName>ppt_w</p:attrName>
                                        </p:attrNameLst>
                                      </p:cBhvr>
                                      <p:tavLst>
                                        <p:tav tm="0">
                                          <p:val>
                                            <p:fltVal val="0"/>
                                          </p:val>
                                        </p:tav>
                                        <p:tav tm="100000">
                                          <p:val>
                                            <p:strVal val="#ppt_w"/>
                                          </p:val>
                                        </p:tav>
                                      </p:tavLst>
                                    </p:anim>
                                    <p:anim calcmode="lin" valueType="num">
                                      <p:cBhvr>
                                        <p:cTn id="29" dur="500" fill="hold"/>
                                        <p:tgtEl>
                                          <p:spTgt spid="67"/>
                                        </p:tgtEl>
                                        <p:attrNameLst>
                                          <p:attrName>ppt_h</p:attrName>
                                        </p:attrNameLst>
                                      </p:cBhvr>
                                      <p:tavLst>
                                        <p:tav tm="0">
                                          <p:val>
                                            <p:fltVal val="0"/>
                                          </p:val>
                                        </p:tav>
                                        <p:tav tm="100000">
                                          <p:val>
                                            <p:strVal val="#ppt_h"/>
                                          </p:val>
                                        </p:tav>
                                      </p:tavLst>
                                    </p:anim>
                                    <p:animEffect transition="in" filter="fade">
                                      <p:cBhvr>
                                        <p:cTn id="30" dur="500"/>
                                        <p:tgtEl>
                                          <p:spTgt spid="67"/>
                                        </p:tgtEl>
                                      </p:cBhvr>
                                    </p:animEffect>
                                  </p:childTnLst>
                                </p:cTn>
                              </p:par>
                              <p:par>
                                <p:cTn id="31" presetID="53" presetClass="entr" presetSubtype="16" fill="hold" grpId="0" nodeType="withEffect">
                                  <p:stCondLst>
                                    <p:cond delay="200"/>
                                  </p:stCondLst>
                                  <p:childTnLst>
                                    <p:set>
                                      <p:cBhvr>
                                        <p:cTn id="32" dur="1" fill="hold">
                                          <p:stCondLst>
                                            <p:cond delay="0"/>
                                          </p:stCondLst>
                                        </p:cTn>
                                        <p:tgtEl>
                                          <p:spTgt spid="68"/>
                                        </p:tgtEl>
                                        <p:attrNameLst>
                                          <p:attrName>style.visibility</p:attrName>
                                        </p:attrNameLst>
                                      </p:cBhvr>
                                      <p:to>
                                        <p:strVal val="visible"/>
                                      </p:to>
                                    </p:set>
                                    <p:anim calcmode="lin" valueType="num">
                                      <p:cBhvr>
                                        <p:cTn id="33" dur="500" fill="hold"/>
                                        <p:tgtEl>
                                          <p:spTgt spid="68"/>
                                        </p:tgtEl>
                                        <p:attrNameLst>
                                          <p:attrName>ppt_w</p:attrName>
                                        </p:attrNameLst>
                                      </p:cBhvr>
                                      <p:tavLst>
                                        <p:tav tm="0">
                                          <p:val>
                                            <p:fltVal val="0"/>
                                          </p:val>
                                        </p:tav>
                                        <p:tav tm="100000">
                                          <p:val>
                                            <p:strVal val="#ppt_w"/>
                                          </p:val>
                                        </p:tav>
                                      </p:tavLst>
                                    </p:anim>
                                    <p:anim calcmode="lin" valueType="num">
                                      <p:cBhvr>
                                        <p:cTn id="34" dur="500" fill="hold"/>
                                        <p:tgtEl>
                                          <p:spTgt spid="68"/>
                                        </p:tgtEl>
                                        <p:attrNameLst>
                                          <p:attrName>ppt_h</p:attrName>
                                        </p:attrNameLst>
                                      </p:cBhvr>
                                      <p:tavLst>
                                        <p:tav tm="0">
                                          <p:val>
                                            <p:fltVal val="0"/>
                                          </p:val>
                                        </p:tav>
                                        <p:tav tm="100000">
                                          <p:val>
                                            <p:strVal val="#ppt_h"/>
                                          </p:val>
                                        </p:tav>
                                      </p:tavLst>
                                    </p:anim>
                                    <p:animEffect transition="in" filter="fade">
                                      <p:cBhvr>
                                        <p:cTn id="35" dur="500"/>
                                        <p:tgtEl>
                                          <p:spTgt spid="68"/>
                                        </p:tgtEl>
                                      </p:cBhvr>
                                    </p:animEffect>
                                  </p:childTnLst>
                                </p:cTn>
                              </p:par>
                              <p:par>
                                <p:cTn id="36" presetID="53" presetClass="entr" presetSubtype="16" fill="hold" grpId="0" nodeType="withEffect">
                                  <p:stCondLst>
                                    <p:cond delay="0"/>
                                  </p:stCondLst>
                                  <p:childTnLst>
                                    <p:set>
                                      <p:cBhvr>
                                        <p:cTn id="37" dur="1" fill="hold">
                                          <p:stCondLst>
                                            <p:cond delay="0"/>
                                          </p:stCondLst>
                                        </p:cTn>
                                        <p:tgtEl>
                                          <p:spTgt spid="69"/>
                                        </p:tgtEl>
                                        <p:attrNameLst>
                                          <p:attrName>style.visibility</p:attrName>
                                        </p:attrNameLst>
                                      </p:cBhvr>
                                      <p:to>
                                        <p:strVal val="visible"/>
                                      </p:to>
                                    </p:set>
                                    <p:anim calcmode="lin" valueType="num">
                                      <p:cBhvr>
                                        <p:cTn id="38" dur="500" fill="hold"/>
                                        <p:tgtEl>
                                          <p:spTgt spid="69"/>
                                        </p:tgtEl>
                                        <p:attrNameLst>
                                          <p:attrName>ppt_w</p:attrName>
                                        </p:attrNameLst>
                                      </p:cBhvr>
                                      <p:tavLst>
                                        <p:tav tm="0">
                                          <p:val>
                                            <p:fltVal val="0"/>
                                          </p:val>
                                        </p:tav>
                                        <p:tav tm="100000">
                                          <p:val>
                                            <p:strVal val="#ppt_w"/>
                                          </p:val>
                                        </p:tav>
                                      </p:tavLst>
                                    </p:anim>
                                    <p:anim calcmode="lin" valueType="num">
                                      <p:cBhvr>
                                        <p:cTn id="39" dur="500" fill="hold"/>
                                        <p:tgtEl>
                                          <p:spTgt spid="69"/>
                                        </p:tgtEl>
                                        <p:attrNameLst>
                                          <p:attrName>ppt_h</p:attrName>
                                        </p:attrNameLst>
                                      </p:cBhvr>
                                      <p:tavLst>
                                        <p:tav tm="0">
                                          <p:val>
                                            <p:fltVal val="0"/>
                                          </p:val>
                                        </p:tav>
                                        <p:tav tm="100000">
                                          <p:val>
                                            <p:strVal val="#ppt_h"/>
                                          </p:val>
                                        </p:tav>
                                      </p:tavLst>
                                    </p:anim>
                                    <p:animEffect transition="in" filter="fade">
                                      <p:cBhvr>
                                        <p:cTn id="40" dur="500"/>
                                        <p:tgtEl>
                                          <p:spTgt spid="69"/>
                                        </p:tgtEl>
                                      </p:cBhvr>
                                    </p:animEffect>
                                  </p:childTnLst>
                                </p:cTn>
                              </p:par>
                              <p:par>
                                <p:cTn id="41" presetID="53" presetClass="entr" presetSubtype="16" fill="hold" grpId="0" nodeType="withEffect">
                                  <p:stCondLst>
                                    <p:cond delay="0"/>
                                  </p:stCondLst>
                                  <p:childTnLst>
                                    <p:set>
                                      <p:cBhvr>
                                        <p:cTn id="42" dur="1" fill="hold">
                                          <p:stCondLst>
                                            <p:cond delay="0"/>
                                          </p:stCondLst>
                                        </p:cTn>
                                        <p:tgtEl>
                                          <p:spTgt spid="70"/>
                                        </p:tgtEl>
                                        <p:attrNameLst>
                                          <p:attrName>style.visibility</p:attrName>
                                        </p:attrNameLst>
                                      </p:cBhvr>
                                      <p:to>
                                        <p:strVal val="visible"/>
                                      </p:to>
                                    </p:set>
                                    <p:anim calcmode="lin" valueType="num">
                                      <p:cBhvr>
                                        <p:cTn id="43" dur="500" fill="hold"/>
                                        <p:tgtEl>
                                          <p:spTgt spid="70"/>
                                        </p:tgtEl>
                                        <p:attrNameLst>
                                          <p:attrName>ppt_w</p:attrName>
                                        </p:attrNameLst>
                                      </p:cBhvr>
                                      <p:tavLst>
                                        <p:tav tm="0">
                                          <p:val>
                                            <p:fltVal val="0"/>
                                          </p:val>
                                        </p:tav>
                                        <p:tav tm="100000">
                                          <p:val>
                                            <p:strVal val="#ppt_w"/>
                                          </p:val>
                                        </p:tav>
                                      </p:tavLst>
                                    </p:anim>
                                    <p:anim calcmode="lin" valueType="num">
                                      <p:cBhvr>
                                        <p:cTn id="44" dur="500" fill="hold"/>
                                        <p:tgtEl>
                                          <p:spTgt spid="70"/>
                                        </p:tgtEl>
                                        <p:attrNameLst>
                                          <p:attrName>ppt_h</p:attrName>
                                        </p:attrNameLst>
                                      </p:cBhvr>
                                      <p:tavLst>
                                        <p:tav tm="0">
                                          <p:val>
                                            <p:fltVal val="0"/>
                                          </p:val>
                                        </p:tav>
                                        <p:tav tm="100000">
                                          <p:val>
                                            <p:strVal val="#ppt_h"/>
                                          </p:val>
                                        </p:tav>
                                      </p:tavLst>
                                    </p:anim>
                                    <p:animEffect transition="in" filter="fade">
                                      <p:cBhvr>
                                        <p:cTn id="45" dur="500"/>
                                        <p:tgtEl>
                                          <p:spTgt spid="70"/>
                                        </p:tgtEl>
                                      </p:cBhvr>
                                    </p:animEffect>
                                  </p:childTnLst>
                                </p:cTn>
                              </p:par>
                              <p:par>
                                <p:cTn id="46" presetID="53" presetClass="entr" presetSubtype="16" fill="hold" grpId="0" nodeType="withEffect">
                                  <p:stCondLst>
                                    <p:cond delay="400"/>
                                  </p:stCondLst>
                                  <p:childTnLst>
                                    <p:set>
                                      <p:cBhvr>
                                        <p:cTn id="47" dur="1" fill="hold">
                                          <p:stCondLst>
                                            <p:cond delay="0"/>
                                          </p:stCondLst>
                                        </p:cTn>
                                        <p:tgtEl>
                                          <p:spTgt spid="71"/>
                                        </p:tgtEl>
                                        <p:attrNameLst>
                                          <p:attrName>style.visibility</p:attrName>
                                        </p:attrNameLst>
                                      </p:cBhvr>
                                      <p:to>
                                        <p:strVal val="visible"/>
                                      </p:to>
                                    </p:set>
                                    <p:anim calcmode="lin" valueType="num">
                                      <p:cBhvr>
                                        <p:cTn id="48" dur="500" fill="hold"/>
                                        <p:tgtEl>
                                          <p:spTgt spid="71"/>
                                        </p:tgtEl>
                                        <p:attrNameLst>
                                          <p:attrName>ppt_w</p:attrName>
                                        </p:attrNameLst>
                                      </p:cBhvr>
                                      <p:tavLst>
                                        <p:tav tm="0">
                                          <p:val>
                                            <p:fltVal val="0"/>
                                          </p:val>
                                        </p:tav>
                                        <p:tav tm="100000">
                                          <p:val>
                                            <p:strVal val="#ppt_w"/>
                                          </p:val>
                                        </p:tav>
                                      </p:tavLst>
                                    </p:anim>
                                    <p:anim calcmode="lin" valueType="num">
                                      <p:cBhvr>
                                        <p:cTn id="49" dur="500" fill="hold"/>
                                        <p:tgtEl>
                                          <p:spTgt spid="71"/>
                                        </p:tgtEl>
                                        <p:attrNameLst>
                                          <p:attrName>ppt_h</p:attrName>
                                        </p:attrNameLst>
                                      </p:cBhvr>
                                      <p:tavLst>
                                        <p:tav tm="0">
                                          <p:val>
                                            <p:fltVal val="0"/>
                                          </p:val>
                                        </p:tav>
                                        <p:tav tm="100000">
                                          <p:val>
                                            <p:strVal val="#ppt_h"/>
                                          </p:val>
                                        </p:tav>
                                      </p:tavLst>
                                    </p:anim>
                                    <p:animEffect transition="in" filter="fade">
                                      <p:cBhvr>
                                        <p:cTn id="50" dur="500"/>
                                        <p:tgtEl>
                                          <p:spTgt spid="71"/>
                                        </p:tgtEl>
                                      </p:cBhvr>
                                    </p:animEffect>
                                  </p:childTnLst>
                                </p:cTn>
                              </p:par>
                              <p:par>
                                <p:cTn id="51" presetID="53" presetClass="entr" presetSubtype="16" fill="hold" nodeType="withEffect">
                                  <p:stCondLst>
                                    <p:cond delay="400"/>
                                  </p:stCondLst>
                                  <p:childTnLst>
                                    <p:set>
                                      <p:cBhvr>
                                        <p:cTn id="52" dur="1" fill="hold">
                                          <p:stCondLst>
                                            <p:cond delay="0"/>
                                          </p:stCondLst>
                                        </p:cTn>
                                        <p:tgtEl>
                                          <p:spTgt spid="72"/>
                                        </p:tgtEl>
                                        <p:attrNameLst>
                                          <p:attrName>style.visibility</p:attrName>
                                        </p:attrNameLst>
                                      </p:cBhvr>
                                      <p:to>
                                        <p:strVal val="visible"/>
                                      </p:to>
                                    </p:set>
                                    <p:anim calcmode="lin" valueType="num">
                                      <p:cBhvr>
                                        <p:cTn id="53" dur="500" fill="hold"/>
                                        <p:tgtEl>
                                          <p:spTgt spid="72"/>
                                        </p:tgtEl>
                                        <p:attrNameLst>
                                          <p:attrName>ppt_w</p:attrName>
                                        </p:attrNameLst>
                                      </p:cBhvr>
                                      <p:tavLst>
                                        <p:tav tm="0">
                                          <p:val>
                                            <p:fltVal val="0"/>
                                          </p:val>
                                        </p:tav>
                                        <p:tav tm="100000">
                                          <p:val>
                                            <p:strVal val="#ppt_w"/>
                                          </p:val>
                                        </p:tav>
                                      </p:tavLst>
                                    </p:anim>
                                    <p:anim calcmode="lin" valueType="num">
                                      <p:cBhvr>
                                        <p:cTn id="54" dur="500" fill="hold"/>
                                        <p:tgtEl>
                                          <p:spTgt spid="72"/>
                                        </p:tgtEl>
                                        <p:attrNameLst>
                                          <p:attrName>ppt_h</p:attrName>
                                        </p:attrNameLst>
                                      </p:cBhvr>
                                      <p:tavLst>
                                        <p:tav tm="0">
                                          <p:val>
                                            <p:fltVal val="0"/>
                                          </p:val>
                                        </p:tav>
                                        <p:tav tm="100000">
                                          <p:val>
                                            <p:strVal val="#ppt_h"/>
                                          </p:val>
                                        </p:tav>
                                      </p:tavLst>
                                    </p:anim>
                                    <p:animEffect transition="in" filter="fade">
                                      <p:cBhvr>
                                        <p:cTn id="55" dur="500"/>
                                        <p:tgtEl>
                                          <p:spTgt spid="72"/>
                                        </p:tgtEl>
                                      </p:cBhvr>
                                    </p:animEffect>
                                  </p:childTnLst>
                                </p:cTn>
                              </p:par>
                              <p:par>
                                <p:cTn id="56" presetID="53" presetClass="entr" presetSubtype="16" fill="hold" grpId="0" nodeType="withEffect">
                                  <p:stCondLst>
                                    <p:cond delay="0"/>
                                  </p:stCondLst>
                                  <p:childTnLst>
                                    <p:set>
                                      <p:cBhvr>
                                        <p:cTn id="57" dur="1" fill="hold">
                                          <p:stCondLst>
                                            <p:cond delay="0"/>
                                          </p:stCondLst>
                                        </p:cTn>
                                        <p:tgtEl>
                                          <p:spTgt spid="76"/>
                                        </p:tgtEl>
                                        <p:attrNameLst>
                                          <p:attrName>style.visibility</p:attrName>
                                        </p:attrNameLst>
                                      </p:cBhvr>
                                      <p:to>
                                        <p:strVal val="visible"/>
                                      </p:to>
                                    </p:set>
                                    <p:anim calcmode="lin" valueType="num">
                                      <p:cBhvr>
                                        <p:cTn id="58" dur="500" fill="hold"/>
                                        <p:tgtEl>
                                          <p:spTgt spid="76"/>
                                        </p:tgtEl>
                                        <p:attrNameLst>
                                          <p:attrName>ppt_w</p:attrName>
                                        </p:attrNameLst>
                                      </p:cBhvr>
                                      <p:tavLst>
                                        <p:tav tm="0">
                                          <p:val>
                                            <p:fltVal val="0"/>
                                          </p:val>
                                        </p:tav>
                                        <p:tav tm="100000">
                                          <p:val>
                                            <p:strVal val="#ppt_w"/>
                                          </p:val>
                                        </p:tav>
                                      </p:tavLst>
                                    </p:anim>
                                    <p:anim calcmode="lin" valueType="num">
                                      <p:cBhvr>
                                        <p:cTn id="59" dur="500" fill="hold"/>
                                        <p:tgtEl>
                                          <p:spTgt spid="76"/>
                                        </p:tgtEl>
                                        <p:attrNameLst>
                                          <p:attrName>ppt_h</p:attrName>
                                        </p:attrNameLst>
                                      </p:cBhvr>
                                      <p:tavLst>
                                        <p:tav tm="0">
                                          <p:val>
                                            <p:fltVal val="0"/>
                                          </p:val>
                                        </p:tav>
                                        <p:tav tm="100000">
                                          <p:val>
                                            <p:strVal val="#ppt_h"/>
                                          </p:val>
                                        </p:tav>
                                      </p:tavLst>
                                    </p:anim>
                                    <p:animEffect transition="in" filter="fade">
                                      <p:cBhvr>
                                        <p:cTn id="60" dur="500"/>
                                        <p:tgtEl>
                                          <p:spTgt spid="76"/>
                                        </p:tgtEl>
                                      </p:cBhvr>
                                    </p:animEffect>
                                  </p:childTnLst>
                                </p:cTn>
                              </p:par>
                              <p:par>
                                <p:cTn id="61" presetID="53" presetClass="entr" presetSubtype="16" fill="hold" grpId="0" nodeType="withEffect">
                                  <p:stCondLst>
                                    <p:cond delay="400"/>
                                  </p:stCondLst>
                                  <p:childTnLst>
                                    <p:set>
                                      <p:cBhvr>
                                        <p:cTn id="62" dur="1" fill="hold">
                                          <p:stCondLst>
                                            <p:cond delay="0"/>
                                          </p:stCondLst>
                                        </p:cTn>
                                        <p:tgtEl>
                                          <p:spTgt spid="77"/>
                                        </p:tgtEl>
                                        <p:attrNameLst>
                                          <p:attrName>style.visibility</p:attrName>
                                        </p:attrNameLst>
                                      </p:cBhvr>
                                      <p:to>
                                        <p:strVal val="visible"/>
                                      </p:to>
                                    </p:set>
                                    <p:anim calcmode="lin" valueType="num">
                                      <p:cBhvr>
                                        <p:cTn id="63" dur="500" fill="hold"/>
                                        <p:tgtEl>
                                          <p:spTgt spid="77"/>
                                        </p:tgtEl>
                                        <p:attrNameLst>
                                          <p:attrName>ppt_w</p:attrName>
                                        </p:attrNameLst>
                                      </p:cBhvr>
                                      <p:tavLst>
                                        <p:tav tm="0">
                                          <p:val>
                                            <p:fltVal val="0"/>
                                          </p:val>
                                        </p:tav>
                                        <p:tav tm="100000">
                                          <p:val>
                                            <p:strVal val="#ppt_w"/>
                                          </p:val>
                                        </p:tav>
                                      </p:tavLst>
                                    </p:anim>
                                    <p:anim calcmode="lin" valueType="num">
                                      <p:cBhvr>
                                        <p:cTn id="64" dur="500" fill="hold"/>
                                        <p:tgtEl>
                                          <p:spTgt spid="77"/>
                                        </p:tgtEl>
                                        <p:attrNameLst>
                                          <p:attrName>ppt_h</p:attrName>
                                        </p:attrNameLst>
                                      </p:cBhvr>
                                      <p:tavLst>
                                        <p:tav tm="0">
                                          <p:val>
                                            <p:fltVal val="0"/>
                                          </p:val>
                                        </p:tav>
                                        <p:tav tm="100000">
                                          <p:val>
                                            <p:strVal val="#ppt_h"/>
                                          </p:val>
                                        </p:tav>
                                      </p:tavLst>
                                    </p:anim>
                                    <p:animEffect transition="in" filter="fade">
                                      <p:cBhvr>
                                        <p:cTn id="65" dur="500"/>
                                        <p:tgtEl>
                                          <p:spTgt spid="77"/>
                                        </p:tgtEl>
                                      </p:cBhvr>
                                    </p:animEffect>
                                  </p:childTnLst>
                                </p:cTn>
                              </p:par>
                              <p:par>
                                <p:cTn id="66" presetID="53" presetClass="entr" presetSubtype="16" fill="hold" nodeType="withEffect">
                                  <p:stCondLst>
                                    <p:cond delay="0"/>
                                  </p:stCondLst>
                                  <p:childTnLst>
                                    <p:set>
                                      <p:cBhvr>
                                        <p:cTn id="67" dur="1" fill="hold">
                                          <p:stCondLst>
                                            <p:cond delay="0"/>
                                          </p:stCondLst>
                                        </p:cTn>
                                        <p:tgtEl>
                                          <p:spTgt spid="78"/>
                                        </p:tgtEl>
                                        <p:attrNameLst>
                                          <p:attrName>style.visibility</p:attrName>
                                        </p:attrNameLst>
                                      </p:cBhvr>
                                      <p:to>
                                        <p:strVal val="visible"/>
                                      </p:to>
                                    </p:set>
                                    <p:anim calcmode="lin" valueType="num">
                                      <p:cBhvr>
                                        <p:cTn id="68" dur="500" fill="hold"/>
                                        <p:tgtEl>
                                          <p:spTgt spid="78"/>
                                        </p:tgtEl>
                                        <p:attrNameLst>
                                          <p:attrName>ppt_w</p:attrName>
                                        </p:attrNameLst>
                                      </p:cBhvr>
                                      <p:tavLst>
                                        <p:tav tm="0">
                                          <p:val>
                                            <p:fltVal val="0"/>
                                          </p:val>
                                        </p:tav>
                                        <p:tav tm="100000">
                                          <p:val>
                                            <p:strVal val="#ppt_w"/>
                                          </p:val>
                                        </p:tav>
                                      </p:tavLst>
                                    </p:anim>
                                    <p:anim calcmode="lin" valueType="num">
                                      <p:cBhvr>
                                        <p:cTn id="69" dur="500" fill="hold"/>
                                        <p:tgtEl>
                                          <p:spTgt spid="78"/>
                                        </p:tgtEl>
                                        <p:attrNameLst>
                                          <p:attrName>ppt_h</p:attrName>
                                        </p:attrNameLst>
                                      </p:cBhvr>
                                      <p:tavLst>
                                        <p:tav tm="0">
                                          <p:val>
                                            <p:fltVal val="0"/>
                                          </p:val>
                                        </p:tav>
                                        <p:tav tm="100000">
                                          <p:val>
                                            <p:strVal val="#ppt_h"/>
                                          </p:val>
                                        </p:tav>
                                      </p:tavLst>
                                    </p:anim>
                                    <p:animEffect transition="in" filter="fade">
                                      <p:cBhvr>
                                        <p:cTn id="70" dur="500"/>
                                        <p:tgtEl>
                                          <p:spTgt spid="78"/>
                                        </p:tgtEl>
                                      </p:cBhvr>
                                    </p:animEffect>
                                  </p:childTnLst>
                                </p:cTn>
                              </p:par>
                              <p:par>
                                <p:cTn id="71" presetID="53" presetClass="entr" presetSubtype="16" fill="hold" nodeType="withEffect">
                                  <p:stCondLst>
                                    <p:cond delay="400"/>
                                  </p:stCondLst>
                                  <p:childTnLst>
                                    <p:set>
                                      <p:cBhvr>
                                        <p:cTn id="72" dur="1" fill="hold">
                                          <p:stCondLst>
                                            <p:cond delay="0"/>
                                          </p:stCondLst>
                                        </p:cTn>
                                        <p:tgtEl>
                                          <p:spTgt spid="81"/>
                                        </p:tgtEl>
                                        <p:attrNameLst>
                                          <p:attrName>style.visibility</p:attrName>
                                        </p:attrNameLst>
                                      </p:cBhvr>
                                      <p:to>
                                        <p:strVal val="visible"/>
                                      </p:to>
                                    </p:set>
                                    <p:anim calcmode="lin" valueType="num">
                                      <p:cBhvr>
                                        <p:cTn id="73" dur="500" fill="hold"/>
                                        <p:tgtEl>
                                          <p:spTgt spid="81"/>
                                        </p:tgtEl>
                                        <p:attrNameLst>
                                          <p:attrName>ppt_w</p:attrName>
                                        </p:attrNameLst>
                                      </p:cBhvr>
                                      <p:tavLst>
                                        <p:tav tm="0">
                                          <p:val>
                                            <p:fltVal val="0"/>
                                          </p:val>
                                        </p:tav>
                                        <p:tav tm="100000">
                                          <p:val>
                                            <p:strVal val="#ppt_w"/>
                                          </p:val>
                                        </p:tav>
                                      </p:tavLst>
                                    </p:anim>
                                    <p:anim calcmode="lin" valueType="num">
                                      <p:cBhvr>
                                        <p:cTn id="74" dur="500" fill="hold"/>
                                        <p:tgtEl>
                                          <p:spTgt spid="81"/>
                                        </p:tgtEl>
                                        <p:attrNameLst>
                                          <p:attrName>ppt_h</p:attrName>
                                        </p:attrNameLst>
                                      </p:cBhvr>
                                      <p:tavLst>
                                        <p:tav tm="0">
                                          <p:val>
                                            <p:fltVal val="0"/>
                                          </p:val>
                                        </p:tav>
                                        <p:tav tm="100000">
                                          <p:val>
                                            <p:strVal val="#ppt_h"/>
                                          </p:val>
                                        </p:tav>
                                      </p:tavLst>
                                    </p:anim>
                                    <p:animEffect transition="in" filter="fade">
                                      <p:cBhvr>
                                        <p:cTn id="75" dur="500"/>
                                        <p:tgtEl>
                                          <p:spTgt spid="81"/>
                                        </p:tgtEl>
                                      </p:cBhvr>
                                    </p:animEffect>
                                  </p:childTnLst>
                                </p:cTn>
                              </p:par>
                              <p:par>
                                <p:cTn id="76" presetID="53" presetClass="entr" presetSubtype="16" fill="hold" nodeType="withEffect">
                                  <p:stCondLst>
                                    <p:cond delay="200"/>
                                  </p:stCondLst>
                                  <p:childTnLst>
                                    <p:set>
                                      <p:cBhvr>
                                        <p:cTn id="77" dur="1" fill="hold">
                                          <p:stCondLst>
                                            <p:cond delay="0"/>
                                          </p:stCondLst>
                                        </p:cTn>
                                        <p:tgtEl>
                                          <p:spTgt spid="84"/>
                                        </p:tgtEl>
                                        <p:attrNameLst>
                                          <p:attrName>style.visibility</p:attrName>
                                        </p:attrNameLst>
                                      </p:cBhvr>
                                      <p:to>
                                        <p:strVal val="visible"/>
                                      </p:to>
                                    </p:set>
                                    <p:anim calcmode="lin" valueType="num">
                                      <p:cBhvr>
                                        <p:cTn id="78" dur="500" fill="hold"/>
                                        <p:tgtEl>
                                          <p:spTgt spid="84"/>
                                        </p:tgtEl>
                                        <p:attrNameLst>
                                          <p:attrName>ppt_w</p:attrName>
                                        </p:attrNameLst>
                                      </p:cBhvr>
                                      <p:tavLst>
                                        <p:tav tm="0">
                                          <p:val>
                                            <p:fltVal val="0"/>
                                          </p:val>
                                        </p:tav>
                                        <p:tav tm="100000">
                                          <p:val>
                                            <p:strVal val="#ppt_w"/>
                                          </p:val>
                                        </p:tav>
                                      </p:tavLst>
                                    </p:anim>
                                    <p:anim calcmode="lin" valueType="num">
                                      <p:cBhvr>
                                        <p:cTn id="79" dur="500" fill="hold"/>
                                        <p:tgtEl>
                                          <p:spTgt spid="84"/>
                                        </p:tgtEl>
                                        <p:attrNameLst>
                                          <p:attrName>ppt_h</p:attrName>
                                        </p:attrNameLst>
                                      </p:cBhvr>
                                      <p:tavLst>
                                        <p:tav tm="0">
                                          <p:val>
                                            <p:fltVal val="0"/>
                                          </p:val>
                                        </p:tav>
                                        <p:tav tm="100000">
                                          <p:val>
                                            <p:strVal val="#ppt_h"/>
                                          </p:val>
                                        </p:tav>
                                      </p:tavLst>
                                    </p:anim>
                                    <p:animEffect transition="in" filter="fade">
                                      <p:cBhvr>
                                        <p:cTn id="80" dur="500"/>
                                        <p:tgtEl>
                                          <p:spTgt spid="84"/>
                                        </p:tgtEl>
                                      </p:cBhvr>
                                    </p:animEffect>
                                  </p:childTnLst>
                                </p:cTn>
                              </p:par>
                              <p:par>
                                <p:cTn id="81" presetID="53" presetClass="entr" presetSubtype="16" fill="hold" grpId="0" nodeType="withEffect">
                                  <p:stCondLst>
                                    <p:cond delay="200"/>
                                  </p:stCondLst>
                                  <p:childTnLst>
                                    <p:set>
                                      <p:cBhvr>
                                        <p:cTn id="82" dur="1" fill="hold">
                                          <p:stCondLst>
                                            <p:cond delay="0"/>
                                          </p:stCondLst>
                                        </p:cTn>
                                        <p:tgtEl>
                                          <p:spTgt spid="102"/>
                                        </p:tgtEl>
                                        <p:attrNameLst>
                                          <p:attrName>style.visibility</p:attrName>
                                        </p:attrNameLst>
                                      </p:cBhvr>
                                      <p:to>
                                        <p:strVal val="visible"/>
                                      </p:to>
                                    </p:set>
                                    <p:anim calcmode="lin" valueType="num">
                                      <p:cBhvr>
                                        <p:cTn id="83" dur="500" fill="hold"/>
                                        <p:tgtEl>
                                          <p:spTgt spid="102"/>
                                        </p:tgtEl>
                                        <p:attrNameLst>
                                          <p:attrName>ppt_w</p:attrName>
                                        </p:attrNameLst>
                                      </p:cBhvr>
                                      <p:tavLst>
                                        <p:tav tm="0">
                                          <p:val>
                                            <p:fltVal val="0"/>
                                          </p:val>
                                        </p:tav>
                                        <p:tav tm="100000">
                                          <p:val>
                                            <p:strVal val="#ppt_w"/>
                                          </p:val>
                                        </p:tav>
                                      </p:tavLst>
                                    </p:anim>
                                    <p:anim calcmode="lin" valueType="num">
                                      <p:cBhvr>
                                        <p:cTn id="84" dur="500" fill="hold"/>
                                        <p:tgtEl>
                                          <p:spTgt spid="102"/>
                                        </p:tgtEl>
                                        <p:attrNameLst>
                                          <p:attrName>ppt_h</p:attrName>
                                        </p:attrNameLst>
                                      </p:cBhvr>
                                      <p:tavLst>
                                        <p:tav tm="0">
                                          <p:val>
                                            <p:fltVal val="0"/>
                                          </p:val>
                                        </p:tav>
                                        <p:tav tm="100000">
                                          <p:val>
                                            <p:strVal val="#ppt_h"/>
                                          </p:val>
                                        </p:tav>
                                      </p:tavLst>
                                    </p:anim>
                                    <p:animEffect transition="in" filter="fade">
                                      <p:cBhvr>
                                        <p:cTn id="85" dur="500"/>
                                        <p:tgtEl>
                                          <p:spTgt spid="102"/>
                                        </p:tgtEl>
                                      </p:cBhvr>
                                    </p:animEffect>
                                  </p:childTnLst>
                                </p:cTn>
                              </p:par>
                              <p:par>
                                <p:cTn id="86" presetID="53" presetClass="entr" presetSubtype="16" fill="hold" grpId="0" nodeType="withEffect">
                                  <p:stCondLst>
                                    <p:cond delay="0"/>
                                  </p:stCondLst>
                                  <p:childTnLst>
                                    <p:set>
                                      <p:cBhvr>
                                        <p:cTn id="87" dur="1" fill="hold">
                                          <p:stCondLst>
                                            <p:cond delay="0"/>
                                          </p:stCondLst>
                                        </p:cTn>
                                        <p:tgtEl>
                                          <p:spTgt spid="103"/>
                                        </p:tgtEl>
                                        <p:attrNameLst>
                                          <p:attrName>style.visibility</p:attrName>
                                        </p:attrNameLst>
                                      </p:cBhvr>
                                      <p:to>
                                        <p:strVal val="visible"/>
                                      </p:to>
                                    </p:set>
                                    <p:anim calcmode="lin" valueType="num">
                                      <p:cBhvr>
                                        <p:cTn id="88" dur="500" fill="hold"/>
                                        <p:tgtEl>
                                          <p:spTgt spid="103"/>
                                        </p:tgtEl>
                                        <p:attrNameLst>
                                          <p:attrName>ppt_w</p:attrName>
                                        </p:attrNameLst>
                                      </p:cBhvr>
                                      <p:tavLst>
                                        <p:tav tm="0">
                                          <p:val>
                                            <p:fltVal val="0"/>
                                          </p:val>
                                        </p:tav>
                                        <p:tav tm="100000">
                                          <p:val>
                                            <p:strVal val="#ppt_w"/>
                                          </p:val>
                                        </p:tav>
                                      </p:tavLst>
                                    </p:anim>
                                    <p:anim calcmode="lin" valueType="num">
                                      <p:cBhvr>
                                        <p:cTn id="89" dur="500" fill="hold"/>
                                        <p:tgtEl>
                                          <p:spTgt spid="103"/>
                                        </p:tgtEl>
                                        <p:attrNameLst>
                                          <p:attrName>ppt_h</p:attrName>
                                        </p:attrNameLst>
                                      </p:cBhvr>
                                      <p:tavLst>
                                        <p:tav tm="0">
                                          <p:val>
                                            <p:fltVal val="0"/>
                                          </p:val>
                                        </p:tav>
                                        <p:tav tm="100000">
                                          <p:val>
                                            <p:strVal val="#ppt_h"/>
                                          </p:val>
                                        </p:tav>
                                      </p:tavLst>
                                    </p:anim>
                                    <p:animEffect transition="in" filter="fade">
                                      <p:cBhvr>
                                        <p:cTn id="90" dur="500"/>
                                        <p:tgtEl>
                                          <p:spTgt spid="103"/>
                                        </p:tgtEl>
                                      </p:cBhvr>
                                    </p:animEffect>
                                  </p:childTnLst>
                                </p:cTn>
                              </p:par>
                              <p:par>
                                <p:cTn id="91" presetID="53" presetClass="entr" presetSubtype="16" fill="hold" nodeType="withEffect">
                                  <p:stCondLst>
                                    <p:cond delay="400"/>
                                  </p:stCondLst>
                                  <p:childTnLst>
                                    <p:set>
                                      <p:cBhvr>
                                        <p:cTn id="92" dur="1" fill="hold">
                                          <p:stCondLst>
                                            <p:cond delay="0"/>
                                          </p:stCondLst>
                                        </p:cTn>
                                        <p:tgtEl>
                                          <p:spTgt spid="104"/>
                                        </p:tgtEl>
                                        <p:attrNameLst>
                                          <p:attrName>style.visibility</p:attrName>
                                        </p:attrNameLst>
                                      </p:cBhvr>
                                      <p:to>
                                        <p:strVal val="visible"/>
                                      </p:to>
                                    </p:set>
                                    <p:anim calcmode="lin" valueType="num">
                                      <p:cBhvr>
                                        <p:cTn id="93" dur="500" fill="hold"/>
                                        <p:tgtEl>
                                          <p:spTgt spid="104"/>
                                        </p:tgtEl>
                                        <p:attrNameLst>
                                          <p:attrName>ppt_w</p:attrName>
                                        </p:attrNameLst>
                                      </p:cBhvr>
                                      <p:tavLst>
                                        <p:tav tm="0">
                                          <p:val>
                                            <p:fltVal val="0"/>
                                          </p:val>
                                        </p:tav>
                                        <p:tav tm="100000">
                                          <p:val>
                                            <p:strVal val="#ppt_w"/>
                                          </p:val>
                                        </p:tav>
                                      </p:tavLst>
                                    </p:anim>
                                    <p:anim calcmode="lin" valueType="num">
                                      <p:cBhvr>
                                        <p:cTn id="94" dur="500" fill="hold"/>
                                        <p:tgtEl>
                                          <p:spTgt spid="104"/>
                                        </p:tgtEl>
                                        <p:attrNameLst>
                                          <p:attrName>ppt_h</p:attrName>
                                        </p:attrNameLst>
                                      </p:cBhvr>
                                      <p:tavLst>
                                        <p:tav tm="0">
                                          <p:val>
                                            <p:fltVal val="0"/>
                                          </p:val>
                                        </p:tav>
                                        <p:tav tm="100000">
                                          <p:val>
                                            <p:strVal val="#ppt_h"/>
                                          </p:val>
                                        </p:tav>
                                      </p:tavLst>
                                    </p:anim>
                                    <p:animEffect transition="in" filter="fade">
                                      <p:cBhvr>
                                        <p:cTn id="95" dur="500"/>
                                        <p:tgtEl>
                                          <p:spTgt spid="104"/>
                                        </p:tgtEl>
                                      </p:cBhvr>
                                    </p:animEffect>
                                  </p:childTnLst>
                                </p:cTn>
                              </p:par>
                              <p:par>
                                <p:cTn id="96" presetID="53" presetClass="entr" presetSubtype="16" fill="hold" grpId="0" nodeType="withEffect">
                                  <p:stCondLst>
                                    <p:cond delay="400"/>
                                  </p:stCondLst>
                                  <p:childTnLst>
                                    <p:set>
                                      <p:cBhvr>
                                        <p:cTn id="97" dur="1" fill="hold">
                                          <p:stCondLst>
                                            <p:cond delay="0"/>
                                          </p:stCondLst>
                                        </p:cTn>
                                        <p:tgtEl>
                                          <p:spTgt spid="107"/>
                                        </p:tgtEl>
                                        <p:attrNameLst>
                                          <p:attrName>style.visibility</p:attrName>
                                        </p:attrNameLst>
                                      </p:cBhvr>
                                      <p:to>
                                        <p:strVal val="visible"/>
                                      </p:to>
                                    </p:set>
                                    <p:anim calcmode="lin" valueType="num">
                                      <p:cBhvr>
                                        <p:cTn id="98" dur="500" fill="hold"/>
                                        <p:tgtEl>
                                          <p:spTgt spid="107"/>
                                        </p:tgtEl>
                                        <p:attrNameLst>
                                          <p:attrName>ppt_w</p:attrName>
                                        </p:attrNameLst>
                                      </p:cBhvr>
                                      <p:tavLst>
                                        <p:tav tm="0">
                                          <p:val>
                                            <p:fltVal val="0"/>
                                          </p:val>
                                        </p:tav>
                                        <p:tav tm="100000">
                                          <p:val>
                                            <p:strVal val="#ppt_w"/>
                                          </p:val>
                                        </p:tav>
                                      </p:tavLst>
                                    </p:anim>
                                    <p:anim calcmode="lin" valueType="num">
                                      <p:cBhvr>
                                        <p:cTn id="99" dur="500" fill="hold"/>
                                        <p:tgtEl>
                                          <p:spTgt spid="107"/>
                                        </p:tgtEl>
                                        <p:attrNameLst>
                                          <p:attrName>ppt_h</p:attrName>
                                        </p:attrNameLst>
                                      </p:cBhvr>
                                      <p:tavLst>
                                        <p:tav tm="0">
                                          <p:val>
                                            <p:fltVal val="0"/>
                                          </p:val>
                                        </p:tav>
                                        <p:tav tm="100000">
                                          <p:val>
                                            <p:strVal val="#ppt_h"/>
                                          </p:val>
                                        </p:tav>
                                      </p:tavLst>
                                    </p:anim>
                                    <p:animEffect transition="in" filter="fade">
                                      <p:cBhvr>
                                        <p:cTn id="100" dur="500"/>
                                        <p:tgtEl>
                                          <p:spTgt spid="107"/>
                                        </p:tgtEl>
                                      </p:cBhvr>
                                    </p:animEffect>
                                  </p:childTnLst>
                                </p:cTn>
                              </p:par>
                              <p:par>
                                <p:cTn id="101" presetID="53" presetClass="entr" presetSubtype="16" fill="hold" grpId="0" nodeType="withEffect">
                                  <p:stCondLst>
                                    <p:cond delay="200"/>
                                  </p:stCondLst>
                                  <p:childTnLst>
                                    <p:set>
                                      <p:cBhvr>
                                        <p:cTn id="102" dur="1" fill="hold">
                                          <p:stCondLst>
                                            <p:cond delay="0"/>
                                          </p:stCondLst>
                                        </p:cTn>
                                        <p:tgtEl>
                                          <p:spTgt spid="108"/>
                                        </p:tgtEl>
                                        <p:attrNameLst>
                                          <p:attrName>style.visibility</p:attrName>
                                        </p:attrNameLst>
                                      </p:cBhvr>
                                      <p:to>
                                        <p:strVal val="visible"/>
                                      </p:to>
                                    </p:set>
                                    <p:anim calcmode="lin" valueType="num">
                                      <p:cBhvr>
                                        <p:cTn id="103" dur="500" fill="hold"/>
                                        <p:tgtEl>
                                          <p:spTgt spid="108"/>
                                        </p:tgtEl>
                                        <p:attrNameLst>
                                          <p:attrName>ppt_w</p:attrName>
                                        </p:attrNameLst>
                                      </p:cBhvr>
                                      <p:tavLst>
                                        <p:tav tm="0">
                                          <p:val>
                                            <p:fltVal val="0"/>
                                          </p:val>
                                        </p:tav>
                                        <p:tav tm="100000">
                                          <p:val>
                                            <p:strVal val="#ppt_w"/>
                                          </p:val>
                                        </p:tav>
                                      </p:tavLst>
                                    </p:anim>
                                    <p:anim calcmode="lin" valueType="num">
                                      <p:cBhvr>
                                        <p:cTn id="104" dur="500" fill="hold"/>
                                        <p:tgtEl>
                                          <p:spTgt spid="108"/>
                                        </p:tgtEl>
                                        <p:attrNameLst>
                                          <p:attrName>ppt_h</p:attrName>
                                        </p:attrNameLst>
                                      </p:cBhvr>
                                      <p:tavLst>
                                        <p:tav tm="0">
                                          <p:val>
                                            <p:fltVal val="0"/>
                                          </p:val>
                                        </p:tav>
                                        <p:tav tm="100000">
                                          <p:val>
                                            <p:strVal val="#ppt_h"/>
                                          </p:val>
                                        </p:tav>
                                      </p:tavLst>
                                    </p:anim>
                                    <p:animEffect transition="in" filter="fade">
                                      <p:cBhvr>
                                        <p:cTn id="105" dur="500"/>
                                        <p:tgtEl>
                                          <p:spTgt spid="108"/>
                                        </p:tgtEl>
                                      </p:cBhvr>
                                    </p:animEffect>
                                  </p:childTnLst>
                                </p:cTn>
                              </p:par>
                            </p:childTnLst>
                          </p:cTn>
                        </p:par>
                        <p:par>
                          <p:cTn id="106" fill="hold">
                            <p:stCondLst>
                              <p:cond delay="2000"/>
                            </p:stCondLst>
                            <p:childTnLst>
                              <p:par>
                                <p:cTn id="107" presetID="56" presetClass="entr" presetSubtype="0" fill="hold" grpId="0" nodeType="afterEffect">
                                  <p:stCondLst>
                                    <p:cond delay="0"/>
                                  </p:stCondLst>
                                  <p:iterate type="lt">
                                    <p:tmPct val="10000"/>
                                  </p:iterate>
                                  <p:childTnLst>
                                    <p:set>
                                      <p:cBhvr>
                                        <p:cTn id="108" dur="1" fill="hold">
                                          <p:stCondLst>
                                            <p:cond delay="0"/>
                                          </p:stCondLst>
                                        </p:cTn>
                                        <p:tgtEl>
                                          <p:spTgt spid="64"/>
                                        </p:tgtEl>
                                        <p:attrNameLst>
                                          <p:attrName>style.visibility</p:attrName>
                                        </p:attrNameLst>
                                      </p:cBhvr>
                                      <p:to>
                                        <p:strVal val="visible"/>
                                      </p:to>
                                    </p:set>
                                    <p:anim by="(-#ppt_w*2)" calcmode="lin" valueType="num">
                                      <p:cBhvr rctx="PPT">
                                        <p:cTn id="109" dur="250" autoRev="1" fill="hold">
                                          <p:stCondLst>
                                            <p:cond delay="0"/>
                                          </p:stCondLst>
                                        </p:cTn>
                                        <p:tgtEl>
                                          <p:spTgt spid="64"/>
                                        </p:tgtEl>
                                        <p:attrNameLst>
                                          <p:attrName>ppt_w</p:attrName>
                                        </p:attrNameLst>
                                      </p:cBhvr>
                                    </p:anim>
                                    <p:anim by="(#ppt_w*0.50)" calcmode="lin" valueType="num">
                                      <p:cBhvr>
                                        <p:cTn id="110" dur="250" decel="50000" autoRev="1" fill="hold">
                                          <p:stCondLst>
                                            <p:cond delay="0"/>
                                          </p:stCondLst>
                                        </p:cTn>
                                        <p:tgtEl>
                                          <p:spTgt spid="64"/>
                                        </p:tgtEl>
                                        <p:attrNameLst>
                                          <p:attrName>ppt_x</p:attrName>
                                        </p:attrNameLst>
                                      </p:cBhvr>
                                    </p:anim>
                                    <p:anim from="(-#ppt_h/2)" to="(#ppt_y)" calcmode="lin" valueType="num">
                                      <p:cBhvr>
                                        <p:cTn id="111" dur="500" fill="hold">
                                          <p:stCondLst>
                                            <p:cond delay="0"/>
                                          </p:stCondLst>
                                        </p:cTn>
                                        <p:tgtEl>
                                          <p:spTgt spid="64"/>
                                        </p:tgtEl>
                                        <p:attrNameLst>
                                          <p:attrName>ppt_y</p:attrName>
                                        </p:attrNameLst>
                                      </p:cBhvr>
                                    </p:anim>
                                    <p:animRot by="21600000">
                                      <p:cBhvr>
                                        <p:cTn id="112" dur="500" fill="hold">
                                          <p:stCondLst>
                                            <p:cond delay="0"/>
                                          </p:stCondLst>
                                        </p:cTn>
                                        <p:tgtEl>
                                          <p:spTgt spid="64"/>
                                        </p:tgtEl>
                                        <p:attrNameLst>
                                          <p:attrName>r</p:attrName>
                                        </p:attrNameLst>
                                      </p:cBhvr>
                                    </p:animRot>
                                  </p:childTnLst>
                                </p:cTn>
                              </p:par>
                            </p:childTnLst>
                          </p:cTn>
                        </p:par>
                        <p:par>
                          <p:cTn id="113" fill="hold">
                            <p:stCondLst>
                              <p:cond delay="2349"/>
                            </p:stCondLst>
                            <p:childTnLst>
                              <p:par>
                                <p:cTn id="114" presetID="56" presetClass="entr" presetSubtype="0" fill="hold" grpId="0" nodeType="afterEffect">
                                  <p:stCondLst>
                                    <p:cond delay="0"/>
                                  </p:stCondLst>
                                  <p:iterate type="lt">
                                    <p:tmPct val="10000"/>
                                  </p:iterate>
                                  <p:childTnLst>
                                    <p:set>
                                      <p:cBhvr>
                                        <p:cTn id="115" dur="1" fill="hold">
                                          <p:stCondLst>
                                            <p:cond delay="0"/>
                                          </p:stCondLst>
                                        </p:cTn>
                                        <p:tgtEl>
                                          <p:spTgt spid="66"/>
                                        </p:tgtEl>
                                        <p:attrNameLst>
                                          <p:attrName>style.visibility</p:attrName>
                                        </p:attrNameLst>
                                      </p:cBhvr>
                                      <p:to>
                                        <p:strVal val="visible"/>
                                      </p:to>
                                    </p:set>
                                    <p:anim by="(-#ppt_w*2)" calcmode="lin" valueType="num">
                                      <p:cBhvr rctx="PPT">
                                        <p:cTn id="116" dur="250" autoRev="1" fill="hold">
                                          <p:stCondLst>
                                            <p:cond delay="0"/>
                                          </p:stCondLst>
                                        </p:cTn>
                                        <p:tgtEl>
                                          <p:spTgt spid="66"/>
                                        </p:tgtEl>
                                        <p:attrNameLst>
                                          <p:attrName>ppt_w</p:attrName>
                                        </p:attrNameLst>
                                      </p:cBhvr>
                                    </p:anim>
                                    <p:anim by="(#ppt_w*0.50)" calcmode="lin" valueType="num">
                                      <p:cBhvr>
                                        <p:cTn id="117" dur="250" decel="50000" autoRev="1" fill="hold">
                                          <p:stCondLst>
                                            <p:cond delay="0"/>
                                          </p:stCondLst>
                                        </p:cTn>
                                        <p:tgtEl>
                                          <p:spTgt spid="66"/>
                                        </p:tgtEl>
                                        <p:attrNameLst>
                                          <p:attrName>ppt_x</p:attrName>
                                        </p:attrNameLst>
                                      </p:cBhvr>
                                    </p:anim>
                                    <p:anim from="(-#ppt_h/2)" to="(#ppt_y)" calcmode="lin" valueType="num">
                                      <p:cBhvr>
                                        <p:cTn id="118" dur="500" fill="hold">
                                          <p:stCondLst>
                                            <p:cond delay="0"/>
                                          </p:stCondLst>
                                        </p:cTn>
                                        <p:tgtEl>
                                          <p:spTgt spid="66"/>
                                        </p:tgtEl>
                                        <p:attrNameLst>
                                          <p:attrName>ppt_y</p:attrName>
                                        </p:attrNameLst>
                                      </p:cBhvr>
                                    </p:anim>
                                    <p:animRot by="21600000">
                                      <p:cBhvr>
                                        <p:cTn id="119" dur="500" fill="hold">
                                          <p:stCondLst>
                                            <p:cond delay="0"/>
                                          </p:stCondLst>
                                        </p:cTn>
                                        <p:tgtEl>
                                          <p:spTgt spid="66"/>
                                        </p:tgtEl>
                                        <p:attrNameLst>
                                          <p:attrName>r</p:attrName>
                                        </p:attrNameLst>
                                      </p:cBhvr>
                                    </p:animRot>
                                  </p:childTnLst>
                                </p:cTn>
                              </p:par>
                            </p:childTnLst>
                          </p:cTn>
                        </p:par>
                        <p:par>
                          <p:cTn id="120" fill="hold">
                            <p:stCondLst>
                              <p:cond delay="2999"/>
                            </p:stCondLst>
                            <p:childTnLst>
                              <p:par>
                                <p:cTn id="121" presetID="22" presetClass="entr" presetSubtype="8" fill="hold" grpId="0" nodeType="afterEffect">
                                  <p:stCondLst>
                                    <p:cond delay="0"/>
                                  </p:stCondLst>
                                  <p:iterate type="lt">
                                    <p:tmPct val="30000"/>
                                  </p:iterate>
                                  <p:childTnLst>
                                    <p:set>
                                      <p:cBhvr>
                                        <p:cTn id="122" dur="1" fill="hold">
                                          <p:stCondLst>
                                            <p:cond delay="0"/>
                                          </p:stCondLst>
                                        </p:cTn>
                                        <p:tgtEl>
                                          <p:spTgt spid="109"/>
                                        </p:tgtEl>
                                        <p:attrNameLst>
                                          <p:attrName>style.visibility</p:attrName>
                                        </p:attrNameLst>
                                      </p:cBhvr>
                                      <p:to>
                                        <p:strVal val="visible"/>
                                      </p:to>
                                    </p:set>
                                    <p:animEffect transition="in" filter="wipe(left)">
                                      <p:cBhvr>
                                        <p:cTn id="123" dur="100"/>
                                        <p:tgtEl>
                                          <p:spTgt spid="109"/>
                                        </p:tgtEl>
                                      </p:cBhvr>
                                    </p:animEffect>
                                  </p:childTnLst>
                                </p:cTn>
                              </p:par>
                              <p:par>
                                <p:cTn id="124" presetID="36" presetClass="emph" presetSubtype="0" fill="hold" grpId="1" nodeType="withEffect">
                                  <p:stCondLst>
                                    <p:cond delay="0"/>
                                  </p:stCondLst>
                                  <p:iterate type="lt">
                                    <p:tmPct val="30000"/>
                                  </p:iterate>
                                  <p:childTnLst>
                                    <p:animScale>
                                      <p:cBhvr>
                                        <p:cTn id="125" dur="50" autoRev="1" fill="hold">
                                          <p:stCondLst>
                                            <p:cond delay="0"/>
                                          </p:stCondLst>
                                        </p:cTn>
                                        <p:tgtEl>
                                          <p:spTgt spid="109"/>
                                        </p:tgtEl>
                                      </p:cBhvr>
                                      <p:to x="80000" y="100000"/>
                                    </p:animScale>
                                    <p:anim by="(#ppt_w*0.10)" calcmode="lin" valueType="num">
                                      <p:cBhvr>
                                        <p:cTn id="126" dur="50" autoRev="1" fill="hold">
                                          <p:stCondLst>
                                            <p:cond delay="0"/>
                                          </p:stCondLst>
                                        </p:cTn>
                                        <p:tgtEl>
                                          <p:spTgt spid="109"/>
                                        </p:tgtEl>
                                        <p:attrNameLst>
                                          <p:attrName>ppt_x</p:attrName>
                                        </p:attrNameLst>
                                      </p:cBhvr>
                                    </p:anim>
                                    <p:anim by="(-#ppt_w*0.10)" calcmode="lin" valueType="num">
                                      <p:cBhvr>
                                        <p:cTn id="127" dur="50" autoRev="1" fill="hold">
                                          <p:stCondLst>
                                            <p:cond delay="0"/>
                                          </p:stCondLst>
                                        </p:cTn>
                                        <p:tgtEl>
                                          <p:spTgt spid="109"/>
                                        </p:tgtEl>
                                        <p:attrNameLst>
                                          <p:attrName>ppt_y</p:attrName>
                                        </p:attrNameLst>
                                      </p:cBhvr>
                                    </p:anim>
                                    <p:animRot by="-480000">
                                      <p:cBhvr>
                                        <p:cTn id="128" dur="50" autoRev="1" fill="hold">
                                          <p:stCondLst>
                                            <p:cond delay="0"/>
                                          </p:stCondLst>
                                        </p:cTn>
                                        <p:tgtEl>
                                          <p:spTgt spid="109"/>
                                        </p:tgtEl>
                                        <p:attrNameLst>
                                          <p:attrName>r</p:attrName>
                                        </p:attrNameLst>
                                      </p:cBhvr>
                                    </p:animRot>
                                  </p:childTnLst>
                                </p:cTn>
                              </p:par>
                            </p:childTnLst>
                          </p:cTn>
                        </p:par>
                        <p:par>
                          <p:cTn id="129" fill="hold">
                            <p:stCondLst>
                              <p:cond delay="5890"/>
                            </p:stCondLst>
                            <p:childTnLst>
                              <p:par>
                                <p:cTn id="130" presetID="22" presetClass="entr" presetSubtype="8" fill="hold" grpId="0" nodeType="afterEffect">
                                  <p:stCondLst>
                                    <p:cond delay="0"/>
                                  </p:stCondLst>
                                  <p:iterate type="lt">
                                    <p:tmPct val="30000"/>
                                  </p:iterate>
                                  <p:childTnLst>
                                    <p:set>
                                      <p:cBhvr>
                                        <p:cTn id="131" dur="1" fill="hold">
                                          <p:stCondLst>
                                            <p:cond delay="0"/>
                                          </p:stCondLst>
                                        </p:cTn>
                                        <p:tgtEl>
                                          <p:spTgt spid="2"/>
                                        </p:tgtEl>
                                        <p:attrNameLst>
                                          <p:attrName>style.visibility</p:attrName>
                                        </p:attrNameLst>
                                      </p:cBhvr>
                                      <p:to>
                                        <p:strVal val="visible"/>
                                      </p:to>
                                    </p:set>
                                    <p:animEffect transition="in" filter="wipe(left)">
                                      <p:cBhvr>
                                        <p:cTn id="132" dur="100"/>
                                        <p:tgtEl>
                                          <p:spTgt spid="2"/>
                                        </p:tgtEl>
                                      </p:cBhvr>
                                    </p:animEffect>
                                  </p:childTnLst>
                                </p:cTn>
                              </p:par>
                              <p:par>
                                <p:cTn id="133" presetID="36" presetClass="emph" presetSubtype="0" fill="hold" grpId="1" nodeType="withEffect">
                                  <p:stCondLst>
                                    <p:cond delay="0"/>
                                  </p:stCondLst>
                                  <p:iterate type="lt">
                                    <p:tmPct val="30000"/>
                                  </p:iterate>
                                  <p:childTnLst>
                                    <p:animScale>
                                      <p:cBhvr>
                                        <p:cTn id="134" dur="50" autoRev="1" fill="hold">
                                          <p:stCondLst>
                                            <p:cond delay="0"/>
                                          </p:stCondLst>
                                        </p:cTn>
                                        <p:tgtEl>
                                          <p:spTgt spid="2"/>
                                        </p:tgtEl>
                                      </p:cBhvr>
                                      <p:to x="80000" y="100000"/>
                                    </p:animScale>
                                    <p:anim by="(#ppt_w*0.10)" calcmode="lin" valueType="num">
                                      <p:cBhvr>
                                        <p:cTn id="135" dur="50" autoRev="1" fill="hold">
                                          <p:stCondLst>
                                            <p:cond delay="0"/>
                                          </p:stCondLst>
                                        </p:cTn>
                                        <p:tgtEl>
                                          <p:spTgt spid="2"/>
                                        </p:tgtEl>
                                        <p:attrNameLst>
                                          <p:attrName>ppt_x</p:attrName>
                                        </p:attrNameLst>
                                      </p:cBhvr>
                                    </p:anim>
                                    <p:anim by="(-#ppt_w*0.10)" calcmode="lin" valueType="num">
                                      <p:cBhvr>
                                        <p:cTn id="136" dur="50" autoRev="1" fill="hold">
                                          <p:stCondLst>
                                            <p:cond delay="0"/>
                                          </p:stCondLst>
                                        </p:cTn>
                                        <p:tgtEl>
                                          <p:spTgt spid="2"/>
                                        </p:tgtEl>
                                        <p:attrNameLst>
                                          <p:attrName>ppt_y</p:attrName>
                                        </p:attrNameLst>
                                      </p:cBhvr>
                                    </p:anim>
                                    <p:animRot by="-480000">
                                      <p:cBhvr>
                                        <p:cTn id="137" dur="50" autoRev="1" fill="hold">
                                          <p:stCondLst>
                                            <p:cond delay="0"/>
                                          </p:stCondLst>
                                        </p:cTn>
                                        <p:tgtEl>
                                          <p:spTgt spid="2"/>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6" grpId="0"/>
      <p:bldP spid="27" grpId="0"/>
      <p:bldP spid="64" grpId="0"/>
      <p:bldP spid="66" grpId="0"/>
      <p:bldP spid="67" grpId="0"/>
      <p:bldP spid="68" grpId="0"/>
      <p:bldP spid="69" grpId="0"/>
      <p:bldP spid="70" grpId="0"/>
      <p:bldP spid="71" grpId="0"/>
      <p:bldP spid="76" grpId="0" bldLvl="0" animBg="1"/>
      <p:bldP spid="77" grpId="0" bldLvl="0" animBg="1"/>
      <p:bldP spid="102" grpId="0" bldLvl="0" animBg="1"/>
      <p:bldP spid="103" grpId="0" bldLvl="0" animBg="1"/>
      <p:bldP spid="107" grpId="0" bldLvl="0" animBg="1"/>
      <p:bldP spid="108" grpId="0" bldLvl="0" animBg="1"/>
      <p:bldP spid="109" grpId="0"/>
      <p:bldP spid="109" grpId="1"/>
      <p:bldP spid="2" grpId="0"/>
      <p:bldP spid="2" grpId="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4" name="直接连接符 23"/>
          <p:cNvCxnSpPr/>
          <p:nvPr/>
        </p:nvCxnSpPr>
        <p:spPr>
          <a:xfrm>
            <a:off x="515257" y="624114"/>
            <a:ext cx="8113486" cy="0"/>
          </a:xfrm>
          <a:prstGeom prst="line">
            <a:avLst/>
          </a:prstGeom>
          <a:ln w="12700">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25" name="椭圆 24"/>
          <p:cNvSpPr/>
          <p:nvPr/>
        </p:nvSpPr>
        <p:spPr>
          <a:xfrm>
            <a:off x="646880" y="242192"/>
            <a:ext cx="274777" cy="274777"/>
          </a:xfrm>
          <a:prstGeom prst="ellipse">
            <a:avLst/>
          </a:prstGeom>
          <a:solidFill>
            <a:srgbClr val="679E2A"/>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pitchFamily="34" charset="-122"/>
            </a:endParaRPr>
          </a:p>
        </p:txBody>
      </p:sp>
      <p:sp>
        <p:nvSpPr>
          <p:cNvPr id="26" name="TextBox 25"/>
          <p:cNvSpPr txBox="1"/>
          <p:nvPr/>
        </p:nvSpPr>
        <p:spPr>
          <a:xfrm>
            <a:off x="908957" y="206330"/>
            <a:ext cx="1351280" cy="398780"/>
          </a:xfrm>
          <a:prstGeom prst="rect">
            <a:avLst/>
          </a:prstGeom>
          <a:noFill/>
          <a:ln>
            <a:noFill/>
          </a:ln>
        </p:spPr>
        <p:txBody>
          <a:bodyPr wrap="none" rtlCol="0">
            <a:spAutoFit/>
          </a:bodyPr>
          <a:lstStyle/>
          <a:p>
            <a:pPr algn="l"/>
            <a:r>
              <a:rPr lang="zh-CN" altLang="en-US" sz="2000" spc="300" dirty="0">
                <a:solidFill>
                  <a:schemeClr val="tx1">
                    <a:lumMod val="65000"/>
                    <a:lumOff val="35000"/>
                  </a:schemeClr>
                </a:solidFill>
                <a:latin typeface="微软雅黑" panose="020B0503020204020204" pitchFamily="34" charset="-122"/>
                <a:ea typeface="微软雅黑" panose="020B0503020204020204" pitchFamily="34" charset="-122"/>
                <a:sym typeface="+mn-ea"/>
              </a:rPr>
              <a:t>预期目标</a:t>
            </a:r>
            <a:endParaRPr lang="zh-CN" altLang="en-US" sz="2000" spc="3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27" name="TextBox 26"/>
          <p:cNvSpPr txBox="1"/>
          <p:nvPr/>
        </p:nvSpPr>
        <p:spPr>
          <a:xfrm>
            <a:off x="2390916" y="237108"/>
            <a:ext cx="1379855" cy="337185"/>
          </a:xfrm>
          <a:prstGeom prst="rect">
            <a:avLst/>
          </a:prstGeom>
          <a:noFill/>
        </p:spPr>
        <p:txBody>
          <a:bodyPr wrap="none" rtlCol="0">
            <a:spAutoFit/>
          </a:bodyPr>
          <a:lstStyle/>
          <a:p>
            <a:pPr algn="l"/>
            <a:r>
              <a:rPr lang="en-US" altLang="zh-CN" sz="1600" dirty="0">
                <a:solidFill>
                  <a:schemeClr val="tx1">
                    <a:lumMod val="50000"/>
                    <a:lumOff val="50000"/>
                  </a:schemeClr>
                </a:solidFill>
                <a:latin typeface="微软雅黑" panose="020B0503020204020204" pitchFamily="34" charset="-122"/>
                <a:ea typeface="微软雅黑" panose="020B0503020204020204" pitchFamily="34" charset="-122"/>
                <a:sym typeface="+mn-ea"/>
              </a:rPr>
              <a:t>THE TARGET</a:t>
            </a:r>
            <a:endParaRPr lang="en-US" altLang="zh-CN" sz="1600" dirty="0">
              <a:solidFill>
                <a:schemeClr val="tx1">
                  <a:lumMod val="50000"/>
                  <a:lumOff val="50000"/>
                </a:schemeClr>
              </a:solidFill>
              <a:latin typeface="微软雅黑" panose="020B0503020204020204" pitchFamily="34" charset="-122"/>
              <a:ea typeface="微软雅黑" panose="020B0503020204020204" pitchFamily="34" charset="-122"/>
            </a:endParaRPr>
          </a:p>
        </p:txBody>
      </p:sp>
      <p:cxnSp>
        <p:nvCxnSpPr>
          <p:cNvPr id="28" name="直接连接符 27"/>
          <p:cNvCxnSpPr/>
          <p:nvPr/>
        </p:nvCxnSpPr>
        <p:spPr>
          <a:xfrm>
            <a:off x="2332175" y="302089"/>
            <a:ext cx="0" cy="208592"/>
          </a:xfrm>
          <a:prstGeom prst="line">
            <a:avLst/>
          </a:prstGeom>
          <a:ln w="190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grpSp>
        <p:nvGrpSpPr>
          <p:cNvPr id="15" name="组合 14"/>
          <p:cNvGrpSpPr/>
          <p:nvPr/>
        </p:nvGrpSpPr>
        <p:grpSpPr>
          <a:xfrm>
            <a:off x="5153766" y="938574"/>
            <a:ext cx="1215828" cy="1216106"/>
            <a:chOff x="4915371" y="926509"/>
            <a:chExt cx="1215828" cy="1216106"/>
          </a:xfrm>
        </p:grpSpPr>
        <p:sp>
          <p:nvSpPr>
            <p:cNvPr id="16" name="任意多边形 15"/>
            <p:cNvSpPr/>
            <p:nvPr/>
          </p:nvSpPr>
          <p:spPr>
            <a:xfrm rot="13526553">
              <a:off x="4915232" y="926648"/>
              <a:ext cx="1216106" cy="1215828"/>
            </a:xfrm>
            <a:custGeom>
              <a:avLst/>
              <a:gdLst>
                <a:gd name="connsiteX0" fmla="*/ 1384172 w 1621474"/>
                <a:gd name="connsiteY0" fmla="*/ 1383803 h 1621104"/>
                <a:gd name="connsiteX1" fmla="*/ 811277 w 1621474"/>
                <a:gd name="connsiteY1" fmla="*/ 1621104 h 1621104"/>
                <a:gd name="connsiteX2" fmla="*/ 1082 w 1621474"/>
                <a:gd name="connsiteY2" fmla="*/ 1621103 h 1621104"/>
                <a:gd name="connsiteX3" fmla="*/ 1082 w 1621474"/>
                <a:gd name="connsiteY3" fmla="*/ 820934 h 1621104"/>
                <a:gd name="connsiteX4" fmla="*/ 0 w 1621474"/>
                <a:gd name="connsiteY4" fmla="*/ 810196 h 1621104"/>
                <a:gd name="connsiteX5" fmla="*/ 1 w 1621474"/>
                <a:gd name="connsiteY5" fmla="*/ 810196 h 1621104"/>
                <a:gd name="connsiteX6" fmla="*/ 810197 w 1621474"/>
                <a:gd name="connsiteY6" fmla="*/ 0 h 1621104"/>
                <a:gd name="connsiteX7" fmla="*/ 1620392 w 1621474"/>
                <a:gd name="connsiteY7" fmla="*/ 0 h 1621104"/>
                <a:gd name="connsiteX8" fmla="*/ 1620392 w 1621474"/>
                <a:gd name="connsiteY8" fmla="*/ 800170 h 1621104"/>
                <a:gd name="connsiteX9" fmla="*/ 1621474 w 1621474"/>
                <a:gd name="connsiteY9" fmla="*/ 810908 h 1621104"/>
                <a:gd name="connsiteX10" fmla="*/ 1621473 w 1621474"/>
                <a:gd name="connsiteY10" fmla="*/ 810908 h 1621104"/>
                <a:gd name="connsiteX11" fmla="*/ 1384172 w 1621474"/>
                <a:gd name="connsiteY11" fmla="*/ 1383803 h 1621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21474" h="1621104">
                  <a:moveTo>
                    <a:pt x="1384172" y="1383803"/>
                  </a:moveTo>
                  <a:cubicBezTo>
                    <a:pt x="1237556" y="1530420"/>
                    <a:pt x="1035007" y="1621104"/>
                    <a:pt x="811277" y="1621104"/>
                  </a:cubicBezTo>
                  <a:lnTo>
                    <a:pt x="1082" y="1621103"/>
                  </a:lnTo>
                  <a:lnTo>
                    <a:pt x="1082" y="820934"/>
                  </a:lnTo>
                  <a:lnTo>
                    <a:pt x="0" y="810196"/>
                  </a:lnTo>
                  <a:lnTo>
                    <a:pt x="1" y="810196"/>
                  </a:lnTo>
                  <a:cubicBezTo>
                    <a:pt x="1" y="362737"/>
                    <a:pt x="362738" y="0"/>
                    <a:pt x="810197" y="0"/>
                  </a:cubicBezTo>
                  <a:lnTo>
                    <a:pt x="1620392" y="0"/>
                  </a:lnTo>
                  <a:lnTo>
                    <a:pt x="1620392" y="800170"/>
                  </a:lnTo>
                  <a:lnTo>
                    <a:pt x="1621474" y="810908"/>
                  </a:lnTo>
                  <a:lnTo>
                    <a:pt x="1621473" y="810908"/>
                  </a:lnTo>
                  <a:cubicBezTo>
                    <a:pt x="1621473" y="1034638"/>
                    <a:pt x="1530789" y="1237186"/>
                    <a:pt x="1384172" y="1383803"/>
                  </a:cubicBezTo>
                  <a:close/>
                </a:path>
              </a:pathLst>
            </a:custGeom>
            <a:solidFill>
              <a:srgbClr val="F0F0F0"/>
            </a:solidFill>
            <a:ln w="28575" cap="flat" cmpd="sng" algn="ctr">
              <a:gradFill flip="none" rotWithShape="1">
                <a:gsLst>
                  <a:gs pos="0">
                    <a:srgbClr val="FFFFFF"/>
                  </a:gs>
                  <a:gs pos="100000">
                    <a:srgbClr val="D9D9DA"/>
                  </a:gs>
                </a:gsLst>
                <a:lin ang="16200000" scaled="0"/>
                <a:tileRect/>
              </a:gradFill>
              <a:prstDash val="solid"/>
              <a:miter lim="800000"/>
            </a:ln>
            <a:effectLst>
              <a:outerShdw blurRad="228600" dist="63500" dir="8100000" algn="tr" rotWithShape="0">
                <a:prstClr val="black">
                  <a:alpha val="40000"/>
                </a:prstClr>
              </a:outerShdw>
            </a:effectLst>
          </p:spPr>
          <p:txBody>
            <a:bodyPr lIns="68580" tIns="34290" rIns="68580" bIns="34290" anchor="ctr"/>
            <a:lstStyle/>
            <a:p>
              <a:pPr algn="ctr">
                <a:defRPr/>
              </a:pPr>
              <a:endParaRPr lang="id-ID" kern="0">
                <a:solidFill>
                  <a:prstClr val="white"/>
                </a:solidFill>
                <a:latin typeface="Calibri" panose="020F0502020204030204"/>
              </a:endParaRPr>
            </a:p>
          </p:txBody>
        </p:sp>
        <p:sp>
          <p:nvSpPr>
            <p:cNvPr id="17" name="Oval 167"/>
            <p:cNvSpPr>
              <a:spLocks noChangeAspect="1"/>
            </p:cNvSpPr>
            <p:nvPr/>
          </p:nvSpPr>
          <p:spPr>
            <a:xfrm rot="10773447" flipV="1">
              <a:off x="5119993" y="1123814"/>
              <a:ext cx="813676" cy="813676"/>
            </a:xfrm>
            <a:prstGeom prst="ellipse">
              <a:avLst/>
            </a:prstGeom>
            <a:solidFill>
              <a:srgbClr val="679E2A"/>
            </a:solidFill>
            <a:ln w="28575" cap="flat">
              <a:noFill/>
              <a:prstDash val="solid"/>
              <a:miter lim="800000"/>
            </a:ln>
            <a:effectLst>
              <a:innerShdw blurRad="152400" dist="76200" dir="13500000">
                <a:prstClr val="black">
                  <a:alpha val="28000"/>
                </a:prstClr>
              </a:innerShdw>
            </a:effectLst>
          </p:spPr>
          <p:txBody>
            <a:bodyPr lIns="68580" tIns="34290" rIns="68580" bIns="34290"/>
            <a:lstStyle/>
            <a:p>
              <a:pPr>
                <a:defRPr/>
              </a:pPr>
              <a:endParaRPr lang="id-ID">
                <a:latin typeface="+mn-lt"/>
                <a:ea typeface="+mn-ea"/>
              </a:endParaRPr>
            </a:p>
          </p:txBody>
        </p:sp>
        <p:sp>
          <p:nvSpPr>
            <p:cNvPr id="18" name="Freeform 10"/>
            <p:cNvSpPr>
              <a:spLocks noEditPoints="1"/>
            </p:cNvSpPr>
            <p:nvPr/>
          </p:nvSpPr>
          <p:spPr bwMode="auto">
            <a:xfrm>
              <a:off x="5278042" y="1354931"/>
              <a:ext cx="421481" cy="395288"/>
            </a:xfrm>
            <a:custGeom>
              <a:avLst/>
              <a:gdLst>
                <a:gd name="T0" fmla="*/ 541812 w 415"/>
                <a:gd name="T1" fmla="*/ 94584 h 390"/>
                <a:gd name="T2" fmla="*/ 137817 w 415"/>
                <a:gd name="T3" fmla="*/ 94584 h 390"/>
                <a:gd name="T4" fmla="*/ 110794 w 415"/>
                <a:gd name="T5" fmla="*/ 36482 h 390"/>
                <a:gd name="T6" fmla="*/ 4053 w 415"/>
                <a:gd name="T7" fmla="*/ 13512 h 390"/>
                <a:gd name="T8" fmla="*/ 89176 w 415"/>
                <a:gd name="T9" fmla="*/ 66209 h 390"/>
                <a:gd name="T10" fmla="*/ 172947 w 415"/>
                <a:gd name="T11" fmla="*/ 343205 h 390"/>
                <a:gd name="T12" fmla="*/ 148627 w 415"/>
                <a:gd name="T13" fmla="*/ 431033 h 390"/>
                <a:gd name="T14" fmla="*/ 174299 w 415"/>
                <a:gd name="T15" fmla="*/ 437789 h 390"/>
                <a:gd name="T16" fmla="*/ 214833 w 415"/>
                <a:gd name="T17" fmla="*/ 526968 h 390"/>
                <a:gd name="T18" fmla="*/ 254017 w 415"/>
                <a:gd name="T19" fmla="*/ 437789 h 390"/>
                <a:gd name="T20" fmla="*/ 358055 w 415"/>
                <a:gd name="T21" fmla="*/ 474271 h 390"/>
                <a:gd name="T22" fmla="*/ 464796 w 415"/>
                <a:gd name="T23" fmla="*/ 474271 h 390"/>
                <a:gd name="T24" fmla="*/ 467499 w 415"/>
                <a:gd name="T25" fmla="*/ 437789 h 390"/>
                <a:gd name="T26" fmla="*/ 467499 w 415"/>
                <a:gd name="T27" fmla="*/ 408062 h 390"/>
                <a:gd name="T28" fmla="*/ 198619 w 415"/>
                <a:gd name="T29" fmla="*/ 362122 h 390"/>
                <a:gd name="T30" fmla="*/ 467499 w 415"/>
                <a:gd name="T31" fmla="*/ 363473 h 390"/>
                <a:gd name="T32" fmla="*/ 559377 w 415"/>
                <a:gd name="T33" fmla="*/ 117554 h 390"/>
                <a:gd name="T34" fmla="*/ 214833 w 415"/>
                <a:gd name="T35" fmla="*/ 497242 h 390"/>
                <a:gd name="T36" fmla="*/ 214833 w 415"/>
                <a:gd name="T37" fmla="*/ 449950 h 390"/>
                <a:gd name="T38" fmla="*/ 214833 w 415"/>
                <a:gd name="T39" fmla="*/ 497242 h 390"/>
                <a:gd name="T40" fmla="*/ 387781 w 415"/>
                <a:gd name="T41" fmla="*/ 474271 h 390"/>
                <a:gd name="T42" fmla="*/ 435071 w 415"/>
                <a:gd name="T43" fmla="*/ 474271 h 390"/>
                <a:gd name="T44" fmla="*/ 505331 w 415"/>
                <a:gd name="T45" fmla="*/ 170251 h 390"/>
                <a:gd name="T46" fmla="*/ 413452 w 415"/>
                <a:gd name="T47" fmla="*/ 131066 h 390"/>
                <a:gd name="T48" fmla="*/ 505331 w 415"/>
                <a:gd name="T49" fmla="*/ 170251 h 390"/>
                <a:gd name="T50" fmla="*/ 413452 w 415"/>
                <a:gd name="T51" fmla="*/ 252674 h 390"/>
                <a:gd name="T52" fmla="*/ 493170 w 415"/>
                <a:gd name="T53" fmla="*/ 206734 h 390"/>
                <a:gd name="T54" fmla="*/ 295902 w 415"/>
                <a:gd name="T55" fmla="*/ 206734 h 390"/>
                <a:gd name="T56" fmla="*/ 378323 w 415"/>
                <a:gd name="T57" fmla="*/ 252674 h 390"/>
                <a:gd name="T58" fmla="*/ 295902 w 415"/>
                <a:gd name="T59" fmla="*/ 206734 h 390"/>
                <a:gd name="T60" fmla="*/ 295902 w 415"/>
                <a:gd name="T61" fmla="*/ 326990 h 390"/>
                <a:gd name="T62" fmla="*/ 378323 w 415"/>
                <a:gd name="T63" fmla="*/ 289157 h 390"/>
                <a:gd name="T64" fmla="*/ 175650 w 415"/>
                <a:gd name="T65" fmla="*/ 206734 h 390"/>
                <a:gd name="T66" fmla="*/ 259421 w 415"/>
                <a:gd name="T67" fmla="*/ 252674 h 390"/>
                <a:gd name="T68" fmla="*/ 175650 w 415"/>
                <a:gd name="T69" fmla="*/ 206734 h 390"/>
                <a:gd name="T70" fmla="*/ 378323 w 415"/>
                <a:gd name="T71" fmla="*/ 131066 h 390"/>
                <a:gd name="T72" fmla="*/ 295902 w 415"/>
                <a:gd name="T73" fmla="*/ 170251 h 390"/>
                <a:gd name="T74" fmla="*/ 259421 w 415"/>
                <a:gd name="T75" fmla="*/ 131066 h 390"/>
                <a:gd name="T76" fmla="*/ 163489 w 415"/>
                <a:gd name="T77" fmla="*/ 170251 h 390"/>
                <a:gd name="T78" fmla="*/ 259421 w 415"/>
                <a:gd name="T79" fmla="*/ 131066 h 390"/>
                <a:gd name="T80" fmla="*/ 259421 w 415"/>
                <a:gd name="T81" fmla="*/ 289157 h 390"/>
                <a:gd name="T82" fmla="*/ 217535 w 415"/>
                <a:gd name="T83" fmla="*/ 326990 h 390"/>
                <a:gd name="T84" fmla="*/ 413452 w 415"/>
                <a:gd name="T85" fmla="*/ 326990 h 390"/>
                <a:gd name="T86" fmla="*/ 467499 w 415"/>
                <a:gd name="T87" fmla="*/ 289157 h 390"/>
                <a:gd name="T88" fmla="*/ 413452 w 415"/>
                <a:gd name="T89" fmla="*/ 326990 h 390"/>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0" t="0" r="r" b="b"/>
              <a:pathLst>
                <a:path w="415" h="390">
                  <a:moveTo>
                    <a:pt x="412" y="76"/>
                  </a:moveTo>
                  <a:cubicBezTo>
                    <a:pt x="410" y="72"/>
                    <a:pt x="406" y="70"/>
                    <a:pt x="401" y="70"/>
                  </a:cubicBezTo>
                  <a:cubicBezTo>
                    <a:pt x="103" y="70"/>
                    <a:pt x="103" y="70"/>
                    <a:pt x="103" y="70"/>
                  </a:cubicBezTo>
                  <a:cubicBezTo>
                    <a:pt x="103" y="70"/>
                    <a:pt x="102" y="70"/>
                    <a:pt x="102" y="70"/>
                  </a:cubicBezTo>
                  <a:cubicBezTo>
                    <a:pt x="89" y="35"/>
                    <a:pt x="89" y="35"/>
                    <a:pt x="89" y="35"/>
                  </a:cubicBezTo>
                  <a:cubicBezTo>
                    <a:pt x="88" y="31"/>
                    <a:pt x="85" y="28"/>
                    <a:pt x="82" y="27"/>
                  </a:cubicBezTo>
                  <a:cubicBezTo>
                    <a:pt x="20" y="3"/>
                    <a:pt x="20" y="3"/>
                    <a:pt x="20" y="3"/>
                  </a:cubicBezTo>
                  <a:cubicBezTo>
                    <a:pt x="13" y="0"/>
                    <a:pt x="5" y="3"/>
                    <a:pt x="3" y="10"/>
                  </a:cubicBezTo>
                  <a:cubicBezTo>
                    <a:pt x="0" y="17"/>
                    <a:pt x="3" y="25"/>
                    <a:pt x="10" y="27"/>
                  </a:cubicBezTo>
                  <a:cubicBezTo>
                    <a:pt x="66" y="49"/>
                    <a:pt x="66" y="49"/>
                    <a:pt x="66" y="49"/>
                  </a:cubicBezTo>
                  <a:cubicBezTo>
                    <a:pt x="135" y="247"/>
                    <a:pt x="135" y="247"/>
                    <a:pt x="135" y="247"/>
                  </a:cubicBezTo>
                  <a:cubicBezTo>
                    <a:pt x="132" y="248"/>
                    <a:pt x="130" y="251"/>
                    <a:pt x="128" y="254"/>
                  </a:cubicBezTo>
                  <a:cubicBezTo>
                    <a:pt x="109" y="309"/>
                    <a:pt x="109" y="309"/>
                    <a:pt x="109" y="309"/>
                  </a:cubicBezTo>
                  <a:cubicBezTo>
                    <a:pt x="107" y="313"/>
                    <a:pt x="108" y="316"/>
                    <a:pt x="110" y="319"/>
                  </a:cubicBezTo>
                  <a:cubicBezTo>
                    <a:pt x="112" y="322"/>
                    <a:pt x="115" y="324"/>
                    <a:pt x="119" y="324"/>
                  </a:cubicBezTo>
                  <a:cubicBezTo>
                    <a:pt x="129" y="324"/>
                    <a:pt x="129" y="324"/>
                    <a:pt x="129" y="324"/>
                  </a:cubicBezTo>
                  <a:cubicBezTo>
                    <a:pt x="123" y="331"/>
                    <a:pt x="119" y="340"/>
                    <a:pt x="119" y="351"/>
                  </a:cubicBezTo>
                  <a:cubicBezTo>
                    <a:pt x="119" y="372"/>
                    <a:pt x="137" y="390"/>
                    <a:pt x="159" y="390"/>
                  </a:cubicBezTo>
                  <a:cubicBezTo>
                    <a:pt x="181" y="390"/>
                    <a:pt x="198" y="372"/>
                    <a:pt x="198" y="351"/>
                  </a:cubicBezTo>
                  <a:cubicBezTo>
                    <a:pt x="198" y="340"/>
                    <a:pt x="194" y="331"/>
                    <a:pt x="188" y="324"/>
                  </a:cubicBezTo>
                  <a:cubicBezTo>
                    <a:pt x="275" y="324"/>
                    <a:pt x="275" y="324"/>
                    <a:pt x="275" y="324"/>
                  </a:cubicBezTo>
                  <a:cubicBezTo>
                    <a:pt x="268" y="331"/>
                    <a:pt x="265" y="340"/>
                    <a:pt x="265" y="351"/>
                  </a:cubicBezTo>
                  <a:cubicBezTo>
                    <a:pt x="265" y="372"/>
                    <a:pt x="282" y="390"/>
                    <a:pt x="304" y="390"/>
                  </a:cubicBezTo>
                  <a:cubicBezTo>
                    <a:pt x="326" y="390"/>
                    <a:pt x="344" y="372"/>
                    <a:pt x="344" y="351"/>
                  </a:cubicBezTo>
                  <a:cubicBezTo>
                    <a:pt x="344" y="340"/>
                    <a:pt x="340" y="331"/>
                    <a:pt x="334" y="324"/>
                  </a:cubicBezTo>
                  <a:cubicBezTo>
                    <a:pt x="346" y="324"/>
                    <a:pt x="346" y="324"/>
                    <a:pt x="346" y="324"/>
                  </a:cubicBezTo>
                  <a:cubicBezTo>
                    <a:pt x="352" y="324"/>
                    <a:pt x="357" y="319"/>
                    <a:pt x="357" y="313"/>
                  </a:cubicBezTo>
                  <a:cubicBezTo>
                    <a:pt x="357" y="307"/>
                    <a:pt x="352" y="302"/>
                    <a:pt x="346" y="302"/>
                  </a:cubicBezTo>
                  <a:cubicBezTo>
                    <a:pt x="135" y="302"/>
                    <a:pt x="135" y="302"/>
                    <a:pt x="135" y="302"/>
                  </a:cubicBezTo>
                  <a:cubicBezTo>
                    <a:pt x="147" y="268"/>
                    <a:pt x="147" y="268"/>
                    <a:pt x="147" y="268"/>
                  </a:cubicBezTo>
                  <a:cubicBezTo>
                    <a:pt x="148" y="268"/>
                    <a:pt x="150" y="269"/>
                    <a:pt x="152" y="269"/>
                  </a:cubicBezTo>
                  <a:cubicBezTo>
                    <a:pt x="346" y="269"/>
                    <a:pt x="346" y="269"/>
                    <a:pt x="346" y="269"/>
                  </a:cubicBezTo>
                  <a:cubicBezTo>
                    <a:pt x="352" y="269"/>
                    <a:pt x="357" y="265"/>
                    <a:pt x="359" y="260"/>
                  </a:cubicBezTo>
                  <a:cubicBezTo>
                    <a:pt x="414" y="87"/>
                    <a:pt x="414" y="87"/>
                    <a:pt x="414" y="87"/>
                  </a:cubicBezTo>
                  <a:cubicBezTo>
                    <a:pt x="415" y="83"/>
                    <a:pt x="415" y="79"/>
                    <a:pt x="412" y="76"/>
                  </a:cubicBezTo>
                  <a:moveTo>
                    <a:pt x="159" y="368"/>
                  </a:moveTo>
                  <a:cubicBezTo>
                    <a:pt x="149" y="368"/>
                    <a:pt x="141" y="360"/>
                    <a:pt x="141" y="351"/>
                  </a:cubicBezTo>
                  <a:cubicBezTo>
                    <a:pt x="141" y="341"/>
                    <a:pt x="149" y="333"/>
                    <a:pt x="159" y="333"/>
                  </a:cubicBezTo>
                  <a:cubicBezTo>
                    <a:pt x="168" y="333"/>
                    <a:pt x="176" y="341"/>
                    <a:pt x="176" y="351"/>
                  </a:cubicBezTo>
                  <a:cubicBezTo>
                    <a:pt x="176" y="360"/>
                    <a:pt x="168" y="368"/>
                    <a:pt x="159" y="368"/>
                  </a:cubicBezTo>
                  <a:moveTo>
                    <a:pt x="304" y="368"/>
                  </a:moveTo>
                  <a:cubicBezTo>
                    <a:pt x="295" y="368"/>
                    <a:pt x="287" y="360"/>
                    <a:pt x="287" y="351"/>
                  </a:cubicBezTo>
                  <a:cubicBezTo>
                    <a:pt x="287" y="341"/>
                    <a:pt x="295" y="333"/>
                    <a:pt x="304" y="333"/>
                  </a:cubicBezTo>
                  <a:cubicBezTo>
                    <a:pt x="314" y="333"/>
                    <a:pt x="322" y="341"/>
                    <a:pt x="322" y="351"/>
                  </a:cubicBezTo>
                  <a:cubicBezTo>
                    <a:pt x="322" y="360"/>
                    <a:pt x="314" y="368"/>
                    <a:pt x="304" y="368"/>
                  </a:cubicBezTo>
                  <a:moveTo>
                    <a:pt x="374" y="126"/>
                  </a:moveTo>
                  <a:cubicBezTo>
                    <a:pt x="306" y="126"/>
                    <a:pt x="306" y="126"/>
                    <a:pt x="306" y="126"/>
                  </a:cubicBezTo>
                  <a:cubicBezTo>
                    <a:pt x="306" y="97"/>
                    <a:pt x="306" y="97"/>
                    <a:pt x="306" y="97"/>
                  </a:cubicBezTo>
                  <a:cubicBezTo>
                    <a:pt x="383" y="97"/>
                    <a:pt x="383" y="97"/>
                    <a:pt x="383" y="97"/>
                  </a:cubicBezTo>
                  <a:lnTo>
                    <a:pt x="374" y="126"/>
                  </a:lnTo>
                  <a:close/>
                  <a:moveTo>
                    <a:pt x="354" y="187"/>
                  </a:moveTo>
                  <a:cubicBezTo>
                    <a:pt x="306" y="187"/>
                    <a:pt x="306" y="187"/>
                    <a:pt x="306" y="187"/>
                  </a:cubicBezTo>
                  <a:cubicBezTo>
                    <a:pt x="306" y="153"/>
                    <a:pt x="306" y="153"/>
                    <a:pt x="306" y="153"/>
                  </a:cubicBezTo>
                  <a:cubicBezTo>
                    <a:pt x="365" y="153"/>
                    <a:pt x="365" y="153"/>
                    <a:pt x="365" y="153"/>
                  </a:cubicBezTo>
                  <a:lnTo>
                    <a:pt x="354" y="187"/>
                  </a:lnTo>
                  <a:close/>
                  <a:moveTo>
                    <a:pt x="219" y="153"/>
                  </a:moveTo>
                  <a:cubicBezTo>
                    <a:pt x="280" y="153"/>
                    <a:pt x="280" y="153"/>
                    <a:pt x="280" y="153"/>
                  </a:cubicBezTo>
                  <a:cubicBezTo>
                    <a:pt x="280" y="187"/>
                    <a:pt x="280" y="187"/>
                    <a:pt x="280" y="187"/>
                  </a:cubicBezTo>
                  <a:cubicBezTo>
                    <a:pt x="219" y="187"/>
                    <a:pt x="219" y="187"/>
                    <a:pt x="219" y="187"/>
                  </a:cubicBezTo>
                  <a:lnTo>
                    <a:pt x="219" y="153"/>
                  </a:lnTo>
                  <a:close/>
                  <a:moveTo>
                    <a:pt x="280" y="242"/>
                  </a:moveTo>
                  <a:cubicBezTo>
                    <a:pt x="219" y="242"/>
                    <a:pt x="219" y="242"/>
                    <a:pt x="219" y="242"/>
                  </a:cubicBezTo>
                  <a:cubicBezTo>
                    <a:pt x="219" y="214"/>
                    <a:pt x="219" y="214"/>
                    <a:pt x="219" y="214"/>
                  </a:cubicBezTo>
                  <a:cubicBezTo>
                    <a:pt x="280" y="214"/>
                    <a:pt x="280" y="214"/>
                    <a:pt x="280" y="214"/>
                  </a:cubicBezTo>
                  <a:lnTo>
                    <a:pt x="280" y="242"/>
                  </a:lnTo>
                  <a:close/>
                  <a:moveTo>
                    <a:pt x="130" y="153"/>
                  </a:moveTo>
                  <a:cubicBezTo>
                    <a:pt x="192" y="153"/>
                    <a:pt x="192" y="153"/>
                    <a:pt x="192" y="153"/>
                  </a:cubicBezTo>
                  <a:cubicBezTo>
                    <a:pt x="192" y="187"/>
                    <a:pt x="192" y="187"/>
                    <a:pt x="192" y="187"/>
                  </a:cubicBezTo>
                  <a:cubicBezTo>
                    <a:pt x="142" y="187"/>
                    <a:pt x="142" y="187"/>
                    <a:pt x="142" y="187"/>
                  </a:cubicBezTo>
                  <a:lnTo>
                    <a:pt x="130" y="153"/>
                  </a:lnTo>
                  <a:close/>
                  <a:moveTo>
                    <a:pt x="219" y="97"/>
                  </a:moveTo>
                  <a:cubicBezTo>
                    <a:pt x="280" y="97"/>
                    <a:pt x="280" y="97"/>
                    <a:pt x="280" y="97"/>
                  </a:cubicBezTo>
                  <a:cubicBezTo>
                    <a:pt x="280" y="126"/>
                    <a:pt x="280" y="126"/>
                    <a:pt x="280" y="126"/>
                  </a:cubicBezTo>
                  <a:cubicBezTo>
                    <a:pt x="219" y="126"/>
                    <a:pt x="219" y="126"/>
                    <a:pt x="219" y="126"/>
                  </a:cubicBezTo>
                  <a:lnTo>
                    <a:pt x="219" y="97"/>
                  </a:lnTo>
                  <a:close/>
                  <a:moveTo>
                    <a:pt x="192" y="97"/>
                  </a:moveTo>
                  <a:cubicBezTo>
                    <a:pt x="192" y="126"/>
                    <a:pt x="192" y="126"/>
                    <a:pt x="192" y="126"/>
                  </a:cubicBezTo>
                  <a:cubicBezTo>
                    <a:pt x="121" y="126"/>
                    <a:pt x="121" y="126"/>
                    <a:pt x="121" y="126"/>
                  </a:cubicBezTo>
                  <a:cubicBezTo>
                    <a:pt x="111" y="97"/>
                    <a:pt x="111" y="97"/>
                    <a:pt x="111" y="97"/>
                  </a:cubicBezTo>
                  <a:lnTo>
                    <a:pt x="192" y="97"/>
                  </a:lnTo>
                  <a:close/>
                  <a:moveTo>
                    <a:pt x="151" y="214"/>
                  </a:moveTo>
                  <a:cubicBezTo>
                    <a:pt x="192" y="214"/>
                    <a:pt x="192" y="214"/>
                    <a:pt x="192" y="214"/>
                  </a:cubicBezTo>
                  <a:cubicBezTo>
                    <a:pt x="192" y="242"/>
                    <a:pt x="192" y="242"/>
                    <a:pt x="192" y="242"/>
                  </a:cubicBezTo>
                  <a:cubicBezTo>
                    <a:pt x="161" y="242"/>
                    <a:pt x="161" y="242"/>
                    <a:pt x="161" y="242"/>
                  </a:cubicBezTo>
                  <a:lnTo>
                    <a:pt x="151" y="214"/>
                  </a:lnTo>
                  <a:close/>
                  <a:moveTo>
                    <a:pt x="306" y="242"/>
                  </a:moveTo>
                  <a:cubicBezTo>
                    <a:pt x="306" y="214"/>
                    <a:pt x="306" y="214"/>
                    <a:pt x="306" y="214"/>
                  </a:cubicBezTo>
                  <a:cubicBezTo>
                    <a:pt x="346" y="214"/>
                    <a:pt x="346" y="214"/>
                    <a:pt x="346" y="214"/>
                  </a:cubicBezTo>
                  <a:cubicBezTo>
                    <a:pt x="337" y="242"/>
                    <a:pt x="337" y="242"/>
                    <a:pt x="337" y="242"/>
                  </a:cubicBezTo>
                  <a:lnTo>
                    <a:pt x="306" y="242"/>
                  </a:ln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lIns="68580" tIns="34290" rIns="68580" bIns="34290"/>
            <a:lstStyle/>
            <a:p>
              <a:endParaRPr lang="zh-CN" altLang="en-US"/>
            </a:p>
          </p:txBody>
        </p:sp>
      </p:grpSp>
      <p:grpSp>
        <p:nvGrpSpPr>
          <p:cNvPr id="19" name="组合 18"/>
          <p:cNvGrpSpPr/>
          <p:nvPr/>
        </p:nvGrpSpPr>
        <p:grpSpPr>
          <a:xfrm>
            <a:off x="6355104" y="1568517"/>
            <a:ext cx="1215828" cy="1216107"/>
            <a:chOff x="6116709" y="1556452"/>
            <a:chExt cx="1215828" cy="1216107"/>
          </a:xfrm>
        </p:grpSpPr>
        <p:sp>
          <p:nvSpPr>
            <p:cNvPr id="20" name="任意多边形 19"/>
            <p:cNvSpPr/>
            <p:nvPr/>
          </p:nvSpPr>
          <p:spPr>
            <a:xfrm rot="2700000" flipH="1" flipV="1">
              <a:off x="6116569" y="1556592"/>
              <a:ext cx="1216107" cy="1215828"/>
            </a:xfrm>
            <a:custGeom>
              <a:avLst/>
              <a:gdLst>
                <a:gd name="connsiteX0" fmla="*/ 237303 w 1621476"/>
                <a:gd name="connsiteY0" fmla="*/ 237301 h 1621104"/>
                <a:gd name="connsiteX1" fmla="*/ 810198 w 1621476"/>
                <a:gd name="connsiteY1" fmla="*/ 0 h 1621104"/>
                <a:gd name="connsiteX2" fmla="*/ 1620393 w 1621476"/>
                <a:gd name="connsiteY2" fmla="*/ 0 h 1621104"/>
                <a:gd name="connsiteX3" fmla="*/ 1620393 w 1621476"/>
                <a:gd name="connsiteY3" fmla="*/ 800169 h 1621104"/>
                <a:gd name="connsiteX4" fmla="*/ 1621476 w 1621476"/>
                <a:gd name="connsiteY4" fmla="*/ 810908 h 1621104"/>
                <a:gd name="connsiteX5" fmla="*/ 1621474 w 1621476"/>
                <a:gd name="connsiteY5" fmla="*/ 810908 h 1621104"/>
                <a:gd name="connsiteX6" fmla="*/ 811278 w 1621476"/>
                <a:gd name="connsiteY6" fmla="*/ 1621103 h 1621104"/>
                <a:gd name="connsiteX7" fmla="*/ 1083 w 1621476"/>
                <a:gd name="connsiteY7" fmla="*/ 1621104 h 1621104"/>
                <a:gd name="connsiteX8" fmla="*/ 1083 w 1621476"/>
                <a:gd name="connsiteY8" fmla="*/ 820935 h 1621104"/>
                <a:gd name="connsiteX9" fmla="*/ 0 w 1621476"/>
                <a:gd name="connsiteY9" fmla="*/ 810196 h 1621104"/>
                <a:gd name="connsiteX10" fmla="*/ 2 w 1621476"/>
                <a:gd name="connsiteY10" fmla="*/ 810196 h 1621104"/>
                <a:gd name="connsiteX11" fmla="*/ 237303 w 1621476"/>
                <a:gd name="connsiteY11" fmla="*/ 237301 h 1621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21476" h="1621104">
                  <a:moveTo>
                    <a:pt x="237303" y="237301"/>
                  </a:moveTo>
                  <a:cubicBezTo>
                    <a:pt x="383920" y="90684"/>
                    <a:pt x="586468" y="0"/>
                    <a:pt x="810198" y="0"/>
                  </a:cubicBezTo>
                  <a:lnTo>
                    <a:pt x="1620393" y="0"/>
                  </a:lnTo>
                  <a:lnTo>
                    <a:pt x="1620393" y="800169"/>
                  </a:lnTo>
                  <a:lnTo>
                    <a:pt x="1621476" y="810908"/>
                  </a:lnTo>
                  <a:lnTo>
                    <a:pt x="1621474" y="810908"/>
                  </a:lnTo>
                  <a:cubicBezTo>
                    <a:pt x="1621474" y="1258367"/>
                    <a:pt x="1258737" y="1621104"/>
                    <a:pt x="811278" y="1621103"/>
                  </a:cubicBezTo>
                  <a:lnTo>
                    <a:pt x="1083" y="1621104"/>
                  </a:lnTo>
                  <a:lnTo>
                    <a:pt x="1083" y="820935"/>
                  </a:lnTo>
                  <a:lnTo>
                    <a:pt x="0" y="810196"/>
                  </a:lnTo>
                  <a:lnTo>
                    <a:pt x="2" y="810196"/>
                  </a:lnTo>
                  <a:cubicBezTo>
                    <a:pt x="2" y="586466"/>
                    <a:pt x="90686" y="383917"/>
                    <a:pt x="237303" y="237301"/>
                  </a:cubicBezTo>
                  <a:close/>
                </a:path>
              </a:pathLst>
            </a:custGeom>
            <a:solidFill>
              <a:srgbClr val="F0F0F0"/>
            </a:solidFill>
            <a:ln w="28575" cap="flat" cmpd="sng" algn="ctr">
              <a:gradFill flip="none" rotWithShape="1">
                <a:gsLst>
                  <a:gs pos="0">
                    <a:srgbClr val="FFFFFF"/>
                  </a:gs>
                  <a:gs pos="100000">
                    <a:srgbClr val="D9D9DA"/>
                  </a:gs>
                </a:gsLst>
                <a:lin ang="16200000" scaled="0"/>
                <a:tileRect/>
              </a:gradFill>
              <a:prstDash val="solid"/>
              <a:miter lim="800000"/>
            </a:ln>
            <a:effectLst>
              <a:outerShdw blurRad="228600" dist="63500" dir="8100000" algn="tr" rotWithShape="0">
                <a:prstClr val="black">
                  <a:alpha val="40000"/>
                </a:prstClr>
              </a:outerShdw>
            </a:effectLst>
          </p:spPr>
          <p:txBody>
            <a:bodyPr lIns="68580" tIns="34290" rIns="68580" bIns="34290" anchor="ctr"/>
            <a:lstStyle/>
            <a:p>
              <a:pPr algn="ctr">
                <a:defRPr/>
              </a:pPr>
              <a:endParaRPr lang="id-ID" kern="0">
                <a:solidFill>
                  <a:prstClr val="white"/>
                </a:solidFill>
                <a:latin typeface="Calibri" panose="020F0502020204030204"/>
              </a:endParaRPr>
            </a:p>
          </p:txBody>
        </p:sp>
        <p:sp>
          <p:nvSpPr>
            <p:cNvPr id="21" name="Oval 161"/>
            <p:cNvSpPr>
              <a:spLocks noChangeAspect="1"/>
            </p:cNvSpPr>
            <p:nvPr/>
          </p:nvSpPr>
          <p:spPr>
            <a:xfrm flipH="1">
              <a:off x="6327692" y="1749915"/>
              <a:ext cx="813676" cy="813676"/>
            </a:xfrm>
            <a:prstGeom prst="ellipse">
              <a:avLst/>
            </a:prstGeom>
            <a:solidFill>
              <a:srgbClr val="679E2A"/>
            </a:solidFill>
            <a:ln w="28575" cap="flat">
              <a:noFill/>
              <a:prstDash val="solid"/>
              <a:miter lim="800000"/>
            </a:ln>
            <a:effectLst>
              <a:innerShdw blurRad="152400" dist="76200" dir="13500000">
                <a:prstClr val="black">
                  <a:alpha val="28000"/>
                </a:prstClr>
              </a:innerShdw>
            </a:effectLst>
          </p:spPr>
          <p:txBody>
            <a:bodyPr lIns="68580" tIns="34290" rIns="68580" bIns="34290"/>
            <a:lstStyle/>
            <a:p>
              <a:pPr>
                <a:defRPr/>
              </a:pPr>
              <a:endParaRPr lang="id-ID">
                <a:latin typeface="+mn-lt"/>
                <a:ea typeface="+mn-ea"/>
              </a:endParaRPr>
            </a:p>
          </p:txBody>
        </p:sp>
        <p:sp>
          <p:nvSpPr>
            <p:cNvPr id="22" name="Freeform 63"/>
            <p:cNvSpPr>
              <a:spLocks noChangeAspect="1" noEditPoints="1"/>
            </p:cNvSpPr>
            <p:nvPr/>
          </p:nvSpPr>
          <p:spPr bwMode="auto">
            <a:xfrm>
              <a:off x="6549629" y="1939529"/>
              <a:ext cx="359569" cy="409575"/>
            </a:xfrm>
            <a:custGeom>
              <a:avLst/>
              <a:gdLst>
                <a:gd name="T0" fmla="*/ 435111 w 352"/>
                <a:gd name="T1" fmla="*/ 284936 h 400"/>
                <a:gd name="T2" fmla="*/ 324628 w 352"/>
                <a:gd name="T3" fmla="*/ 182686 h 400"/>
                <a:gd name="T4" fmla="*/ 342360 w 352"/>
                <a:gd name="T5" fmla="*/ 182686 h 400"/>
                <a:gd name="T6" fmla="*/ 426927 w 352"/>
                <a:gd name="T7" fmla="*/ 155420 h 400"/>
                <a:gd name="T8" fmla="*/ 386007 w 352"/>
                <a:gd name="T9" fmla="*/ 130880 h 400"/>
                <a:gd name="T10" fmla="*/ 398283 w 352"/>
                <a:gd name="T11" fmla="*/ 111793 h 400"/>
                <a:gd name="T12" fmla="*/ 394191 w 352"/>
                <a:gd name="T13" fmla="*/ 102250 h 400"/>
                <a:gd name="T14" fmla="*/ 323264 w 352"/>
                <a:gd name="T15" fmla="*/ 132243 h 400"/>
                <a:gd name="T16" fmla="*/ 315080 w 352"/>
                <a:gd name="T17" fmla="*/ 21813 h 400"/>
                <a:gd name="T18" fmla="*/ 193686 w 352"/>
                <a:gd name="T19" fmla="*/ 23177 h 400"/>
                <a:gd name="T20" fmla="*/ 185502 w 352"/>
                <a:gd name="T21" fmla="*/ 147240 h 400"/>
                <a:gd name="T22" fmla="*/ 165042 w 352"/>
                <a:gd name="T23" fmla="*/ 152693 h 400"/>
                <a:gd name="T24" fmla="*/ 151402 w 352"/>
                <a:gd name="T25" fmla="*/ 162236 h 400"/>
                <a:gd name="T26" fmla="*/ 173226 w 352"/>
                <a:gd name="T27" fmla="*/ 177233 h 400"/>
                <a:gd name="T28" fmla="*/ 46375 w 352"/>
                <a:gd name="T29" fmla="*/ 291753 h 400"/>
                <a:gd name="T30" fmla="*/ 203233 w 352"/>
                <a:gd name="T31" fmla="*/ 533062 h 400"/>
                <a:gd name="T32" fmla="*/ 467846 w 352"/>
                <a:gd name="T33" fmla="*/ 365372 h 400"/>
                <a:gd name="T34" fmla="*/ 413287 w 352"/>
                <a:gd name="T35" fmla="*/ 148603 h 400"/>
                <a:gd name="T36" fmla="*/ 342360 w 352"/>
                <a:gd name="T37" fmla="*/ 167690 h 400"/>
                <a:gd name="T38" fmla="*/ 331448 w 352"/>
                <a:gd name="T39" fmla="*/ 166326 h 400"/>
                <a:gd name="T40" fmla="*/ 381915 w 352"/>
                <a:gd name="T41" fmla="*/ 115883 h 400"/>
                <a:gd name="T42" fmla="*/ 325992 w 352"/>
                <a:gd name="T43" fmla="*/ 151330 h 400"/>
                <a:gd name="T44" fmla="*/ 381915 w 352"/>
                <a:gd name="T45" fmla="*/ 115883 h 400"/>
                <a:gd name="T46" fmla="*/ 297348 w 352"/>
                <a:gd name="T47" fmla="*/ 429449 h 400"/>
                <a:gd name="T48" fmla="*/ 249609 w 352"/>
                <a:gd name="T49" fmla="*/ 444446 h 400"/>
                <a:gd name="T50" fmla="*/ 230513 w 352"/>
                <a:gd name="T51" fmla="*/ 468986 h 400"/>
                <a:gd name="T52" fmla="*/ 200505 w 352"/>
                <a:gd name="T53" fmla="*/ 438992 h 400"/>
                <a:gd name="T54" fmla="*/ 166406 w 352"/>
                <a:gd name="T55" fmla="*/ 408999 h 400"/>
                <a:gd name="T56" fmla="*/ 211417 w 352"/>
                <a:gd name="T57" fmla="*/ 381732 h 400"/>
                <a:gd name="T58" fmla="*/ 230513 w 352"/>
                <a:gd name="T59" fmla="*/ 410362 h 400"/>
                <a:gd name="T60" fmla="*/ 193686 w 352"/>
                <a:gd name="T61" fmla="*/ 351739 h 400"/>
                <a:gd name="T62" fmla="*/ 166406 w 352"/>
                <a:gd name="T63" fmla="*/ 306749 h 400"/>
                <a:gd name="T64" fmla="*/ 230513 w 352"/>
                <a:gd name="T65" fmla="*/ 250853 h 400"/>
                <a:gd name="T66" fmla="*/ 249609 w 352"/>
                <a:gd name="T67" fmla="*/ 238583 h 400"/>
                <a:gd name="T68" fmla="*/ 293256 w 352"/>
                <a:gd name="T69" fmla="*/ 264486 h 400"/>
                <a:gd name="T70" fmla="*/ 265977 w 352"/>
                <a:gd name="T71" fmla="*/ 304023 h 400"/>
                <a:gd name="T72" fmla="*/ 249609 w 352"/>
                <a:gd name="T73" fmla="*/ 284936 h 400"/>
                <a:gd name="T74" fmla="*/ 301440 w 352"/>
                <a:gd name="T75" fmla="*/ 343559 h 400"/>
                <a:gd name="T76" fmla="*/ 313716 w 352"/>
                <a:gd name="T77" fmla="*/ 410362 h 400"/>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0" t="0" r="r" b="b"/>
              <a:pathLst>
                <a:path w="352" h="400">
                  <a:moveTo>
                    <a:pt x="343" y="268"/>
                  </a:moveTo>
                  <a:cubicBezTo>
                    <a:pt x="339" y="245"/>
                    <a:pt x="331" y="231"/>
                    <a:pt x="319" y="209"/>
                  </a:cubicBezTo>
                  <a:cubicBezTo>
                    <a:pt x="308" y="192"/>
                    <a:pt x="288" y="172"/>
                    <a:pt x="273" y="160"/>
                  </a:cubicBezTo>
                  <a:cubicBezTo>
                    <a:pt x="262" y="151"/>
                    <a:pt x="249" y="143"/>
                    <a:pt x="238" y="134"/>
                  </a:cubicBezTo>
                  <a:cubicBezTo>
                    <a:pt x="241" y="134"/>
                    <a:pt x="241" y="134"/>
                    <a:pt x="241" y="134"/>
                  </a:cubicBezTo>
                  <a:cubicBezTo>
                    <a:pt x="251" y="134"/>
                    <a:pt x="251" y="134"/>
                    <a:pt x="251" y="134"/>
                  </a:cubicBezTo>
                  <a:cubicBezTo>
                    <a:pt x="258" y="134"/>
                    <a:pt x="266" y="134"/>
                    <a:pt x="274" y="133"/>
                  </a:cubicBezTo>
                  <a:cubicBezTo>
                    <a:pt x="283" y="132"/>
                    <a:pt x="306" y="128"/>
                    <a:pt x="313" y="114"/>
                  </a:cubicBezTo>
                  <a:cubicBezTo>
                    <a:pt x="318" y="104"/>
                    <a:pt x="314" y="99"/>
                    <a:pt x="311" y="97"/>
                  </a:cubicBezTo>
                  <a:cubicBezTo>
                    <a:pt x="306" y="93"/>
                    <a:pt x="295" y="94"/>
                    <a:pt x="283" y="96"/>
                  </a:cubicBezTo>
                  <a:cubicBezTo>
                    <a:pt x="288" y="92"/>
                    <a:pt x="291" y="88"/>
                    <a:pt x="292" y="84"/>
                  </a:cubicBezTo>
                  <a:cubicBezTo>
                    <a:pt x="292" y="84"/>
                    <a:pt x="292" y="83"/>
                    <a:pt x="292" y="82"/>
                  </a:cubicBezTo>
                  <a:cubicBezTo>
                    <a:pt x="292" y="80"/>
                    <a:pt x="292" y="78"/>
                    <a:pt x="290" y="76"/>
                  </a:cubicBezTo>
                  <a:cubicBezTo>
                    <a:pt x="289" y="75"/>
                    <a:pt x="289" y="75"/>
                    <a:pt x="289" y="75"/>
                  </a:cubicBezTo>
                  <a:cubicBezTo>
                    <a:pt x="287" y="74"/>
                    <a:pt x="287" y="74"/>
                    <a:pt x="287" y="74"/>
                  </a:cubicBezTo>
                  <a:cubicBezTo>
                    <a:pt x="272" y="72"/>
                    <a:pt x="251" y="83"/>
                    <a:pt x="237" y="97"/>
                  </a:cubicBezTo>
                  <a:cubicBezTo>
                    <a:pt x="252" y="77"/>
                    <a:pt x="280" y="51"/>
                    <a:pt x="285" y="30"/>
                  </a:cubicBezTo>
                  <a:cubicBezTo>
                    <a:pt x="266" y="29"/>
                    <a:pt x="247" y="25"/>
                    <a:pt x="231" y="16"/>
                  </a:cubicBezTo>
                  <a:cubicBezTo>
                    <a:pt x="216" y="8"/>
                    <a:pt x="209" y="0"/>
                    <a:pt x="191" y="3"/>
                  </a:cubicBezTo>
                  <a:cubicBezTo>
                    <a:pt x="174" y="5"/>
                    <a:pt x="158" y="13"/>
                    <a:pt x="142" y="17"/>
                  </a:cubicBezTo>
                  <a:cubicBezTo>
                    <a:pt x="124" y="22"/>
                    <a:pt x="108" y="15"/>
                    <a:pt x="90" y="18"/>
                  </a:cubicBezTo>
                  <a:cubicBezTo>
                    <a:pt x="87" y="49"/>
                    <a:pt x="125" y="79"/>
                    <a:pt x="136" y="108"/>
                  </a:cubicBezTo>
                  <a:cubicBezTo>
                    <a:pt x="131" y="109"/>
                    <a:pt x="126" y="110"/>
                    <a:pt x="121" y="112"/>
                  </a:cubicBezTo>
                  <a:cubicBezTo>
                    <a:pt x="121" y="112"/>
                    <a:pt x="121" y="112"/>
                    <a:pt x="121" y="112"/>
                  </a:cubicBezTo>
                  <a:cubicBezTo>
                    <a:pt x="118" y="113"/>
                    <a:pt x="115" y="114"/>
                    <a:pt x="114" y="116"/>
                  </a:cubicBezTo>
                  <a:cubicBezTo>
                    <a:pt x="111" y="119"/>
                    <a:pt x="111" y="119"/>
                    <a:pt x="111" y="119"/>
                  </a:cubicBezTo>
                  <a:cubicBezTo>
                    <a:pt x="113" y="123"/>
                    <a:pt x="113" y="123"/>
                    <a:pt x="113" y="123"/>
                  </a:cubicBezTo>
                  <a:cubicBezTo>
                    <a:pt x="116" y="127"/>
                    <a:pt x="120" y="129"/>
                    <a:pt x="127" y="130"/>
                  </a:cubicBezTo>
                  <a:cubicBezTo>
                    <a:pt x="113" y="139"/>
                    <a:pt x="96" y="149"/>
                    <a:pt x="84" y="159"/>
                  </a:cubicBezTo>
                  <a:cubicBezTo>
                    <a:pt x="69" y="172"/>
                    <a:pt x="46" y="198"/>
                    <a:pt x="34" y="214"/>
                  </a:cubicBezTo>
                  <a:cubicBezTo>
                    <a:pt x="13" y="240"/>
                    <a:pt x="0" y="275"/>
                    <a:pt x="6" y="307"/>
                  </a:cubicBezTo>
                  <a:cubicBezTo>
                    <a:pt x="18" y="370"/>
                    <a:pt x="92" y="391"/>
                    <a:pt x="149" y="391"/>
                  </a:cubicBezTo>
                  <a:cubicBezTo>
                    <a:pt x="212" y="391"/>
                    <a:pt x="293" y="400"/>
                    <a:pt x="335" y="348"/>
                  </a:cubicBezTo>
                  <a:cubicBezTo>
                    <a:pt x="352" y="327"/>
                    <a:pt x="347" y="295"/>
                    <a:pt x="343" y="268"/>
                  </a:cubicBezTo>
                  <a:close/>
                  <a:moveTo>
                    <a:pt x="305" y="105"/>
                  </a:moveTo>
                  <a:cubicBezTo>
                    <a:pt x="305" y="105"/>
                    <a:pt x="305" y="106"/>
                    <a:pt x="303" y="109"/>
                  </a:cubicBezTo>
                  <a:cubicBezTo>
                    <a:pt x="299" y="117"/>
                    <a:pt x="284" y="121"/>
                    <a:pt x="273" y="123"/>
                  </a:cubicBezTo>
                  <a:cubicBezTo>
                    <a:pt x="266" y="124"/>
                    <a:pt x="258" y="124"/>
                    <a:pt x="251" y="123"/>
                  </a:cubicBezTo>
                  <a:cubicBezTo>
                    <a:pt x="243" y="123"/>
                    <a:pt x="243" y="123"/>
                    <a:pt x="243" y="123"/>
                  </a:cubicBezTo>
                  <a:cubicBezTo>
                    <a:pt x="243" y="122"/>
                    <a:pt x="243" y="122"/>
                    <a:pt x="243" y="122"/>
                  </a:cubicBezTo>
                  <a:cubicBezTo>
                    <a:pt x="263" y="112"/>
                    <a:pt x="300" y="101"/>
                    <a:pt x="305" y="105"/>
                  </a:cubicBezTo>
                  <a:close/>
                  <a:moveTo>
                    <a:pt x="280" y="85"/>
                  </a:moveTo>
                  <a:cubicBezTo>
                    <a:pt x="275" y="90"/>
                    <a:pt x="260" y="99"/>
                    <a:pt x="251" y="104"/>
                  </a:cubicBezTo>
                  <a:cubicBezTo>
                    <a:pt x="247" y="106"/>
                    <a:pt x="243" y="108"/>
                    <a:pt x="239" y="111"/>
                  </a:cubicBezTo>
                  <a:cubicBezTo>
                    <a:pt x="239" y="111"/>
                    <a:pt x="239" y="111"/>
                    <a:pt x="239" y="111"/>
                  </a:cubicBezTo>
                  <a:cubicBezTo>
                    <a:pt x="249" y="98"/>
                    <a:pt x="267" y="86"/>
                    <a:pt x="280" y="85"/>
                  </a:cubicBezTo>
                  <a:close/>
                  <a:moveTo>
                    <a:pt x="230" y="301"/>
                  </a:moveTo>
                  <a:cubicBezTo>
                    <a:pt x="227" y="306"/>
                    <a:pt x="223" y="311"/>
                    <a:pt x="218" y="315"/>
                  </a:cubicBezTo>
                  <a:cubicBezTo>
                    <a:pt x="213" y="319"/>
                    <a:pt x="208" y="322"/>
                    <a:pt x="203" y="323"/>
                  </a:cubicBezTo>
                  <a:cubicBezTo>
                    <a:pt x="197" y="325"/>
                    <a:pt x="191" y="326"/>
                    <a:pt x="183" y="326"/>
                  </a:cubicBezTo>
                  <a:cubicBezTo>
                    <a:pt x="183" y="344"/>
                    <a:pt x="183" y="344"/>
                    <a:pt x="183" y="344"/>
                  </a:cubicBezTo>
                  <a:cubicBezTo>
                    <a:pt x="169" y="344"/>
                    <a:pt x="169" y="344"/>
                    <a:pt x="169" y="344"/>
                  </a:cubicBezTo>
                  <a:cubicBezTo>
                    <a:pt x="169" y="326"/>
                    <a:pt x="169" y="326"/>
                    <a:pt x="169" y="326"/>
                  </a:cubicBezTo>
                  <a:cubicBezTo>
                    <a:pt x="160" y="326"/>
                    <a:pt x="152" y="324"/>
                    <a:pt x="147" y="322"/>
                  </a:cubicBezTo>
                  <a:cubicBezTo>
                    <a:pt x="141" y="320"/>
                    <a:pt x="136" y="317"/>
                    <a:pt x="132" y="313"/>
                  </a:cubicBezTo>
                  <a:cubicBezTo>
                    <a:pt x="127" y="309"/>
                    <a:pt x="124" y="305"/>
                    <a:pt x="122" y="300"/>
                  </a:cubicBezTo>
                  <a:cubicBezTo>
                    <a:pt x="120" y="296"/>
                    <a:pt x="118" y="291"/>
                    <a:pt x="117" y="284"/>
                  </a:cubicBezTo>
                  <a:cubicBezTo>
                    <a:pt x="155" y="280"/>
                    <a:pt x="155" y="280"/>
                    <a:pt x="155" y="280"/>
                  </a:cubicBezTo>
                  <a:cubicBezTo>
                    <a:pt x="156" y="286"/>
                    <a:pt x="158" y="291"/>
                    <a:pt x="160" y="293"/>
                  </a:cubicBezTo>
                  <a:cubicBezTo>
                    <a:pt x="162" y="296"/>
                    <a:pt x="165" y="299"/>
                    <a:pt x="169" y="301"/>
                  </a:cubicBezTo>
                  <a:cubicBezTo>
                    <a:pt x="169" y="267"/>
                    <a:pt x="169" y="267"/>
                    <a:pt x="169" y="267"/>
                  </a:cubicBezTo>
                  <a:cubicBezTo>
                    <a:pt x="156" y="264"/>
                    <a:pt x="147" y="261"/>
                    <a:pt x="142" y="258"/>
                  </a:cubicBezTo>
                  <a:cubicBezTo>
                    <a:pt x="137" y="255"/>
                    <a:pt x="132" y="251"/>
                    <a:pt x="128" y="246"/>
                  </a:cubicBezTo>
                  <a:cubicBezTo>
                    <a:pt x="124" y="240"/>
                    <a:pt x="122" y="233"/>
                    <a:pt x="122" y="225"/>
                  </a:cubicBezTo>
                  <a:cubicBezTo>
                    <a:pt x="122" y="213"/>
                    <a:pt x="126" y="204"/>
                    <a:pt x="134" y="196"/>
                  </a:cubicBezTo>
                  <a:cubicBezTo>
                    <a:pt x="142" y="189"/>
                    <a:pt x="154" y="185"/>
                    <a:pt x="169" y="184"/>
                  </a:cubicBezTo>
                  <a:cubicBezTo>
                    <a:pt x="169" y="175"/>
                    <a:pt x="169" y="175"/>
                    <a:pt x="169" y="175"/>
                  </a:cubicBezTo>
                  <a:cubicBezTo>
                    <a:pt x="183" y="175"/>
                    <a:pt x="183" y="175"/>
                    <a:pt x="183" y="175"/>
                  </a:cubicBezTo>
                  <a:cubicBezTo>
                    <a:pt x="183" y="184"/>
                    <a:pt x="183" y="184"/>
                    <a:pt x="183" y="184"/>
                  </a:cubicBezTo>
                  <a:cubicBezTo>
                    <a:pt x="197" y="185"/>
                    <a:pt x="208" y="188"/>
                    <a:pt x="215" y="194"/>
                  </a:cubicBezTo>
                  <a:cubicBezTo>
                    <a:pt x="223" y="200"/>
                    <a:pt x="228" y="208"/>
                    <a:pt x="230" y="218"/>
                  </a:cubicBezTo>
                  <a:cubicBezTo>
                    <a:pt x="195" y="223"/>
                    <a:pt x="195" y="223"/>
                    <a:pt x="195" y="223"/>
                  </a:cubicBezTo>
                  <a:cubicBezTo>
                    <a:pt x="193" y="219"/>
                    <a:pt x="191" y="216"/>
                    <a:pt x="190" y="214"/>
                  </a:cubicBezTo>
                  <a:cubicBezTo>
                    <a:pt x="189" y="212"/>
                    <a:pt x="186" y="211"/>
                    <a:pt x="183" y="209"/>
                  </a:cubicBezTo>
                  <a:cubicBezTo>
                    <a:pt x="183" y="236"/>
                    <a:pt x="183" y="236"/>
                    <a:pt x="183" y="236"/>
                  </a:cubicBezTo>
                  <a:cubicBezTo>
                    <a:pt x="202" y="241"/>
                    <a:pt x="215" y="247"/>
                    <a:pt x="221" y="252"/>
                  </a:cubicBezTo>
                  <a:cubicBezTo>
                    <a:pt x="230" y="260"/>
                    <a:pt x="234" y="270"/>
                    <a:pt x="234" y="282"/>
                  </a:cubicBezTo>
                  <a:cubicBezTo>
                    <a:pt x="234" y="288"/>
                    <a:pt x="233" y="295"/>
                    <a:pt x="230" y="301"/>
                  </a:cubicBez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lIns="68580" tIns="34290" rIns="68580" bIns="34290"/>
            <a:lstStyle/>
            <a:p>
              <a:endParaRPr lang="zh-CN" altLang="en-US"/>
            </a:p>
          </p:txBody>
        </p:sp>
      </p:grpSp>
      <p:grpSp>
        <p:nvGrpSpPr>
          <p:cNvPr id="23" name="组合 22"/>
          <p:cNvGrpSpPr/>
          <p:nvPr/>
        </p:nvGrpSpPr>
        <p:grpSpPr>
          <a:xfrm>
            <a:off x="7562579" y="2203002"/>
            <a:ext cx="1215828" cy="1216106"/>
            <a:chOff x="7324184" y="2190937"/>
            <a:chExt cx="1215828" cy="1216106"/>
          </a:xfrm>
        </p:grpSpPr>
        <p:sp>
          <p:nvSpPr>
            <p:cNvPr id="29" name="任意多边形 28"/>
            <p:cNvSpPr/>
            <p:nvPr/>
          </p:nvSpPr>
          <p:spPr>
            <a:xfrm rot="2726553" flipH="1" flipV="1">
              <a:off x="7324045" y="2191076"/>
              <a:ext cx="1216106" cy="1215828"/>
            </a:xfrm>
            <a:custGeom>
              <a:avLst/>
              <a:gdLst>
                <a:gd name="connsiteX0" fmla="*/ 237302 w 1621474"/>
                <a:gd name="connsiteY0" fmla="*/ 237301 h 1621104"/>
                <a:gd name="connsiteX1" fmla="*/ 810197 w 1621474"/>
                <a:gd name="connsiteY1" fmla="*/ 0 h 1621104"/>
                <a:gd name="connsiteX2" fmla="*/ 1620392 w 1621474"/>
                <a:gd name="connsiteY2" fmla="*/ 0 h 1621104"/>
                <a:gd name="connsiteX3" fmla="*/ 1620392 w 1621474"/>
                <a:gd name="connsiteY3" fmla="*/ 800178 h 1621104"/>
                <a:gd name="connsiteX4" fmla="*/ 1621474 w 1621474"/>
                <a:gd name="connsiteY4" fmla="*/ 810908 h 1621104"/>
                <a:gd name="connsiteX5" fmla="*/ 1621473 w 1621474"/>
                <a:gd name="connsiteY5" fmla="*/ 810908 h 1621104"/>
                <a:gd name="connsiteX6" fmla="*/ 811277 w 1621474"/>
                <a:gd name="connsiteY6" fmla="*/ 1621104 h 1621104"/>
                <a:gd name="connsiteX7" fmla="*/ 1082 w 1621474"/>
                <a:gd name="connsiteY7" fmla="*/ 1621103 h 1621104"/>
                <a:gd name="connsiteX8" fmla="*/ 1082 w 1621474"/>
                <a:gd name="connsiteY8" fmla="*/ 820926 h 1621104"/>
                <a:gd name="connsiteX9" fmla="*/ 0 w 1621474"/>
                <a:gd name="connsiteY9" fmla="*/ 810195 h 1621104"/>
                <a:gd name="connsiteX10" fmla="*/ 1 w 1621474"/>
                <a:gd name="connsiteY10" fmla="*/ 810196 h 1621104"/>
                <a:gd name="connsiteX11" fmla="*/ 237302 w 1621474"/>
                <a:gd name="connsiteY11" fmla="*/ 237301 h 1621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21474" h="1621104">
                  <a:moveTo>
                    <a:pt x="237302" y="237301"/>
                  </a:moveTo>
                  <a:cubicBezTo>
                    <a:pt x="383918" y="90684"/>
                    <a:pt x="586468" y="0"/>
                    <a:pt x="810197" y="0"/>
                  </a:cubicBezTo>
                  <a:lnTo>
                    <a:pt x="1620392" y="0"/>
                  </a:lnTo>
                  <a:lnTo>
                    <a:pt x="1620392" y="800178"/>
                  </a:lnTo>
                  <a:lnTo>
                    <a:pt x="1621474" y="810908"/>
                  </a:lnTo>
                  <a:lnTo>
                    <a:pt x="1621473" y="810908"/>
                  </a:lnTo>
                  <a:cubicBezTo>
                    <a:pt x="1621473" y="1258367"/>
                    <a:pt x="1258736" y="1621104"/>
                    <a:pt x="811277" y="1621104"/>
                  </a:cubicBezTo>
                  <a:lnTo>
                    <a:pt x="1082" y="1621103"/>
                  </a:lnTo>
                  <a:lnTo>
                    <a:pt x="1082" y="820926"/>
                  </a:lnTo>
                  <a:lnTo>
                    <a:pt x="0" y="810195"/>
                  </a:lnTo>
                  <a:lnTo>
                    <a:pt x="1" y="810196"/>
                  </a:lnTo>
                  <a:cubicBezTo>
                    <a:pt x="1" y="586466"/>
                    <a:pt x="90685" y="383917"/>
                    <a:pt x="237302" y="237301"/>
                  </a:cubicBezTo>
                  <a:close/>
                </a:path>
              </a:pathLst>
            </a:custGeom>
            <a:solidFill>
              <a:srgbClr val="F0F0F0"/>
            </a:solidFill>
            <a:ln w="28575" cap="flat" cmpd="sng" algn="ctr">
              <a:gradFill flip="none" rotWithShape="1">
                <a:gsLst>
                  <a:gs pos="0">
                    <a:srgbClr val="FFFFFF"/>
                  </a:gs>
                  <a:gs pos="100000">
                    <a:srgbClr val="D9D9DA"/>
                  </a:gs>
                </a:gsLst>
                <a:lin ang="16200000" scaled="0"/>
                <a:tileRect/>
              </a:gradFill>
              <a:prstDash val="solid"/>
              <a:miter lim="800000"/>
            </a:ln>
            <a:effectLst>
              <a:outerShdw blurRad="228600" dist="63500" dir="8100000" algn="tr" rotWithShape="0">
                <a:prstClr val="black">
                  <a:alpha val="40000"/>
                </a:prstClr>
              </a:outerShdw>
            </a:effectLst>
          </p:spPr>
          <p:txBody>
            <a:bodyPr lIns="68580" tIns="34290" rIns="68580" bIns="34290" anchor="ctr"/>
            <a:lstStyle/>
            <a:p>
              <a:pPr algn="ctr">
                <a:defRPr/>
              </a:pPr>
              <a:endParaRPr lang="id-ID" kern="0">
                <a:solidFill>
                  <a:prstClr val="white"/>
                </a:solidFill>
                <a:latin typeface="Calibri" panose="020F0502020204030204"/>
              </a:endParaRPr>
            </a:p>
          </p:txBody>
        </p:sp>
        <p:sp>
          <p:nvSpPr>
            <p:cNvPr id="30" name="Oval 159"/>
            <p:cNvSpPr>
              <a:spLocks noChangeAspect="1"/>
            </p:cNvSpPr>
            <p:nvPr/>
          </p:nvSpPr>
          <p:spPr>
            <a:xfrm rot="10773447" flipV="1">
              <a:off x="7529929" y="2387484"/>
              <a:ext cx="813676" cy="813676"/>
            </a:xfrm>
            <a:prstGeom prst="ellipse">
              <a:avLst/>
            </a:prstGeom>
            <a:solidFill>
              <a:srgbClr val="679E2A"/>
            </a:solidFill>
            <a:ln w="28575" cap="flat">
              <a:noFill/>
              <a:prstDash val="solid"/>
              <a:miter lim="800000"/>
            </a:ln>
            <a:effectLst>
              <a:innerShdw blurRad="152400" dist="76200" dir="13500000">
                <a:prstClr val="black">
                  <a:alpha val="28000"/>
                </a:prstClr>
              </a:innerShdw>
            </a:effectLst>
          </p:spPr>
          <p:txBody>
            <a:bodyPr lIns="68580" tIns="34290" rIns="68580" bIns="34290"/>
            <a:lstStyle/>
            <a:p>
              <a:pPr>
                <a:defRPr/>
              </a:pPr>
              <a:endParaRPr lang="id-ID">
                <a:latin typeface="+mn-lt"/>
                <a:ea typeface="+mn-ea"/>
              </a:endParaRPr>
            </a:p>
          </p:txBody>
        </p:sp>
        <p:sp>
          <p:nvSpPr>
            <p:cNvPr id="31" name="Freeform 285"/>
            <p:cNvSpPr>
              <a:spLocks noEditPoints="1"/>
            </p:cNvSpPr>
            <p:nvPr/>
          </p:nvSpPr>
          <p:spPr bwMode="auto">
            <a:xfrm>
              <a:off x="7730728" y="2594372"/>
              <a:ext cx="403622" cy="408384"/>
            </a:xfrm>
            <a:custGeom>
              <a:avLst/>
              <a:gdLst>
                <a:gd name="T0" fmla="*/ 270443 w 201"/>
                <a:gd name="T1" fmla="*/ 161055 h 203"/>
                <a:gd name="T2" fmla="*/ 155304 w 201"/>
                <a:gd name="T3" fmla="*/ 276477 h 203"/>
                <a:gd name="T4" fmla="*/ 270443 w 201"/>
                <a:gd name="T5" fmla="*/ 394584 h 203"/>
                <a:gd name="T6" fmla="*/ 385583 w 201"/>
                <a:gd name="T7" fmla="*/ 276477 h 203"/>
                <a:gd name="T8" fmla="*/ 270443 w 201"/>
                <a:gd name="T9" fmla="*/ 161055 h 203"/>
                <a:gd name="T10" fmla="*/ 481978 w 201"/>
                <a:gd name="T11" fmla="*/ 271109 h 203"/>
                <a:gd name="T12" fmla="*/ 481978 w 201"/>
                <a:gd name="T13" fmla="*/ 255003 h 203"/>
                <a:gd name="T14" fmla="*/ 538209 w 201"/>
                <a:gd name="T15" fmla="*/ 241582 h 203"/>
                <a:gd name="T16" fmla="*/ 516788 w 201"/>
                <a:gd name="T17" fmla="*/ 163739 h 203"/>
                <a:gd name="T18" fmla="*/ 460557 w 201"/>
                <a:gd name="T19" fmla="*/ 179845 h 203"/>
                <a:gd name="T20" fmla="*/ 433780 w 201"/>
                <a:gd name="T21" fmla="*/ 136897 h 203"/>
                <a:gd name="T22" fmla="*/ 471268 w 201"/>
                <a:gd name="T23" fmla="*/ 91264 h 203"/>
                <a:gd name="T24" fmla="*/ 409681 w 201"/>
                <a:gd name="T25" fmla="*/ 40264 h 203"/>
                <a:gd name="T26" fmla="*/ 372194 w 201"/>
                <a:gd name="T27" fmla="*/ 85896 h 203"/>
                <a:gd name="T28" fmla="*/ 307931 w 201"/>
                <a:gd name="T29" fmla="*/ 61738 h 203"/>
                <a:gd name="T30" fmla="*/ 307931 w 201"/>
                <a:gd name="T31" fmla="*/ 2684 h 203"/>
                <a:gd name="T32" fmla="*/ 270443 w 201"/>
                <a:gd name="T33" fmla="*/ 0 h 203"/>
                <a:gd name="T34" fmla="*/ 230278 w 201"/>
                <a:gd name="T35" fmla="*/ 2684 h 203"/>
                <a:gd name="T36" fmla="*/ 230278 w 201"/>
                <a:gd name="T37" fmla="*/ 61738 h 203"/>
                <a:gd name="T38" fmla="*/ 182081 w 201"/>
                <a:gd name="T39" fmla="*/ 77843 h 203"/>
                <a:gd name="T40" fmla="*/ 147271 w 201"/>
                <a:gd name="T41" fmla="*/ 29527 h 203"/>
                <a:gd name="T42" fmla="*/ 83007 w 201"/>
                <a:gd name="T43" fmla="*/ 75159 h 203"/>
                <a:gd name="T44" fmla="*/ 115139 w 201"/>
                <a:gd name="T45" fmla="*/ 123475 h 203"/>
                <a:gd name="T46" fmla="*/ 85685 w 201"/>
                <a:gd name="T47" fmla="*/ 161055 h 203"/>
                <a:gd name="T48" fmla="*/ 32132 w 201"/>
                <a:gd name="T49" fmla="*/ 142265 h 203"/>
                <a:gd name="T50" fmla="*/ 2678 w 201"/>
                <a:gd name="T51" fmla="*/ 217424 h 203"/>
                <a:gd name="T52" fmla="*/ 58908 w 201"/>
                <a:gd name="T53" fmla="*/ 236214 h 203"/>
                <a:gd name="T54" fmla="*/ 56231 w 201"/>
                <a:gd name="T55" fmla="*/ 271109 h 203"/>
                <a:gd name="T56" fmla="*/ 56231 w 201"/>
                <a:gd name="T57" fmla="*/ 287214 h 203"/>
                <a:gd name="T58" fmla="*/ 0 w 201"/>
                <a:gd name="T59" fmla="*/ 303320 h 203"/>
                <a:gd name="T60" fmla="*/ 18744 w 201"/>
                <a:gd name="T61" fmla="*/ 381163 h 203"/>
                <a:gd name="T62" fmla="*/ 74974 w 201"/>
                <a:gd name="T63" fmla="*/ 365057 h 203"/>
                <a:gd name="T64" fmla="*/ 104429 w 201"/>
                <a:gd name="T65" fmla="*/ 408005 h 203"/>
                <a:gd name="T66" fmla="*/ 66941 w 201"/>
                <a:gd name="T67" fmla="*/ 453638 h 203"/>
                <a:gd name="T68" fmla="*/ 125850 w 201"/>
                <a:gd name="T69" fmla="*/ 504638 h 203"/>
                <a:gd name="T70" fmla="*/ 163337 w 201"/>
                <a:gd name="T71" fmla="*/ 459006 h 203"/>
                <a:gd name="T72" fmla="*/ 230278 w 201"/>
                <a:gd name="T73" fmla="*/ 483164 h 203"/>
                <a:gd name="T74" fmla="*/ 230278 w 201"/>
                <a:gd name="T75" fmla="*/ 542218 h 203"/>
                <a:gd name="T76" fmla="*/ 270443 w 201"/>
                <a:gd name="T77" fmla="*/ 544902 h 203"/>
                <a:gd name="T78" fmla="*/ 307931 w 201"/>
                <a:gd name="T79" fmla="*/ 542218 h 203"/>
                <a:gd name="T80" fmla="*/ 307931 w 201"/>
                <a:gd name="T81" fmla="*/ 483164 h 203"/>
                <a:gd name="T82" fmla="*/ 358806 w 201"/>
                <a:gd name="T83" fmla="*/ 467059 h 203"/>
                <a:gd name="T84" fmla="*/ 390938 w 201"/>
                <a:gd name="T85" fmla="*/ 515375 h 203"/>
                <a:gd name="T86" fmla="*/ 455202 w 201"/>
                <a:gd name="T87" fmla="*/ 469743 h 203"/>
                <a:gd name="T88" fmla="*/ 423070 w 201"/>
                <a:gd name="T89" fmla="*/ 421427 h 203"/>
                <a:gd name="T90" fmla="*/ 452524 w 201"/>
                <a:gd name="T91" fmla="*/ 381163 h 203"/>
                <a:gd name="T92" fmla="*/ 508755 w 201"/>
                <a:gd name="T93" fmla="*/ 402637 h 203"/>
                <a:gd name="T94" fmla="*/ 535531 w 201"/>
                <a:gd name="T95" fmla="*/ 324794 h 203"/>
                <a:gd name="T96" fmla="*/ 479301 w 201"/>
                <a:gd name="T97" fmla="*/ 306004 h 203"/>
                <a:gd name="T98" fmla="*/ 481978 w 201"/>
                <a:gd name="T99" fmla="*/ 271109 h 203"/>
                <a:gd name="T100" fmla="*/ 270443 w 201"/>
                <a:gd name="T101" fmla="*/ 424111 h 203"/>
                <a:gd name="T102" fmla="*/ 125850 w 201"/>
                <a:gd name="T103" fmla="*/ 276477 h 203"/>
                <a:gd name="T104" fmla="*/ 270443 w 201"/>
                <a:gd name="T105" fmla="*/ 131528 h 203"/>
                <a:gd name="T106" fmla="*/ 415037 w 201"/>
                <a:gd name="T107" fmla="*/ 276477 h 203"/>
                <a:gd name="T108" fmla="*/ 270443 w 201"/>
                <a:gd name="T109" fmla="*/ 424111 h 203"/>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201" h="203">
                  <a:moveTo>
                    <a:pt x="101" y="60"/>
                  </a:moveTo>
                  <a:cubicBezTo>
                    <a:pt x="77" y="60"/>
                    <a:pt x="58" y="80"/>
                    <a:pt x="58" y="103"/>
                  </a:cubicBezTo>
                  <a:cubicBezTo>
                    <a:pt x="58" y="127"/>
                    <a:pt x="77" y="147"/>
                    <a:pt x="101" y="147"/>
                  </a:cubicBezTo>
                  <a:cubicBezTo>
                    <a:pt x="125" y="147"/>
                    <a:pt x="144" y="127"/>
                    <a:pt x="144" y="103"/>
                  </a:cubicBezTo>
                  <a:cubicBezTo>
                    <a:pt x="144" y="80"/>
                    <a:pt x="125" y="60"/>
                    <a:pt x="101" y="60"/>
                  </a:cubicBezTo>
                  <a:close/>
                  <a:moveTo>
                    <a:pt x="180" y="101"/>
                  </a:moveTo>
                  <a:cubicBezTo>
                    <a:pt x="180" y="99"/>
                    <a:pt x="180" y="97"/>
                    <a:pt x="180" y="95"/>
                  </a:cubicBezTo>
                  <a:cubicBezTo>
                    <a:pt x="201" y="90"/>
                    <a:pt x="201" y="90"/>
                    <a:pt x="201" y="90"/>
                  </a:cubicBezTo>
                  <a:cubicBezTo>
                    <a:pt x="200" y="80"/>
                    <a:pt x="197" y="70"/>
                    <a:pt x="193" y="61"/>
                  </a:cubicBezTo>
                  <a:cubicBezTo>
                    <a:pt x="172" y="67"/>
                    <a:pt x="172" y="67"/>
                    <a:pt x="172" y="67"/>
                  </a:cubicBezTo>
                  <a:cubicBezTo>
                    <a:pt x="170" y="61"/>
                    <a:pt x="166" y="56"/>
                    <a:pt x="162" y="51"/>
                  </a:cubicBezTo>
                  <a:cubicBezTo>
                    <a:pt x="176" y="34"/>
                    <a:pt x="176" y="34"/>
                    <a:pt x="176" y="34"/>
                  </a:cubicBezTo>
                  <a:cubicBezTo>
                    <a:pt x="170" y="27"/>
                    <a:pt x="162" y="20"/>
                    <a:pt x="153" y="15"/>
                  </a:cubicBezTo>
                  <a:cubicBezTo>
                    <a:pt x="139" y="32"/>
                    <a:pt x="139" y="32"/>
                    <a:pt x="139" y="32"/>
                  </a:cubicBezTo>
                  <a:cubicBezTo>
                    <a:pt x="132" y="28"/>
                    <a:pt x="124" y="25"/>
                    <a:pt x="115" y="23"/>
                  </a:cubicBezTo>
                  <a:cubicBezTo>
                    <a:pt x="115" y="1"/>
                    <a:pt x="115" y="1"/>
                    <a:pt x="115" y="1"/>
                  </a:cubicBezTo>
                  <a:cubicBezTo>
                    <a:pt x="111" y="1"/>
                    <a:pt x="106" y="0"/>
                    <a:pt x="101" y="0"/>
                  </a:cubicBezTo>
                  <a:cubicBezTo>
                    <a:pt x="95" y="0"/>
                    <a:pt x="91" y="1"/>
                    <a:pt x="86" y="1"/>
                  </a:cubicBezTo>
                  <a:cubicBezTo>
                    <a:pt x="86" y="23"/>
                    <a:pt x="86" y="23"/>
                    <a:pt x="86" y="23"/>
                  </a:cubicBezTo>
                  <a:cubicBezTo>
                    <a:pt x="79" y="24"/>
                    <a:pt x="73" y="26"/>
                    <a:pt x="68" y="29"/>
                  </a:cubicBezTo>
                  <a:cubicBezTo>
                    <a:pt x="55" y="11"/>
                    <a:pt x="55" y="11"/>
                    <a:pt x="55" y="11"/>
                  </a:cubicBezTo>
                  <a:cubicBezTo>
                    <a:pt x="46" y="15"/>
                    <a:pt x="38" y="21"/>
                    <a:pt x="31" y="28"/>
                  </a:cubicBezTo>
                  <a:cubicBezTo>
                    <a:pt x="43" y="46"/>
                    <a:pt x="43" y="46"/>
                    <a:pt x="43" y="46"/>
                  </a:cubicBezTo>
                  <a:cubicBezTo>
                    <a:pt x="39" y="50"/>
                    <a:pt x="35" y="55"/>
                    <a:pt x="32" y="60"/>
                  </a:cubicBezTo>
                  <a:cubicBezTo>
                    <a:pt x="12" y="53"/>
                    <a:pt x="12" y="53"/>
                    <a:pt x="12" y="53"/>
                  </a:cubicBezTo>
                  <a:cubicBezTo>
                    <a:pt x="7" y="62"/>
                    <a:pt x="3" y="71"/>
                    <a:pt x="1" y="81"/>
                  </a:cubicBezTo>
                  <a:cubicBezTo>
                    <a:pt x="22" y="88"/>
                    <a:pt x="22" y="88"/>
                    <a:pt x="22" y="88"/>
                  </a:cubicBezTo>
                  <a:cubicBezTo>
                    <a:pt x="21" y="93"/>
                    <a:pt x="21" y="97"/>
                    <a:pt x="21" y="101"/>
                  </a:cubicBezTo>
                  <a:cubicBezTo>
                    <a:pt x="21" y="103"/>
                    <a:pt x="21" y="105"/>
                    <a:pt x="21" y="107"/>
                  </a:cubicBezTo>
                  <a:cubicBezTo>
                    <a:pt x="0" y="113"/>
                    <a:pt x="0" y="113"/>
                    <a:pt x="0" y="113"/>
                  </a:cubicBezTo>
                  <a:cubicBezTo>
                    <a:pt x="1" y="123"/>
                    <a:pt x="4" y="133"/>
                    <a:pt x="7" y="142"/>
                  </a:cubicBezTo>
                  <a:cubicBezTo>
                    <a:pt x="28" y="136"/>
                    <a:pt x="28" y="136"/>
                    <a:pt x="28" y="136"/>
                  </a:cubicBezTo>
                  <a:cubicBezTo>
                    <a:pt x="31" y="142"/>
                    <a:pt x="35" y="147"/>
                    <a:pt x="39" y="152"/>
                  </a:cubicBezTo>
                  <a:cubicBezTo>
                    <a:pt x="25" y="169"/>
                    <a:pt x="25" y="169"/>
                    <a:pt x="25" y="169"/>
                  </a:cubicBezTo>
                  <a:cubicBezTo>
                    <a:pt x="31" y="176"/>
                    <a:pt x="39" y="182"/>
                    <a:pt x="47" y="188"/>
                  </a:cubicBezTo>
                  <a:cubicBezTo>
                    <a:pt x="61" y="171"/>
                    <a:pt x="61" y="171"/>
                    <a:pt x="61" y="171"/>
                  </a:cubicBezTo>
                  <a:cubicBezTo>
                    <a:pt x="69" y="175"/>
                    <a:pt x="77" y="178"/>
                    <a:pt x="86" y="180"/>
                  </a:cubicBezTo>
                  <a:cubicBezTo>
                    <a:pt x="86" y="202"/>
                    <a:pt x="86" y="202"/>
                    <a:pt x="86" y="202"/>
                  </a:cubicBezTo>
                  <a:cubicBezTo>
                    <a:pt x="91" y="202"/>
                    <a:pt x="95" y="203"/>
                    <a:pt x="101" y="203"/>
                  </a:cubicBezTo>
                  <a:cubicBezTo>
                    <a:pt x="106" y="203"/>
                    <a:pt x="111" y="202"/>
                    <a:pt x="115" y="202"/>
                  </a:cubicBezTo>
                  <a:cubicBezTo>
                    <a:pt x="115" y="180"/>
                    <a:pt x="115" y="180"/>
                    <a:pt x="115" y="180"/>
                  </a:cubicBezTo>
                  <a:cubicBezTo>
                    <a:pt x="122" y="179"/>
                    <a:pt x="128" y="177"/>
                    <a:pt x="134" y="174"/>
                  </a:cubicBezTo>
                  <a:cubicBezTo>
                    <a:pt x="146" y="192"/>
                    <a:pt x="146" y="192"/>
                    <a:pt x="146" y="192"/>
                  </a:cubicBezTo>
                  <a:cubicBezTo>
                    <a:pt x="155" y="188"/>
                    <a:pt x="163" y="182"/>
                    <a:pt x="170" y="175"/>
                  </a:cubicBezTo>
                  <a:cubicBezTo>
                    <a:pt x="158" y="157"/>
                    <a:pt x="158" y="157"/>
                    <a:pt x="158" y="157"/>
                  </a:cubicBezTo>
                  <a:cubicBezTo>
                    <a:pt x="162" y="153"/>
                    <a:pt x="166" y="148"/>
                    <a:pt x="169" y="142"/>
                  </a:cubicBezTo>
                  <a:cubicBezTo>
                    <a:pt x="190" y="150"/>
                    <a:pt x="190" y="150"/>
                    <a:pt x="190" y="150"/>
                  </a:cubicBezTo>
                  <a:cubicBezTo>
                    <a:pt x="194" y="141"/>
                    <a:pt x="198" y="131"/>
                    <a:pt x="200" y="121"/>
                  </a:cubicBezTo>
                  <a:cubicBezTo>
                    <a:pt x="179" y="114"/>
                    <a:pt x="179" y="114"/>
                    <a:pt x="179" y="114"/>
                  </a:cubicBezTo>
                  <a:cubicBezTo>
                    <a:pt x="180" y="110"/>
                    <a:pt x="180" y="106"/>
                    <a:pt x="180" y="101"/>
                  </a:cubicBezTo>
                  <a:close/>
                  <a:moveTo>
                    <a:pt x="101" y="158"/>
                  </a:moveTo>
                  <a:cubicBezTo>
                    <a:pt x="71" y="158"/>
                    <a:pt x="47" y="133"/>
                    <a:pt x="47" y="103"/>
                  </a:cubicBezTo>
                  <a:cubicBezTo>
                    <a:pt x="47" y="73"/>
                    <a:pt x="71" y="49"/>
                    <a:pt x="101" y="49"/>
                  </a:cubicBezTo>
                  <a:cubicBezTo>
                    <a:pt x="131" y="49"/>
                    <a:pt x="155" y="73"/>
                    <a:pt x="155" y="103"/>
                  </a:cubicBezTo>
                  <a:cubicBezTo>
                    <a:pt x="155" y="133"/>
                    <a:pt x="131" y="158"/>
                    <a:pt x="101" y="158"/>
                  </a:cubicBez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lIns="68580" tIns="34290" rIns="68580" bIns="34290"/>
            <a:lstStyle/>
            <a:p>
              <a:endParaRPr lang="zh-CN" altLang="en-US"/>
            </a:p>
          </p:txBody>
        </p:sp>
      </p:grpSp>
      <p:grpSp>
        <p:nvGrpSpPr>
          <p:cNvPr id="32" name="组合 31"/>
          <p:cNvGrpSpPr/>
          <p:nvPr/>
        </p:nvGrpSpPr>
        <p:grpSpPr>
          <a:xfrm>
            <a:off x="5152761" y="3453162"/>
            <a:ext cx="1215828" cy="1216106"/>
            <a:chOff x="4914366" y="3441097"/>
            <a:chExt cx="1215828" cy="1216106"/>
          </a:xfrm>
        </p:grpSpPr>
        <p:sp>
          <p:nvSpPr>
            <p:cNvPr id="33" name="任意多边形 32"/>
            <p:cNvSpPr/>
            <p:nvPr/>
          </p:nvSpPr>
          <p:spPr>
            <a:xfrm rot="13500000">
              <a:off x="4914227" y="3441236"/>
              <a:ext cx="1216106" cy="1215828"/>
            </a:xfrm>
            <a:custGeom>
              <a:avLst/>
              <a:gdLst>
                <a:gd name="connsiteX0" fmla="*/ 1384172 w 1621474"/>
                <a:gd name="connsiteY0" fmla="*/ 1383803 h 1621104"/>
                <a:gd name="connsiteX1" fmla="*/ 811277 w 1621474"/>
                <a:gd name="connsiteY1" fmla="*/ 1621104 h 1621104"/>
                <a:gd name="connsiteX2" fmla="*/ 1082 w 1621474"/>
                <a:gd name="connsiteY2" fmla="*/ 1621104 h 1621104"/>
                <a:gd name="connsiteX3" fmla="*/ 1082 w 1621474"/>
                <a:gd name="connsiteY3" fmla="*/ 820931 h 1621104"/>
                <a:gd name="connsiteX4" fmla="*/ 0 w 1621474"/>
                <a:gd name="connsiteY4" fmla="*/ 810196 h 1621104"/>
                <a:gd name="connsiteX5" fmla="*/ 1 w 1621474"/>
                <a:gd name="connsiteY5" fmla="*/ 810195 h 1621104"/>
                <a:gd name="connsiteX6" fmla="*/ 810197 w 1621474"/>
                <a:gd name="connsiteY6" fmla="*/ 0 h 1621104"/>
                <a:gd name="connsiteX7" fmla="*/ 1620392 w 1621474"/>
                <a:gd name="connsiteY7" fmla="*/ 0 h 1621104"/>
                <a:gd name="connsiteX8" fmla="*/ 1620392 w 1621474"/>
                <a:gd name="connsiteY8" fmla="*/ 800172 h 1621104"/>
                <a:gd name="connsiteX9" fmla="*/ 1621474 w 1621474"/>
                <a:gd name="connsiteY9" fmla="*/ 810908 h 1621104"/>
                <a:gd name="connsiteX10" fmla="*/ 1621473 w 1621474"/>
                <a:gd name="connsiteY10" fmla="*/ 810908 h 1621104"/>
                <a:gd name="connsiteX11" fmla="*/ 1384172 w 1621474"/>
                <a:gd name="connsiteY11" fmla="*/ 1383803 h 1621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21474" h="1621104">
                  <a:moveTo>
                    <a:pt x="1384172" y="1383803"/>
                  </a:moveTo>
                  <a:cubicBezTo>
                    <a:pt x="1237556" y="1530419"/>
                    <a:pt x="1035006" y="1621104"/>
                    <a:pt x="811277" y="1621104"/>
                  </a:cubicBezTo>
                  <a:lnTo>
                    <a:pt x="1082" y="1621104"/>
                  </a:lnTo>
                  <a:lnTo>
                    <a:pt x="1082" y="820931"/>
                  </a:lnTo>
                  <a:lnTo>
                    <a:pt x="0" y="810196"/>
                  </a:lnTo>
                  <a:lnTo>
                    <a:pt x="1" y="810195"/>
                  </a:lnTo>
                  <a:cubicBezTo>
                    <a:pt x="1" y="362737"/>
                    <a:pt x="362738" y="0"/>
                    <a:pt x="810197" y="0"/>
                  </a:cubicBezTo>
                  <a:lnTo>
                    <a:pt x="1620392" y="0"/>
                  </a:lnTo>
                  <a:lnTo>
                    <a:pt x="1620392" y="800172"/>
                  </a:lnTo>
                  <a:lnTo>
                    <a:pt x="1621474" y="810908"/>
                  </a:lnTo>
                  <a:lnTo>
                    <a:pt x="1621473" y="810908"/>
                  </a:lnTo>
                  <a:cubicBezTo>
                    <a:pt x="1621473" y="1034637"/>
                    <a:pt x="1530789" y="1237186"/>
                    <a:pt x="1384172" y="1383803"/>
                  </a:cubicBezTo>
                  <a:close/>
                </a:path>
              </a:pathLst>
            </a:custGeom>
            <a:solidFill>
              <a:srgbClr val="F0F0F0"/>
            </a:solidFill>
            <a:ln w="28575" cap="flat" cmpd="sng" algn="ctr">
              <a:gradFill flip="none" rotWithShape="1">
                <a:gsLst>
                  <a:gs pos="0">
                    <a:srgbClr val="FFFFFF"/>
                  </a:gs>
                  <a:gs pos="100000">
                    <a:srgbClr val="D9D9DA"/>
                  </a:gs>
                </a:gsLst>
                <a:lin ang="16200000" scaled="0"/>
                <a:tileRect/>
              </a:gradFill>
              <a:prstDash val="solid"/>
              <a:miter lim="800000"/>
            </a:ln>
            <a:effectLst>
              <a:outerShdw blurRad="228600" dist="63500" dir="8100000" algn="tr" rotWithShape="0">
                <a:prstClr val="black">
                  <a:alpha val="40000"/>
                </a:prstClr>
              </a:outerShdw>
            </a:effectLst>
          </p:spPr>
          <p:txBody>
            <a:bodyPr lIns="68580" tIns="34290" rIns="68580" bIns="34290" anchor="ctr"/>
            <a:lstStyle/>
            <a:p>
              <a:pPr algn="ctr">
                <a:defRPr/>
              </a:pPr>
              <a:endParaRPr lang="id-ID" kern="0">
                <a:solidFill>
                  <a:prstClr val="white"/>
                </a:solidFill>
                <a:latin typeface="Calibri" panose="020F0502020204030204"/>
              </a:endParaRPr>
            </a:p>
          </p:txBody>
        </p:sp>
        <p:sp>
          <p:nvSpPr>
            <p:cNvPr id="34" name="Oval 165"/>
            <p:cNvSpPr>
              <a:spLocks noChangeAspect="1"/>
            </p:cNvSpPr>
            <p:nvPr/>
          </p:nvSpPr>
          <p:spPr>
            <a:xfrm flipH="1">
              <a:off x="5112707" y="3642046"/>
              <a:ext cx="813676" cy="813676"/>
            </a:xfrm>
            <a:prstGeom prst="ellipse">
              <a:avLst/>
            </a:prstGeom>
            <a:solidFill>
              <a:srgbClr val="679E2A"/>
            </a:solidFill>
            <a:ln w="28575" cap="flat">
              <a:noFill/>
              <a:prstDash val="solid"/>
              <a:miter lim="800000"/>
            </a:ln>
            <a:effectLst>
              <a:innerShdw blurRad="152400" dist="76200" dir="13500000">
                <a:prstClr val="black">
                  <a:alpha val="28000"/>
                </a:prstClr>
              </a:innerShdw>
            </a:effectLst>
          </p:spPr>
          <p:txBody>
            <a:bodyPr lIns="68580" tIns="34290" rIns="68580" bIns="34290"/>
            <a:lstStyle/>
            <a:p>
              <a:pPr>
                <a:defRPr/>
              </a:pPr>
              <a:endParaRPr lang="id-ID">
                <a:latin typeface="+mn-lt"/>
                <a:ea typeface="+mn-ea"/>
              </a:endParaRPr>
            </a:p>
          </p:txBody>
        </p:sp>
        <p:sp>
          <p:nvSpPr>
            <p:cNvPr id="35" name="Freeform 307"/>
            <p:cNvSpPr>
              <a:spLocks noChangeAspect="1" noEditPoints="1"/>
            </p:cNvSpPr>
            <p:nvPr/>
          </p:nvSpPr>
          <p:spPr bwMode="auto">
            <a:xfrm>
              <a:off x="5382817" y="3842147"/>
              <a:ext cx="288131" cy="419100"/>
            </a:xfrm>
            <a:custGeom>
              <a:avLst/>
              <a:gdLst>
                <a:gd name="T0" fmla="*/ 238258 w 243"/>
                <a:gd name="T1" fmla="*/ 6329 h 354"/>
                <a:gd name="T2" fmla="*/ 372377 w 243"/>
                <a:gd name="T3" fmla="*/ 143991 h 354"/>
                <a:gd name="T4" fmla="*/ 334508 w 243"/>
                <a:gd name="T5" fmla="*/ 319628 h 354"/>
                <a:gd name="T6" fmla="*/ 317152 w 243"/>
                <a:gd name="T7" fmla="*/ 384503 h 354"/>
                <a:gd name="T8" fmla="*/ 313996 w 243"/>
                <a:gd name="T9" fmla="*/ 436719 h 354"/>
                <a:gd name="T10" fmla="*/ 288750 w 243"/>
                <a:gd name="T11" fmla="*/ 509506 h 354"/>
                <a:gd name="T12" fmla="*/ 225635 w 243"/>
                <a:gd name="T13" fmla="*/ 560140 h 354"/>
                <a:gd name="T14" fmla="*/ 99406 w 243"/>
                <a:gd name="T15" fmla="*/ 519000 h 354"/>
                <a:gd name="T16" fmla="*/ 67848 w 243"/>
                <a:gd name="T17" fmla="*/ 444631 h 354"/>
                <a:gd name="T18" fmla="*/ 67848 w 243"/>
                <a:gd name="T19" fmla="*/ 400326 h 354"/>
                <a:gd name="T20" fmla="*/ 61537 w 243"/>
                <a:gd name="T21" fmla="*/ 365515 h 354"/>
                <a:gd name="T22" fmla="*/ 15779 w 243"/>
                <a:gd name="T23" fmla="*/ 257918 h 354"/>
                <a:gd name="T24" fmla="*/ 116762 w 243"/>
                <a:gd name="T25" fmla="*/ 15823 h 354"/>
                <a:gd name="T26" fmla="*/ 179877 w 243"/>
                <a:gd name="T27" fmla="*/ 0 h 354"/>
                <a:gd name="T28" fmla="*/ 190922 w 243"/>
                <a:gd name="T29" fmla="*/ 387668 h 354"/>
                <a:gd name="T30" fmla="*/ 284016 w 243"/>
                <a:gd name="T31" fmla="*/ 368680 h 354"/>
                <a:gd name="T32" fmla="*/ 323463 w 243"/>
                <a:gd name="T33" fmla="*/ 265829 h 354"/>
                <a:gd name="T34" fmla="*/ 287172 w 243"/>
                <a:gd name="T35" fmla="*/ 69622 h 354"/>
                <a:gd name="T36" fmla="*/ 41025 w 243"/>
                <a:gd name="T37" fmla="*/ 218360 h 354"/>
                <a:gd name="T38" fmla="*/ 97828 w 243"/>
                <a:gd name="T39" fmla="*/ 371844 h 354"/>
                <a:gd name="T40" fmla="*/ 190922 w 243"/>
                <a:gd name="T41" fmla="*/ 387668 h 354"/>
                <a:gd name="T42" fmla="*/ 116762 w 243"/>
                <a:gd name="T43" fmla="*/ 401908 h 354"/>
                <a:gd name="T44" fmla="*/ 116762 w 243"/>
                <a:gd name="T45" fmla="*/ 433555 h 354"/>
                <a:gd name="T46" fmla="*/ 266660 w 243"/>
                <a:gd name="T47" fmla="*/ 433555 h 354"/>
                <a:gd name="T48" fmla="*/ 266660 w 243"/>
                <a:gd name="T49" fmla="*/ 401908 h 354"/>
                <a:gd name="T50" fmla="*/ 190922 w 243"/>
                <a:gd name="T51" fmla="*/ 447796 h 354"/>
                <a:gd name="T52" fmla="*/ 100984 w 243"/>
                <a:gd name="T53" fmla="*/ 457289 h 354"/>
                <a:gd name="T54" fmla="*/ 220902 w 243"/>
                <a:gd name="T55" fmla="*/ 479442 h 354"/>
                <a:gd name="T56" fmla="*/ 280861 w 243"/>
                <a:gd name="T57" fmla="*/ 469948 h 354"/>
                <a:gd name="T58" fmla="*/ 190922 w 243"/>
                <a:gd name="T59" fmla="*/ 447796 h 354"/>
                <a:gd name="T60" fmla="*/ 157787 w 243"/>
                <a:gd name="T61" fmla="*/ 525329 h 354"/>
                <a:gd name="T62" fmla="*/ 250881 w 243"/>
                <a:gd name="T63" fmla="*/ 495265 h 354"/>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243" h="354">
                  <a:moveTo>
                    <a:pt x="128" y="0"/>
                  </a:moveTo>
                  <a:cubicBezTo>
                    <a:pt x="136" y="1"/>
                    <a:pt x="144" y="2"/>
                    <a:pt x="151" y="4"/>
                  </a:cubicBezTo>
                  <a:cubicBezTo>
                    <a:pt x="172" y="9"/>
                    <a:pt x="190" y="20"/>
                    <a:pt x="205" y="35"/>
                  </a:cubicBezTo>
                  <a:cubicBezTo>
                    <a:pt x="221" y="51"/>
                    <a:pt x="231" y="69"/>
                    <a:pt x="236" y="91"/>
                  </a:cubicBezTo>
                  <a:cubicBezTo>
                    <a:pt x="243" y="121"/>
                    <a:pt x="240" y="149"/>
                    <a:pt x="225" y="177"/>
                  </a:cubicBezTo>
                  <a:cubicBezTo>
                    <a:pt x="221" y="185"/>
                    <a:pt x="216" y="194"/>
                    <a:pt x="212" y="202"/>
                  </a:cubicBezTo>
                  <a:cubicBezTo>
                    <a:pt x="206" y="214"/>
                    <a:pt x="203" y="226"/>
                    <a:pt x="202" y="238"/>
                  </a:cubicBezTo>
                  <a:cubicBezTo>
                    <a:pt x="202" y="240"/>
                    <a:pt x="201" y="241"/>
                    <a:pt x="201" y="243"/>
                  </a:cubicBezTo>
                  <a:cubicBezTo>
                    <a:pt x="200" y="246"/>
                    <a:pt x="200" y="255"/>
                    <a:pt x="200" y="258"/>
                  </a:cubicBezTo>
                  <a:cubicBezTo>
                    <a:pt x="202" y="264"/>
                    <a:pt x="201" y="270"/>
                    <a:pt x="199" y="276"/>
                  </a:cubicBezTo>
                  <a:cubicBezTo>
                    <a:pt x="198" y="278"/>
                    <a:pt x="198" y="279"/>
                    <a:pt x="199" y="281"/>
                  </a:cubicBezTo>
                  <a:cubicBezTo>
                    <a:pt x="205" y="297"/>
                    <a:pt x="198" y="314"/>
                    <a:pt x="183" y="322"/>
                  </a:cubicBezTo>
                  <a:cubicBezTo>
                    <a:pt x="181" y="322"/>
                    <a:pt x="180" y="324"/>
                    <a:pt x="180" y="325"/>
                  </a:cubicBezTo>
                  <a:cubicBezTo>
                    <a:pt x="173" y="342"/>
                    <a:pt x="161" y="353"/>
                    <a:pt x="143" y="354"/>
                  </a:cubicBezTo>
                  <a:cubicBezTo>
                    <a:pt x="127" y="354"/>
                    <a:pt x="111" y="354"/>
                    <a:pt x="96" y="353"/>
                  </a:cubicBezTo>
                  <a:cubicBezTo>
                    <a:pt x="80" y="352"/>
                    <a:pt x="69" y="342"/>
                    <a:pt x="63" y="328"/>
                  </a:cubicBezTo>
                  <a:cubicBezTo>
                    <a:pt x="62" y="324"/>
                    <a:pt x="60" y="322"/>
                    <a:pt x="57" y="321"/>
                  </a:cubicBezTo>
                  <a:cubicBezTo>
                    <a:pt x="43" y="313"/>
                    <a:pt x="37" y="296"/>
                    <a:pt x="43" y="281"/>
                  </a:cubicBezTo>
                  <a:cubicBezTo>
                    <a:pt x="44" y="279"/>
                    <a:pt x="44" y="278"/>
                    <a:pt x="43" y="276"/>
                  </a:cubicBezTo>
                  <a:cubicBezTo>
                    <a:pt x="40" y="268"/>
                    <a:pt x="40" y="261"/>
                    <a:pt x="43" y="253"/>
                  </a:cubicBezTo>
                  <a:cubicBezTo>
                    <a:pt x="43" y="252"/>
                    <a:pt x="43" y="250"/>
                    <a:pt x="43" y="248"/>
                  </a:cubicBezTo>
                  <a:cubicBezTo>
                    <a:pt x="41" y="242"/>
                    <a:pt x="40" y="237"/>
                    <a:pt x="39" y="231"/>
                  </a:cubicBezTo>
                  <a:cubicBezTo>
                    <a:pt x="37" y="218"/>
                    <a:pt x="32" y="206"/>
                    <a:pt x="26" y="195"/>
                  </a:cubicBezTo>
                  <a:cubicBezTo>
                    <a:pt x="21" y="184"/>
                    <a:pt x="15" y="174"/>
                    <a:pt x="10" y="163"/>
                  </a:cubicBezTo>
                  <a:cubicBezTo>
                    <a:pt x="2" y="143"/>
                    <a:pt x="0" y="121"/>
                    <a:pt x="4" y="100"/>
                  </a:cubicBezTo>
                  <a:cubicBezTo>
                    <a:pt x="11" y="57"/>
                    <a:pt x="35" y="27"/>
                    <a:pt x="74" y="10"/>
                  </a:cubicBezTo>
                  <a:cubicBezTo>
                    <a:pt x="86" y="4"/>
                    <a:pt x="98" y="1"/>
                    <a:pt x="111" y="1"/>
                  </a:cubicBezTo>
                  <a:cubicBezTo>
                    <a:pt x="112" y="0"/>
                    <a:pt x="113" y="0"/>
                    <a:pt x="114" y="0"/>
                  </a:cubicBezTo>
                  <a:lnTo>
                    <a:pt x="128" y="0"/>
                  </a:lnTo>
                  <a:close/>
                  <a:moveTo>
                    <a:pt x="121" y="245"/>
                  </a:moveTo>
                  <a:cubicBezTo>
                    <a:pt x="136" y="245"/>
                    <a:pt x="151" y="245"/>
                    <a:pt x="167" y="245"/>
                  </a:cubicBezTo>
                  <a:cubicBezTo>
                    <a:pt x="176" y="245"/>
                    <a:pt x="179" y="242"/>
                    <a:pt x="180" y="233"/>
                  </a:cubicBezTo>
                  <a:cubicBezTo>
                    <a:pt x="182" y="223"/>
                    <a:pt x="184" y="213"/>
                    <a:pt x="187" y="203"/>
                  </a:cubicBezTo>
                  <a:cubicBezTo>
                    <a:pt x="192" y="191"/>
                    <a:pt x="199" y="180"/>
                    <a:pt x="205" y="168"/>
                  </a:cubicBezTo>
                  <a:cubicBezTo>
                    <a:pt x="212" y="156"/>
                    <a:pt x="216" y="143"/>
                    <a:pt x="217" y="128"/>
                  </a:cubicBezTo>
                  <a:cubicBezTo>
                    <a:pt x="220" y="94"/>
                    <a:pt x="208" y="66"/>
                    <a:pt x="182" y="44"/>
                  </a:cubicBezTo>
                  <a:cubicBezTo>
                    <a:pt x="149" y="17"/>
                    <a:pt x="106" y="15"/>
                    <a:pt x="70" y="37"/>
                  </a:cubicBezTo>
                  <a:cubicBezTo>
                    <a:pt x="35" y="58"/>
                    <a:pt x="19" y="98"/>
                    <a:pt x="26" y="138"/>
                  </a:cubicBezTo>
                  <a:cubicBezTo>
                    <a:pt x="28" y="152"/>
                    <a:pt x="35" y="165"/>
                    <a:pt x="42" y="177"/>
                  </a:cubicBezTo>
                  <a:cubicBezTo>
                    <a:pt x="52" y="195"/>
                    <a:pt x="60" y="214"/>
                    <a:pt x="62" y="235"/>
                  </a:cubicBezTo>
                  <a:cubicBezTo>
                    <a:pt x="62" y="242"/>
                    <a:pt x="66" y="245"/>
                    <a:pt x="73" y="245"/>
                  </a:cubicBezTo>
                  <a:cubicBezTo>
                    <a:pt x="89" y="245"/>
                    <a:pt x="105" y="245"/>
                    <a:pt x="121" y="245"/>
                  </a:cubicBezTo>
                  <a:moveTo>
                    <a:pt x="121" y="254"/>
                  </a:moveTo>
                  <a:cubicBezTo>
                    <a:pt x="105" y="254"/>
                    <a:pt x="89" y="254"/>
                    <a:pt x="74" y="254"/>
                  </a:cubicBezTo>
                  <a:cubicBezTo>
                    <a:pt x="69" y="254"/>
                    <a:pt x="65" y="256"/>
                    <a:pt x="64" y="260"/>
                  </a:cubicBezTo>
                  <a:cubicBezTo>
                    <a:pt x="61" y="267"/>
                    <a:pt x="66" y="274"/>
                    <a:pt x="74" y="274"/>
                  </a:cubicBezTo>
                  <a:cubicBezTo>
                    <a:pt x="96" y="274"/>
                    <a:pt x="118" y="274"/>
                    <a:pt x="140" y="274"/>
                  </a:cubicBezTo>
                  <a:cubicBezTo>
                    <a:pt x="149" y="274"/>
                    <a:pt x="159" y="274"/>
                    <a:pt x="169" y="274"/>
                  </a:cubicBezTo>
                  <a:cubicBezTo>
                    <a:pt x="173" y="274"/>
                    <a:pt x="176" y="272"/>
                    <a:pt x="178" y="268"/>
                  </a:cubicBezTo>
                  <a:cubicBezTo>
                    <a:pt x="181" y="261"/>
                    <a:pt x="176" y="254"/>
                    <a:pt x="169" y="254"/>
                  </a:cubicBezTo>
                  <a:cubicBezTo>
                    <a:pt x="153" y="254"/>
                    <a:pt x="137" y="254"/>
                    <a:pt x="121" y="254"/>
                  </a:cubicBezTo>
                  <a:moveTo>
                    <a:pt x="121" y="283"/>
                  </a:moveTo>
                  <a:cubicBezTo>
                    <a:pt x="105" y="283"/>
                    <a:pt x="89" y="283"/>
                    <a:pt x="74" y="283"/>
                  </a:cubicBezTo>
                  <a:cubicBezTo>
                    <a:pt x="69" y="283"/>
                    <a:pt x="65" y="285"/>
                    <a:pt x="64" y="289"/>
                  </a:cubicBezTo>
                  <a:cubicBezTo>
                    <a:pt x="61" y="296"/>
                    <a:pt x="66" y="303"/>
                    <a:pt x="74" y="303"/>
                  </a:cubicBezTo>
                  <a:cubicBezTo>
                    <a:pt x="96" y="303"/>
                    <a:pt x="118" y="303"/>
                    <a:pt x="140" y="303"/>
                  </a:cubicBezTo>
                  <a:cubicBezTo>
                    <a:pt x="149" y="303"/>
                    <a:pt x="159" y="303"/>
                    <a:pt x="169" y="303"/>
                  </a:cubicBezTo>
                  <a:cubicBezTo>
                    <a:pt x="173" y="303"/>
                    <a:pt x="176" y="301"/>
                    <a:pt x="178" y="297"/>
                  </a:cubicBezTo>
                  <a:cubicBezTo>
                    <a:pt x="181" y="290"/>
                    <a:pt x="176" y="283"/>
                    <a:pt x="169" y="283"/>
                  </a:cubicBezTo>
                  <a:cubicBezTo>
                    <a:pt x="153" y="283"/>
                    <a:pt x="137" y="283"/>
                    <a:pt x="121" y="283"/>
                  </a:cubicBezTo>
                  <a:moveTo>
                    <a:pt x="82" y="313"/>
                  </a:moveTo>
                  <a:cubicBezTo>
                    <a:pt x="82" y="323"/>
                    <a:pt x="90" y="331"/>
                    <a:pt x="100" y="332"/>
                  </a:cubicBezTo>
                  <a:cubicBezTo>
                    <a:pt x="114" y="332"/>
                    <a:pt x="128" y="332"/>
                    <a:pt x="142" y="332"/>
                  </a:cubicBezTo>
                  <a:cubicBezTo>
                    <a:pt x="152" y="331"/>
                    <a:pt x="159" y="323"/>
                    <a:pt x="159" y="313"/>
                  </a:cubicBezTo>
                  <a:lnTo>
                    <a:pt x="82" y="313"/>
                  </a:ln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lIns="68580" tIns="34290" rIns="68580" bIns="34290"/>
            <a:lstStyle/>
            <a:p>
              <a:endParaRPr lang="zh-CN" altLang="en-US"/>
            </a:p>
          </p:txBody>
        </p:sp>
      </p:grpSp>
      <p:grpSp>
        <p:nvGrpSpPr>
          <p:cNvPr id="36" name="组合 35"/>
          <p:cNvGrpSpPr/>
          <p:nvPr/>
        </p:nvGrpSpPr>
        <p:grpSpPr>
          <a:xfrm>
            <a:off x="6365194" y="2832728"/>
            <a:ext cx="1215828" cy="1216106"/>
            <a:chOff x="6126799" y="2820663"/>
            <a:chExt cx="1215828" cy="1216106"/>
          </a:xfrm>
        </p:grpSpPr>
        <p:sp>
          <p:nvSpPr>
            <p:cNvPr id="37" name="任意多边形 36"/>
            <p:cNvSpPr/>
            <p:nvPr/>
          </p:nvSpPr>
          <p:spPr>
            <a:xfrm rot="13500000">
              <a:off x="6126660" y="2820802"/>
              <a:ext cx="1216106" cy="1215828"/>
            </a:xfrm>
            <a:custGeom>
              <a:avLst/>
              <a:gdLst>
                <a:gd name="connsiteX0" fmla="*/ 1384173 w 1621475"/>
                <a:gd name="connsiteY0" fmla="*/ 1383803 h 1621104"/>
                <a:gd name="connsiteX1" fmla="*/ 811277 w 1621475"/>
                <a:gd name="connsiteY1" fmla="*/ 1621103 h 1621104"/>
                <a:gd name="connsiteX2" fmla="*/ 1082 w 1621475"/>
                <a:gd name="connsiteY2" fmla="*/ 1621104 h 1621104"/>
                <a:gd name="connsiteX3" fmla="*/ 1082 w 1621475"/>
                <a:gd name="connsiteY3" fmla="*/ 820935 h 1621104"/>
                <a:gd name="connsiteX4" fmla="*/ 0 w 1621475"/>
                <a:gd name="connsiteY4" fmla="*/ 810196 h 1621104"/>
                <a:gd name="connsiteX5" fmla="*/ 1 w 1621475"/>
                <a:gd name="connsiteY5" fmla="*/ 810196 h 1621104"/>
                <a:gd name="connsiteX6" fmla="*/ 810197 w 1621475"/>
                <a:gd name="connsiteY6" fmla="*/ 0 h 1621104"/>
                <a:gd name="connsiteX7" fmla="*/ 1620392 w 1621475"/>
                <a:gd name="connsiteY7" fmla="*/ 0 h 1621104"/>
                <a:gd name="connsiteX8" fmla="*/ 1620392 w 1621475"/>
                <a:gd name="connsiteY8" fmla="*/ 800169 h 1621104"/>
                <a:gd name="connsiteX9" fmla="*/ 1621475 w 1621475"/>
                <a:gd name="connsiteY9" fmla="*/ 810908 h 1621104"/>
                <a:gd name="connsiteX10" fmla="*/ 1621473 w 1621475"/>
                <a:gd name="connsiteY10" fmla="*/ 810908 h 1621104"/>
                <a:gd name="connsiteX11" fmla="*/ 1384173 w 1621475"/>
                <a:gd name="connsiteY11" fmla="*/ 1383803 h 1621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21475" h="1621104">
                  <a:moveTo>
                    <a:pt x="1384173" y="1383803"/>
                  </a:moveTo>
                  <a:cubicBezTo>
                    <a:pt x="1237555" y="1530420"/>
                    <a:pt x="1035006" y="1621104"/>
                    <a:pt x="811277" y="1621103"/>
                  </a:cubicBezTo>
                  <a:lnTo>
                    <a:pt x="1082" y="1621104"/>
                  </a:lnTo>
                  <a:lnTo>
                    <a:pt x="1082" y="820935"/>
                  </a:lnTo>
                  <a:lnTo>
                    <a:pt x="0" y="810196"/>
                  </a:lnTo>
                  <a:lnTo>
                    <a:pt x="1" y="810196"/>
                  </a:lnTo>
                  <a:cubicBezTo>
                    <a:pt x="1" y="362736"/>
                    <a:pt x="362738" y="0"/>
                    <a:pt x="810197" y="0"/>
                  </a:cubicBezTo>
                  <a:lnTo>
                    <a:pt x="1620392" y="0"/>
                  </a:lnTo>
                  <a:lnTo>
                    <a:pt x="1620392" y="800169"/>
                  </a:lnTo>
                  <a:lnTo>
                    <a:pt x="1621475" y="810908"/>
                  </a:lnTo>
                  <a:lnTo>
                    <a:pt x="1621473" y="810908"/>
                  </a:lnTo>
                  <a:cubicBezTo>
                    <a:pt x="1621473" y="1034637"/>
                    <a:pt x="1530789" y="1237186"/>
                    <a:pt x="1384173" y="1383803"/>
                  </a:cubicBezTo>
                  <a:close/>
                </a:path>
              </a:pathLst>
            </a:custGeom>
            <a:solidFill>
              <a:srgbClr val="F0F0F0"/>
            </a:solidFill>
            <a:ln w="28575" cap="flat" cmpd="sng" algn="ctr">
              <a:gradFill flip="none" rotWithShape="1">
                <a:gsLst>
                  <a:gs pos="0">
                    <a:srgbClr val="FFFFFF"/>
                  </a:gs>
                  <a:gs pos="100000">
                    <a:srgbClr val="D9D9DA"/>
                  </a:gs>
                </a:gsLst>
                <a:lin ang="16200000" scaled="0"/>
                <a:tileRect/>
              </a:gradFill>
              <a:prstDash val="solid"/>
              <a:miter lim="800000"/>
            </a:ln>
            <a:effectLst>
              <a:outerShdw blurRad="228600" dist="63500" dir="8100000" algn="tr" rotWithShape="0">
                <a:prstClr val="black">
                  <a:alpha val="40000"/>
                </a:prstClr>
              </a:outerShdw>
            </a:effectLst>
          </p:spPr>
          <p:txBody>
            <a:bodyPr lIns="68580" tIns="34290" rIns="68580" bIns="34290" anchor="ctr"/>
            <a:lstStyle/>
            <a:p>
              <a:pPr algn="ctr">
                <a:defRPr/>
              </a:pPr>
              <a:endParaRPr lang="id-ID" kern="0">
                <a:solidFill>
                  <a:prstClr val="white"/>
                </a:solidFill>
                <a:latin typeface="Calibri" panose="020F0502020204030204"/>
              </a:endParaRPr>
            </a:p>
          </p:txBody>
        </p:sp>
        <p:sp>
          <p:nvSpPr>
            <p:cNvPr id="38" name="Oval 163"/>
            <p:cNvSpPr>
              <a:spLocks noChangeAspect="1"/>
            </p:cNvSpPr>
            <p:nvPr/>
          </p:nvSpPr>
          <p:spPr>
            <a:xfrm flipH="1">
              <a:off x="6351069" y="3009511"/>
              <a:ext cx="813676" cy="813676"/>
            </a:xfrm>
            <a:prstGeom prst="ellipse">
              <a:avLst/>
            </a:prstGeom>
            <a:solidFill>
              <a:srgbClr val="679E2A"/>
            </a:solidFill>
            <a:ln w="28575" cap="flat">
              <a:noFill/>
              <a:prstDash val="solid"/>
              <a:miter lim="800000"/>
            </a:ln>
            <a:effectLst>
              <a:innerShdw blurRad="152400" dist="76200" dir="13500000">
                <a:prstClr val="black">
                  <a:alpha val="28000"/>
                </a:prstClr>
              </a:innerShdw>
            </a:effectLst>
          </p:spPr>
          <p:txBody>
            <a:bodyPr lIns="68580" tIns="34290" rIns="68580" bIns="34290"/>
            <a:lstStyle/>
            <a:p>
              <a:pPr>
                <a:defRPr/>
              </a:pPr>
              <a:endParaRPr lang="id-ID">
                <a:latin typeface="+mn-lt"/>
                <a:ea typeface="+mn-ea"/>
              </a:endParaRPr>
            </a:p>
          </p:txBody>
        </p:sp>
        <p:sp>
          <p:nvSpPr>
            <p:cNvPr id="39" name="Freeform 267"/>
            <p:cNvSpPr/>
            <p:nvPr/>
          </p:nvSpPr>
          <p:spPr bwMode="auto">
            <a:xfrm>
              <a:off x="6556772" y="3234929"/>
              <a:ext cx="404813" cy="180975"/>
            </a:xfrm>
            <a:custGeom>
              <a:avLst/>
              <a:gdLst>
                <a:gd name="T0" fmla="*/ 267797 w 967"/>
                <a:gd name="T1" fmla="*/ 242133 h 434"/>
                <a:gd name="T2" fmla="*/ 0 w 967"/>
                <a:gd name="T3" fmla="*/ 121067 h 434"/>
                <a:gd name="T4" fmla="*/ 274492 w 967"/>
                <a:gd name="T5" fmla="*/ 0 h 434"/>
                <a:gd name="T6" fmla="*/ 539499 w 967"/>
                <a:gd name="T7" fmla="*/ 118277 h 434"/>
                <a:gd name="T8" fmla="*/ 267797 w 967"/>
                <a:gd name="T9" fmla="*/ 242133 h 43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67" h="434">
                  <a:moveTo>
                    <a:pt x="480" y="434"/>
                  </a:moveTo>
                  <a:lnTo>
                    <a:pt x="0" y="217"/>
                  </a:lnTo>
                  <a:lnTo>
                    <a:pt x="492" y="0"/>
                  </a:lnTo>
                  <a:lnTo>
                    <a:pt x="967" y="212"/>
                  </a:lnTo>
                  <a:lnTo>
                    <a:pt x="480" y="434"/>
                  </a:ln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lIns="68580" tIns="34290" rIns="68580" bIns="34290"/>
            <a:lstStyle/>
            <a:p>
              <a:endParaRPr lang="zh-CN" altLang="en-US"/>
            </a:p>
          </p:txBody>
        </p:sp>
        <p:sp>
          <p:nvSpPr>
            <p:cNvPr id="40" name="Rectangle 268"/>
            <p:cNvSpPr>
              <a:spLocks noChangeArrowheads="1"/>
            </p:cNvSpPr>
            <p:nvPr/>
          </p:nvSpPr>
          <p:spPr bwMode="auto">
            <a:xfrm>
              <a:off x="6943726" y="3320654"/>
              <a:ext cx="11906" cy="132159"/>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lstStyle>
              <a:lvl1pPr>
                <a:defRPr>
                  <a:solidFill>
                    <a:schemeClr val="tx1"/>
                  </a:solidFill>
                  <a:latin typeface="Calibri" panose="020F0502020204030204" pitchFamily="34" charset="0"/>
                  <a:ea typeface="微软雅黑" panose="020B0503020204020204" pitchFamily="34" charset="-122"/>
                </a:defRPr>
              </a:lvl1pPr>
              <a:lvl2pPr marL="742950" indent="-285750">
                <a:defRPr>
                  <a:solidFill>
                    <a:schemeClr val="tx1"/>
                  </a:solidFill>
                  <a:latin typeface="Calibri" panose="020F0502020204030204" pitchFamily="34" charset="0"/>
                  <a:ea typeface="微软雅黑" panose="020B0503020204020204" pitchFamily="34" charset="-122"/>
                </a:defRPr>
              </a:lvl2pPr>
              <a:lvl3pPr marL="1143000" indent="-228600">
                <a:defRPr>
                  <a:solidFill>
                    <a:schemeClr val="tx1"/>
                  </a:solidFill>
                  <a:latin typeface="Calibri" panose="020F0502020204030204" pitchFamily="34" charset="0"/>
                  <a:ea typeface="微软雅黑" panose="020B0503020204020204" pitchFamily="34" charset="-122"/>
                </a:defRPr>
              </a:lvl3pPr>
              <a:lvl4pPr marL="1600200" indent="-228600">
                <a:defRPr>
                  <a:solidFill>
                    <a:schemeClr val="tx1"/>
                  </a:solidFill>
                  <a:latin typeface="Calibri" panose="020F0502020204030204" pitchFamily="34" charset="0"/>
                  <a:ea typeface="微软雅黑" panose="020B0503020204020204" pitchFamily="34" charset="-122"/>
                </a:defRPr>
              </a:lvl4pPr>
              <a:lvl5pPr marL="2057400" indent="-228600">
                <a:defRPr>
                  <a:solidFill>
                    <a:schemeClr val="tx1"/>
                  </a:solidFill>
                  <a:latin typeface="Calibri" panose="020F050202020403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Calibri" panose="020F050202020403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Calibri" panose="020F050202020403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Calibri" panose="020F050202020403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Calibri" panose="020F0502020204030204" pitchFamily="34" charset="0"/>
                  <a:ea typeface="微软雅黑" panose="020B0503020204020204" pitchFamily="34" charset="-122"/>
                </a:defRPr>
              </a:lvl9pPr>
            </a:lstStyle>
            <a:p>
              <a:endParaRPr lang="zh-CN" altLang="en-US"/>
            </a:p>
          </p:txBody>
        </p:sp>
        <p:sp>
          <p:nvSpPr>
            <p:cNvPr id="41" name="Oval 269"/>
            <p:cNvSpPr>
              <a:spLocks noChangeArrowheads="1"/>
            </p:cNvSpPr>
            <p:nvPr/>
          </p:nvSpPr>
          <p:spPr bwMode="auto">
            <a:xfrm>
              <a:off x="6930629" y="3438525"/>
              <a:ext cx="39290" cy="39291"/>
            </a:xfrm>
            <a:prstGeom prst="ellipse">
              <a:avLst/>
            </a:pr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lIns="68580" tIns="34290" rIns="68580" bIns="34290"/>
            <a:lstStyle>
              <a:lvl1pPr>
                <a:defRPr>
                  <a:solidFill>
                    <a:schemeClr val="tx1"/>
                  </a:solidFill>
                  <a:latin typeface="Calibri" panose="020F0502020204030204" pitchFamily="34" charset="0"/>
                  <a:ea typeface="微软雅黑" panose="020B0503020204020204" pitchFamily="34" charset="-122"/>
                </a:defRPr>
              </a:lvl1pPr>
              <a:lvl2pPr marL="742950" indent="-285750">
                <a:defRPr>
                  <a:solidFill>
                    <a:schemeClr val="tx1"/>
                  </a:solidFill>
                  <a:latin typeface="Calibri" panose="020F0502020204030204" pitchFamily="34" charset="0"/>
                  <a:ea typeface="微软雅黑" panose="020B0503020204020204" pitchFamily="34" charset="-122"/>
                </a:defRPr>
              </a:lvl2pPr>
              <a:lvl3pPr marL="1143000" indent="-228600">
                <a:defRPr>
                  <a:solidFill>
                    <a:schemeClr val="tx1"/>
                  </a:solidFill>
                  <a:latin typeface="Calibri" panose="020F0502020204030204" pitchFamily="34" charset="0"/>
                  <a:ea typeface="微软雅黑" panose="020B0503020204020204" pitchFamily="34" charset="-122"/>
                </a:defRPr>
              </a:lvl3pPr>
              <a:lvl4pPr marL="1600200" indent="-228600">
                <a:defRPr>
                  <a:solidFill>
                    <a:schemeClr val="tx1"/>
                  </a:solidFill>
                  <a:latin typeface="Calibri" panose="020F0502020204030204" pitchFamily="34" charset="0"/>
                  <a:ea typeface="微软雅黑" panose="020B0503020204020204" pitchFamily="34" charset="-122"/>
                </a:defRPr>
              </a:lvl4pPr>
              <a:lvl5pPr marL="2057400" indent="-228600">
                <a:defRPr>
                  <a:solidFill>
                    <a:schemeClr val="tx1"/>
                  </a:solidFill>
                  <a:latin typeface="Calibri" panose="020F050202020403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Calibri" panose="020F050202020403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Calibri" panose="020F050202020403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Calibri" panose="020F050202020403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Calibri" panose="020F0502020204030204" pitchFamily="34" charset="0"/>
                  <a:ea typeface="微软雅黑" panose="020B0503020204020204" pitchFamily="34" charset="-122"/>
                </a:defRPr>
              </a:lvl9pPr>
            </a:lstStyle>
            <a:p>
              <a:endParaRPr lang="zh-CN" altLang="en-US"/>
            </a:p>
          </p:txBody>
        </p:sp>
        <p:sp>
          <p:nvSpPr>
            <p:cNvPr id="42" name="Freeform 270"/>
            <p:cNvSpPr/>
            <p:nvPr/>
          </p:nvSpPr>
          <p:spPr bwMode="auto">
            <a:xfrm>
              <a:off x="6925866" y="3458766"/>
              <a:ext cx="28575" cy="89297"/>
            </a:xfrm>
            <a:custGeom>
              <a:avLst/>
              <a:gdLst>
                <a:gd name="T0" fmla="*/ 20931 w 29"/>
                <a:gd name="T1" fmla="*/ 6571 h 90"/>
                <a:gd name="T2" fmla="*/ 7849 w 29"/>
                <a:gd name="T3" fmla="*/ 118277 h 90"/>
                <a:gd name="T4" fmla="*/ 37938 w 29"/>
                <a:gd name="T5" fmla="*/ 118277 h 90"/>
                <a:gd name="T6" fmla="*/ 37938 w 29"/>
                <a:gd name="T7" fmla="*/ 0 h 90"/>
                <a:gd name="T8" fmla="*/ 20931 w 29"/>
                <a:gd name="T9" fmla="*/ 6571 h 9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 h="90">
                  <a:moveTo>
                    <a:pt x="16" y="5"/>
                  </a:moveTo>
                  <a:cubicBezTo>
                    <a:pt x="16" y="5"/>
                    <a:pt x="0" y="39"/>
                    <a:pt x="6" y="90"/>
                  </a:cubicBezTo>
                  <a:cubicBezTo>
                    <a:pt x="29" y="90"/>
                    <a:pt x="29" y="90"/>
                    <a:pt x="29" y="90"/>
                  </a:cubicBezTo>
                  <a:cubicBezTo>
                    <a:pt x="29" y="0"/>
                    <a:pt x="29" y="0"/>
                    <a:pt x="29" y="0"/>
                  </a:cubicBezTo>
                  <a:cubicBezTo>
                    <a:pt x="29" y="0"/>
                    <a:pt x="16" y="8"/>
                    <a:pt x="16" y="5"/>
                  </a:cubicBez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lIns="68580" tIns="34290" rIns="68580" bIns="34290"/>
            <a:lstStyle/>
            <a:p>
              <a:endParaRPr lang="zh-CN" altLang="en-US"/>
            </a:p>
          </p:txBody>
        </p:sp>
        <p:sp>
          <p:nvSpPr>
            <p:cNvPr id="43" name="Freeform 271"/>
            <p:cNvSpPr/>
            <p:nvPr/>
          </p:nvSpPr>
          <p:spPr bwMode="auto">
            <a:xfrm>
              <a:off x="6948488" y="3458766"/>
              <a:ext cx="28575" cy="89297"/>
            </a:xfrm>
            <a:custGeom>
              <a:avLst/>
              <a:gdLst>
                <a:gd name="T0" fmla="*/ 17007 w 29"/>
                <a:gd name="T1" fmla="*/ 6571 h 90"/>
                <a:gd name="T2" fmla="*/ 30089 w 29"/>
                <a:gd name="T3" fmla="*/ 118277 h 90"/>
                <a:gd name="T4" fmla="*/ 0 w 29"/>
                <a:gd name="T5" fmla="*/ 118277 h 90"/>
                <a:gd name="T6" fmla="*/ 0 w 29"/>
                <a:gd name="T7" fmla="*/ 0 h 90"/>
                <a:gd name="T8" fmla="*/ 17007 w 29"/>
                <a:gd name="T9" fmla="*/ 6571 h 9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 h="90">
                  <a:moveTo>
                    <a:pt x="13" y="5"/>
                  </a:moveTo>
                  <a:cubicBezTo>
                    <a:pt x="13" y="5"/>
                    <a:pt x="29" y="39"/>
                    <a:pt x="23" y="90"/>
                  </a:cubicBezTo>
                  <a:cubicBezTo>
                    <a:pt x="0" y="90"/>
                    <a:pt x="0" y="90"/>
                    <a:pt x="0" y="90"/>
                  </a:cubicBezTo>
                  <a:cubicBezTo>
                    <a:pt x="0" y="0"/>
                    <a:pt x="0" y="0"/>
                    <a:pt x="0" y="0"/>
                  </a:cubicBezTo>
                  <a:cubicBezTo>
                    <a:pt x="0" y="0"/>
                    <a:pt x="13" y="8"/>
                    <a:pt x="13" y="5"/>
                  </a:cubicBez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lIns="68580" tIns="34290" rIns="68580" bIns="34290"/>
            <a:lstStyle/>
            <a:p>
              <a:endParaRPr lang="zh-CN" altLang="en-US"/>
            </a:p>
          </p:txBody>
        </p:sp>
        <p:sp>
          <p:nvSpPr>
            <p:cNvPr id="44" name="Freeform 272"/>
            <p:cNvSpPr/>
            <p:nvPr/>
          </p:nvSpPr>
          <p:spPr bwMode="auto">
            <a:xfrm>
              <a:off x="6636544" y="3380185"/>
              <a:ext cx="234554" cy="173831"/>
            </a:xfrm>
            <a:custGeom>
              <a:avLst/>
              <a:gdLst>
                <a:gd name="T0" fmla="*/ 312430 w 237"/>
                <a:gd name="T1" fmla="*/ 0 h 176"/>
                <a:gd name="T2" fmla="*/ 155556 w 237"/>
                <a:gd name="T3" fmla="*/ 72528 h 176"/>
                <a:gd name="T4" fmla="*/ 0 w 237"/>
                <a:gd name="T5" fmla="*/ 0 h 176"/>
                <a:gd name="T6" fmla="*/ 0 w 237"/>
                <a:gd name="T7" fmla="*/ 179343 h 176"/>
                <a:gd name="T8" fmla="*/ 151601 w 237"/>
                <a:gd name="T9" fmla="*/ 232091 h 176"/>
                <a:gd name="T10" fmla="*/ 151601 w 237"/>
                <a:gd name="T11" fmla="*/ 232091 h 176"/>
                <a:gd name="T12" fmla="*/ 155556 w 237"/>
                <a:gd name="T13" fmla="*/ 232091 h 176"/>
                <a:gd name="T14" fmla="*/ 160829 w 237"/>
                <a:gd name="T15" fmla="*/ 232091 h 176"/>
                <a:gd name="T16" fmla="*/ 160829 w 237"/>
                <a:gd name="T17" fmla="*/ 232091 h 176"/>
                <a:gd name="T18" fmla="*/ 312430 w 237"/>
                <a:gd name="T19" fmla="*/ 179343 h 176"/>
                <a:gd name="T20" fmla="*/ 312430 w 237"/>
                <a:gd name="T21" fmla="*/ 0 h 17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237" h="176">
                  <a:moveTo>
                    <a:pt x="237" y="0"/>
                  </a:moveTo>
                  <a:cubicBezTo>
                    <a:pt x="237" y="1"/>
                    <a:pt x="138" y="47"/>
                    <a:pt x="118" y="55"/>
                  </a:cubicBezTo>
                  <a:cubicBezTo>
                    <a:pt x="99" y="47"/>
                    <a:pt x="0" y="1"/>
                    <a:pt x="0" y="0"/>
                  </a:cubicBezTo>
                  <a:cubicBezTo>
                    <a:pt x="0" y="136"/>
                    <a:pt x="0" y="136"/>
                    <a:pt x="0" y="136"/>
                  </a:cubicBezTo>
                  <a:cubicBezTo>
                    <a:pt x="32" y="170"/>
                    <a:pt x="95" y="175"/>
                    <a:pt x="115" y="176"/>
                  </a:cubicBezTo>
                  <a:cubicBezTo>
                    <a:pt x="115" y="176"/>
                    <a:pt x="115" y="176"/>
                    <a:pt x="115" y="176"/>
                  </a:cubicBezTo>
                  <a:cubicBezTo>
                    <a:pt x="115" y="176"/>
                    <a:pt x="116" y="176"/>
                    <a:pt x="118" y="176"/>
                  </a:cubicBezTo>
                  <a:cubicBezTo>
                    <a:pt x="121" y="176"/>
                    <a:pt x="122" y="176"/>
                    <a:pt x="122" y="176"/>
                  </a:cubicBezTo>
                  <a:cubicBezTo>
                    <a:pt x="122" y="176"/>
                    <a:pt x="122" y="176"/>
                    <a:pt x="122" y="176"/>
                  </a:cubicBezTo>
                  <a:cubicBezTo>
                    <a:pt x="142" y="175"/>
                    <a:pt x="205" y="170"/>
                    <a:pt x="237" y="136"/>
                  </a:cubicBezTo>
                  <a:lnTo>
                    <a:pt x="237" y="0"/>
                  </a:ln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lIns="68580" tIns="34290" rIns="68580" bIns="34290"/>
            <a:lstStyle/>
            <a:p>
              <a:endParaRPr lang="zh-CN" altLang="en-US"/>
            </a:p>
          </p:txBody>
        </p:sp>
      </p:grpSp>
      <p:grpSp>
        <p:nvGrpSpPr>
          <p:cNvPr id="45" name="组合 44"/>
          <p:cNvGrpSpPr/>
          <p:nvPr/>
        </p:nvGrpSpPr>
        <p:grpSpPr>
          <a:xfrm>
            <a:off x="5150609" y="2197449"/>
            <a:ext cx="1215828" cy="1216106"/>
            <a:chOff x="4912214" y="2185384"/>
            <a:chExt cx="1215828" cy="1216106"/>
          </a:xfrm>
        </p:grpSpPr>
        <p:sp>
          <p:nvSpPr>
            <p:cNvPr id="46" name="任意多边形 45"/>
            <p:cNvSpPr/>
            <p:nvPr/>
          </p:nvSpPr>
          <p:spPr>
            <a:xfrm rot="13500000">
              <a:off x="4912075" y="2185523"/>
              <a:ext cx="1216106" cy="1215828"/>
            </a:xfrm>
            <a:custGeom>
              <a:avLst/>
              <a:gdLst>
                <a:gd name="connsiteX0" fmla="*/ 1384172 w 1621474"/>
                <a:gd name="connsiteY0" fmla="*/ 1383803 h 1621104"/>
                <a:gd name="connsiteX1" fmla="*/ 811277 w 1621474"/>
                <a:gd name="connsiteY1" fmla="*/ 1621104 h 1621104"/>
                <a:gd name="connsiteX2" fmla="*/ 1082 w 1621474"/>
                <a:gd name="connsiteY2" fmla="*/ 1621104 h 1621104"/>
                <a:gd name="connsiteX3" fmla="*/ 1082 w 1621474"/>
                <a:gd name="connsiteY3" fmla="*/ 820931 h 1621104"/>
                <a:gd name="connsiteX4" fmla="*/ 0 w 1621474"/>
                <a:gd name="connsiteY4" fmla="*/ 810196 h 1621104"/>
                <a:gd name="connsiteX5" fmla="*/ 1 w 1621474"/>
                <a:gd name="connsiteY5" fmla="*/ 810195 h 1621104"/>
                <a:gd name="connsiteX6" fmla="*/ 810197 w 1621474"/>
                <a:gd name="connsiteY6" fmla="*/ 0 h 1621104"/>
                <a:gd name="connsiteX7" fmla="*/ 1620392 w 1621474"/>
                <a:gd name="connsiteY7" fmla="*/ 0 h 1621104"/>
                <a:gd name="connsiteX8" fmla="*/ 1620392 w 1621474"/>
                <a:gd name="connsiteY8" fmla="*/ 800172 h 1621104"/>
                <a:gd name="connsiteX9" fmla="*/ 1621474 w 1621474"/>
                <a:gd name="connsiteY9" fmla="*/ 810908 h 1621104"/>
                <a:gd name="connsiteX10" fmla="*/ 1621473 w 1621474"/>
                <a:gd name="connsiteY10" fmla="*/ 810908 h 1621104"/>
                <a:gd name="connsiteX11" fmla="*/ 1384172 w 1621474"/>
                <a:gd name="connsiteY11" fmla="*/ 1383803 h 1621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21474" h="1621104">
                  <a:moveTo>
                    <a:pt x="1384172" y="1383803"/>
                  </a:moveTo>
                  <a:cubicBezTo>
                    <a:pt x="1237556" y="1530420"/>
                    <a:pt x="1035006" y="1621104"/>
                    <a:pt x="811277" y="1621104"/>
                  </a:cubicBezTo>
                  <a:lnTo>
                    <a:pt x="1082" y="1621104"/>
                  </a:lnTo>
                  <a:lnTo>
                    <a:pt x="1082" y="820931"/>
                  </a:lnTo>
                  <a:lnTo>
                    <a:pt x="0" y="810196"/>
                  </a:lnTo>
                  <a:lnTo>
                    <a:pt x="1" y="810195"/>
                  </a:lnTo>
                  <a:cubicBezTo>
                    <a:pt x="1" y="362737"/>
                    <a:pt x="362738" y="0"/>
                    <a:pt x="810197" y="0"/>
                  </a:cubicBezTo>
                  <a:lnTo>
                    <a:pt x="1620392" y="0"/>
                  </a:lnTo>
                  <a:lnTo>
                    <a:pt x="1620392" y="800172"/>
                  </a:lnTo>
                  <a:lnTo>
                    <a:pt x="1621474" y="810908"/>
                  </a:lnTo>
                  <a:lnTo>
                    <a:pt x="1621473" y="810908"/>
                  </a:lnTo>
                  <a:cubicBezTo>
                    <a:pt x="1621473" y="1034637"/>
                    <a:pt x="1530789" y="1237186"/>
                    <a:pt x="1384172" y="1383803"/>
                  </a:cubicBezTo>
                  <a:close/>
                </a:path>
              </a:pathLst>
            </a:custGeom>
            <a:solidFill>
              <a:srgbClr val="F0F0F0"/>
            </a:solidFill>
            <a:ln w="28575" cap="flat" cmpd="sng" algn="ctr">
              <a:gradFill flip="none" rotWithShape="1">
                <a:gsLst>
                  <a:gs pos="0">
                    <a:srgbClr val="FFFFFF"/>
                  </a:gs>
                  <a:gs pos="100000">
                    <a:srgbClr val="D9D9DA"/>
                  </a:gs>
                </a:gsLst>
                <a:lin ang="16200000" scaled="0"/>
                <a:tileRect/>
              </a:gradFill>
              <a:prstDash val="solid"/>
              <a:miter lim="800000"/>
            </a:ln>
            <a:effectLst>
              <a:outerShdw blurRad="228600" dist="63500" dir="8100000" algn="tr" rotWithShape="0">
                <a:prstClr val="black">
                  <a:alpha val="40000"/>
                </a:prstClr>
              </a:outerShdw>
            </a:effectLst>
          </p:spPr>
          <p:txBody>
            <a:bodyPr lIns="68580" tIns="34290" rIns="68580" bIns="34290" anchor="ctr"/>
            <a:lstStyle/>
            <a:p>
              <a:pPr algn="ctr">
                <a:defRPr/>
              </a:pPr>
              <a:endParaRPr lang="id-ID" kern="0">
                <a:solidFill>
                  <a:prstClr val="white"/>
                </a:solidFill>
                <a:latin typeface="Calibri" panose="020F0502020204030204"/>
              </a:endParaRPr>
            </a:p>
          </p:txBody>
        </p:sp>
        <p:sp>
          <p:nvSpPr>
            <p:cNvPr id="47" name="Oval 157"/>
            <p:cNvSpPr>
              <a:spLocks noChangeAspect="1"/>
            </p:cNvSpPr>
            <p:nvPr/>
          </p:nvSpPr>
          <p:spPr>
            <a:xfrm flipH="1">
              <a:off x="5112884" y="2386332"/>
              <a:ext cx="813676" cy="813676"/>
            </a:xfrm>
            <a:prstGeom prst="ellipse">
              <a:avLst/>
            </a:prstGeom>
            <a:solidFill>
              <a:srgbClr val="679E2A"/>
            </a:solidFill>
            <a:ln w="28575" cap="flat">
              <a:noFill/>
              <a:prstDash val="solid"/>
              <a:miter lim="800000"/>
            </a:ln>
            <a:effectLst>
              <a:innerShdw blurRad="152400" dist="76200" dir="13500000">
                <a:prstClr val="black">
                  <a:alpha val="28000"/>
                </a:prstClr>
              </a:innerShdw>
            </a:effectLst>
          </p:spPr>
          <p:txBody>
            <a:bodyPr lIns="68580" tIns="34290" rIns="68580" bIns="34290"/>
            <a:lstStyle/>
            <a:p>
              <a:pPr>
                <a:defRPr/>
              </a:pPr>
              <a:endParaRPr lang="id-ID">
                <a:latin typeface="+mn-lt"/>
                <a:ea typeface="+mn-ea"/>
              </a:endParaRPr>
            </a:p>
          </p:txBody>
        </p:sp>
        <p:sp>
          <p:nvSpPr>
            <p:cNvPr id="48" name="Freeform 910"/>
            <p:cNvSpPr/>
            <p:nvPr/>
          </p:nvSpPr>
          <p:spPr bwMode="auto">
            <a:xfrm>
              <a:off x="5320904" y="2615804"/>
              <a:ext cx="377428" cy="381000"/>
            </a:xfrm>
            <a:custGeom>
              <a:avLst/>
              <a:gdLst>
                <a:gd name="T0" fmla="*/ 251521 w 280"/>
                <a:gd name="T1" fmla="*/ 0 h 283"/>
                <a:gd name="T2" fmla="*/ 0 w 280"/>
                <a:gd name="T3" fmla="*/ 218818 h 283"/>
                <a:gd name="T4" fmla="*/ 61084 w 280"/>
                <a:gd name="T5" fmla="*/ 186533 h 283"/>
                <a:gd name="T6" fmla="*/ 125761 w 280"/>
                <a:gd name="T7" fmla="*/ 222405 h 283"/>
                <a:gd name="T8" fmla="*/ 188641 w 280"/>
                <a:gd name="T9" fmla="*/ 186533 h 283"/>
                <a:gd name="T10" fmla="*/ 242538 w 280"/>
                <a:gd name="T11" fmla="*/ 209850 h 283"/>
                <a:gd name="T12" fmla="*/ 242538 w 280"/>
                <a:gd name="T13" fmla="*/ 347956 h 283"/>
                <a:gd name="T14" fmla="*/ 231759 w 280"/>
                <a:gd name="T15" fmla="*/ 347956 h 283"/>
                <a:gd name="T16" fmla="*/ 231759 w 280"/>
                <a:gd name="T17" fmla="*/ 398177 h 283"/>
                <a:gd name="T18" fmla="*/ 231759 w 280"/>
                <a:gd name="T19" fmla="*/ 448398 h 283"/>
                <a:gd name="T20" fmla="*/ 228165 w 280"/>
                <a:gd name="T21" fmla="*/ 464540 h 283"/>
                <a:gd name="T22" fmla="*/ 210200 w 280"/>
                <a:gd name="T23" fmla="*/ 473508 h 283"/>
                <a:gd name="T24" fmla="*/ 203013 w 280"/>
                <a:gd name="T25" fmla="*/ 473508 h 283"/>
                <a:gd name="T26" fmla="*/ 192234 w 280"/>
                <a:gd name="T27" fmla="*/ 468127 h 283"/>
                <a:gd name="T28" fmla="*/ 188641 w 280"/>
                <a:gd name="T29" fmla="*/ 460953 h 283"/>
                <a:gd name="T30" fmla="*/ 186844 w 280"/>
                <a:gd name="T31" fmla="*/ 450191 h 283"/>
                <a:gd name="T32" fmla="*/ 181454 w 280"/>
                <a:gd name="T33" fmla="*/ 437636 h 283"/>
                <a:gd name="T34" fmla="*/ 167082 w 280"/>
                <a:gd name="T35" fmla="*/ 430462 h 283"/>
                <a:gd name="T36" fmla="*/ 154506 w 280"/>
                <a:gd name="T37" fmla="*/ 435842 h 283"/>
                <a:gd name="T38" fmla="*/ 149116 w 280"/>
                <a:gd name="T39" fmla="*/ 450191 h 283"/>
                <a:gd name="T40" fmla="*/ 152709 w 280"/>
                <a:gd name="T41" fmla="*/ 473508 h 283"/>
                <a:gd name="T42" fmla="*/ 163489 w 280"/>
                <a:gd name="T43" fmla="*/ 491444 h 283"/>
                <a:gd name="T44" fmla="*/ 192234 w 280"/>
                <a:gd name="T45" fmla="*/ 505792 h 283"/>
                <a:gd name="T46" fmla="*/ 210200 w 280"/>
                <a:gd name="T47" fmla="*/ 507586 h 283"/>
                <a:gd name="T48" fmla="*/ 210200 w 280"/>
                <a:gd name="T49" fmla="*/ 507586 h 283"/>
                <a:gd name="T50" fmla="*/ 210200 w 280"/>
                <a:gd name="T51" fmla="*/ 507586 h 283"/>
                <a:gd name="T52" fmla="*/ 210200 w 280"/>
                <a:gd name="T53" fmla="*/ 507586 h 283"/>
                <a:gd name="T54" fmla="*/ 210200 w 280"/>
                <a:gd name="T55" fmla="*/ 507586 h 283"/>
                <a:gd name="T56" fmla="*/ 210200 w 280"/>
                <a:gd name="T57" fmla="*/ 507586 h 283"/>
                <a:gd name="T58" fmla="*/ 210200 w 280"/>
                <a:gd name="T59" fmla="*/ 507586 h 283"/>
                <a:gd name="T60" fmla="*/ 210200 w 280"/>
                <a:gd name="T61" fmla="*/ 507586 h 283"/>
                <a:gd name="T62" fmla="*/ 256911 w 280"/>
                <a:gd name="T63" fmla="*/ 487857 h 283"/>
                <a:gd name="T64" fmla="*/ 271283 w 280"/>
                <a:gd name="T65" fmla="*/ 448398 h 283"/>
                <a:gd name="T66" fmla="*/ 271283 w 280"/>
                <a:gd name="T67" fmla="*/ 448398 h 283"/>
                <a:gd name="T68" fmla="*/ 271283 w 280"/>
                <a:gd name="T69" fmla="*/ 448398 h 283"/>
                <a:gd name="T70" fmla="*/ 271283 w 280"/>
                <a:gd name="T71" fmla="*/ 398177 h 283"/>
                <a:gd name="T72" fmla="*/ 271283 w 280"/>
                <a:gd name="T73" fmla="*/ 347956 h 283"/>
                <a:gd name="T74" fmla="*/ 260504 w 280"/>
                <a:gd name="T75" fmla="*/ 347956 h 283"/>
                <a:gd name="T76" fmla="*/ 260504 w 280"/>
                <a:gd name="T77" fmla="*/ 209850 h 283"/>
                <a:gd name="T78" fmla="*/ 314401 w 280"/>
                <a:gd name="T79" fmla="*/ 188327 h 283"/>
                <a:gd name="T80" fmla="*/ 377282 w 280"/>
                <a:gd name="T81" fmla="*/ 222405 h 283"/>
                <a:gd name="T82" fmla="*/ 441958 w 280"/>
                <a:gd name="T83" fmla="*/ 188327 h 283"/>
                <a:gd name="T84" fmla="*/ 503042 w 280"/>
                <a:gd name="T85" fmla="*/ 220612 h 283"/>
                <a:gd name="T86" fmla="*/ 251521 w 280"/>
                <a:gd name="T87" fmla="*/ 0 h 283"/>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280" h="283">
                  <a:moveTo>
                    <a:pt x="140" y="0"/>
                  </a:moveTo>
                  <a:cubicBezTo>
                    <a:pt x="68" y="0"/>
                    <a:pt x="9" y="54"/>
                    <a:pt x="0" y="122"/>
                  </a:cubicBezTo>
                  <a:cubicBezTo>
                    <a:pt x="7" y="112"/>
                    <a:pt x="20" y="104"/>
                    <a:pt x="34" y="104"/>
                  </a:cubicBezTo>
                  <a:cubicBezTo>
                    <a:pt x="50" y="104"/>
                    <a:pt x="63" y="112"/>
                    <a:pt x="70" y="124"/>
                  </a:cubicBezTo>
                  <a:cubicBezTo>
                    <a:pt x="76" y="113"/>
                    <a:pt x="89" y="104"/>
                    <a:pt x="105" y="104"/>
                  </a:cubicBezTo>
                  <a:cubicBezTo>
                    <a:pt x="117" y="104"/>
                    <a:pt x="128" y="110"/>
                    <a:pt x="135" y="117"/>
                  </a:cubicBezTo>
                  <a:cubicBezTo>
                    <a:pt x="135" y="194"/>
                    <a:pt x="135" y="194"/>
                    <a:pt x="135" y="194"/>
                  </a:cubicBezTo>
                  <a:cubicBezTo>
                    <a:pt x="129" y="194"/>
                    <a:pt x="129" y="194"/>
                    <a:pt x="129" y="194"/>
                  </a:cubicBezTo>
                  <a:cubicBezTo>
                    <a:pt x="129" y="194"/>
                    <a:pt x="129" y="208"/>
                    <a:pt x="129" y="222"/>
                  </a:cubicBezTo>
                  <a:cubicBezTo>
                    <a:pt x="129" y="236"/>
                    <a:pt x="129" y="250"/>
                    <a:pt x="129" y="250"/>
                  </a:cubicBezTo>
                  <a:cubicBezTo>
                    <a:pt x="129" y="252"/>
                    <a:pt x="129" y="256"/>
                    <a:pt x="127" y="259"/>
                  </a:cubicBezTo>
                  <a:cubicBezTo>
                    <a:pt x="125" y="262"/>
                    <a:pt x="122" y="264"/>
                    <a:pt x="117" y="264"/>
                  </a:cubicBezTo>
                  <a:cubicBezTo>
                    <a:pt x="116" y="264"/>
                    <a:pt x="115" y="264"/>
                    <a:pt x="113" y="264"/>
                  </a:cubicBezTo>
                  <a:cubicBezTo>
                    <a:pt x="111" y="263"/>
                    <a:pt x="109" y="262"/>
                    <a:pt x="107" y="261"/>
                  </a:cubicBezTo>
                  <a:cubicBezTo>
                    <a:pt x="106" y="259"/>
                    <a:pt x="106" y="258"/>
                    <a:pt x="105" y="257"/>
                  </a:cubicBezTo>
                  <a:cubicBezTo>
                    <a:pt x="104" y="255"/>
                    <a:pt x="104" y="253"/>
                    <a:pt x="104" y="251"/>
                  </a:cubicBezTo>
                  <a:cubicBezTo>
                    <a:pt x="104" y="248"/>
                    <a:pt x="103" y="245"/>
                    <a:pt x="101" y="244"/>
                  </a:cubicBezTo>
                  <a:cubicBezTo>
                    <a:pt x="99" y="242"/>
                    <a:pt x="96" y="240"/>
                    <a:pt x="93" y="240"/>
                  </a:cubicBezTo>
                  <a:cubicBezTo>
                    <a:pt x="90" y="240"/>
                    <a:pt x="88" y="242"/>
                    <a:pt x="86" y="243"/>
                  </a:cubicBezTo>
                  <a:cubicBezTo>
                    <a:pt x="84" y="245"/>
                    <a:pt x="83" y="248"/>
                    <a:pt x="83" y="251"/>
                  </a:cubicBezTo>
                  <a:cubicBezTo>
                    <a:pt x="83" y="256"/>
                    <a:pt x="83" y="260"/>
                    <a:pt x="85" y="264"/>
                  </a:cubicBezTo>
                  <a:cubicBezTo>
                    <a:pt x="86" y="267"/>
                    <a:pt x="88" y="271"/>
                    <a:pt x="91" y="274"/>
                  </a:cubicBezTo>
                  <a:cubicBezTo>
                    <a:pt x="96" y="278"/>
                    <a:pt x="102" y="281"/>
                    <a:pt x="107" y="282"/>
                  </a:cubicBezTo>
                  <a:cubicBezTo>
                    <a:pt x="112" y="283"/>
                    <a:pt x="116" y="283"/>
                    <a:pt x="117" y="283"/>
                  </a:cubicBezTo>
                  <a:cubicBezTo>
                    <a:pt x="117" y="283"/>
                    <a:pt x="117" y="283"/>
                    <a:pt x="117" y="283"/>
                  </a:cubicBezTo>
                  <a:cubicBezTo>
                    <a:pt x="117" y="283"/>
                    <a:pt x="117" y="283"/>
                    <a:pt x="117" y="283"/>
                  </a:cubicBezTo>
                  <a:cubicBezTo>
                    <a:pt x="117" y="283"/>
                    <a:pt x="117" y="283"/>
                    <a:pt x="117" y="283"/>
                  </a:cubicBezTo>
                  <a:cubicBezTo>
                    <a:pt x="117" y="283"/>
                    <a:pt x="117" y="283"/>
                    <a:pt x="117" y="283"/>
                  </a:cubicBezTo>
                  <a:cubicBezTo>
                    <a:pt x="117" y="283"/>
                    <a:pt x="117" y="283"/>
                    <a:pt x="117" y="283"/>
                  </a:cubicBezTo>
                  <a:cubicBezTo>
                    <a:pt x="117" y="283"/>
                    <a:pt x="117" y="283"/>
                    <a:pt x="117" y="283"/>
                  </a:cubicBezTo>
                  <a:cubicBezTo>
                    <a:pt x="117" y="283"/>
                    <a:pt x="117" y="283"/>
                    <a:pt x="117" y="283"/>
                  </a:cubicBezTo>
                  <a:cubicBezTo>
                    <a:pt x="129" y="283"/>
                    <a:pt x="137" y="278"/>
                    <a:pt x="143" y="272"/>
                  </a:cubicBezTo>
                  <a:cubicBezTo>
                    <a:pt x="148" y="265"/>
                    <a:pt x="150" y="257"/>
                    <a:pt x="151" y="250"/>
                  </a:cubicBezTo>
                  <a:cubicBezTo>
                    <a:pt x="151" y="250"/>
                    <a:pt x="151" y="250"/>
                    <a:pt x="151" y="250"/>
                  </a:cubicBezTo>
                  <a:cubicBezTo>
                    <a:pt x="151" y="250"/>
                    <a:pt x="151" y="250"/>
                    <a:pt x="151" y="250"/>
                  </a:cubicBezTo>
                  <a:cubicBezTo>
                    <a:pt x="151" y="222"/>
                    <a:pt x="151" y="222"/>
                    <a:pt x="151" y="222"/>
                  </a:cubicBezTo>
                  <a:cubicBezTo>
                    <a:pt x="151" y="194"/>
                    <a:pt x="151" y="194"/>
                    <a:pt x="151" y="194"/>
                  </a:cubicBezTo>
                  <a:cubicBezTo>
                    <a:pt x="145" y="194"/>
                    <a:pt x="145" y="194"/>
                    <a:pt x="145" y="194"/>
                  </a:cubicBezTo>
                  <a:cubicBezTo>
                    <a:pt x="145" y="117"/>
                    <a:pt x="145" y="117"/>
                    <a:pt x="145" y="117"/>
                  </a:cubicBezTo>
                  <a:cubicBezTo>
                    <a:pt x="152" y="109"/>
                    <a:pt x="163" y="104"/>
                    <a:pt x="175" y="105"/>
                  </a:cubicBezTo>
                  <a:cubicBezTo>
                    <a:pt x="191" y="105"/>
                    <a:pt x="204" y="113"/>
                    <a:pt x="210" y="124"/>
                  </a:cubicBezTo>
                  <a:cubicBezTo>
                    <a:pt x="217" y="113"/>
                    <a:pt x="230" y="105"/>
                    <a:pt x="246" y="105"/>
                  </a:cubicBezTo>
                  <a:cubicBezTo>
                    <a:pt x="260" y="105"/>
                    <a:pt x="273" y="112"/>
                    <a:pt x="280" y="123"/>
                  </a:cubicBezTo>
                  <a:cubicBezTo>
                    <a:pt x="271" y="54"/>
                    <a:pt x="212" y="0"/>
                    <a:pt x="140" y="0"/>
                  </a:cubicBez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lIns="68580" tIns="34290" rIns="68580" bIns="34290"/>
            <a:lstStyle/>
            <a:p>
              <a:endParaRPr lang="zh-CN" altLang="en-US"/>
            </a:p>
          </p:txBody>
        </p:sp>
      </p:grpSp>
      <p:grpSp>
        <p:nvGrpSpPr>
          <p:cNvPr id="49" name="组合 48"/>
          <p:cNvGrpSpPr/>
          <p:nvPr>
            <p:custDataLst>
              <p:tags r:id="rId1"/>
            </p:custDataLst>
          </p:nvPr>
        </p:nvGrpSpPr>
        <p:grpSpPr>
          <a:xfrm>
            <a:off x="759639" y="1297774"/>
            <a:ext cx="3951471" cy="807782"/>
            <a:chOff x="971600" y="898994"/>
            <a:chExt cx="3951471" cy="807782"/>
          </a:xfrm>
        </p:grpSpPr>
        <p:grpSp>
          <p:nvGrpSpPr>
            <p:cNvPr id="50" name="组合 49"/>
            <p:cNvGrpSpPr/>
            <p:nvPr/>
          </p:nvGrpSpPr>
          <p:grpSpPr>
            <a:xfrm>
              <a:off x="1475656" y="915566"/>
              <a:ext cx="3447415" cy="791210"/>
              <a:chOff x="2195736" y="1145381"/>
              <a:chExt cx="3447415" cy="791210"/>
            </a:xfrm>
          </p:grpSpPr>
          <p:sp>
            <p:nvSpPr>
              <p:cNvPr id="52" name="文本框 131"/>
              <p:cNvSpPr txBox="1"/>
              <p:nvPr>
                <p:custDataLst>
                  <p:tags r:id="rId2"/>
                </p:custDataLst>
              </p:nvPr>
            </p:nvSpPr>
            <p:spPr>
              <a:xfrm>
                <a:off x="2195736" y="1560671"/>
                <a:ext cx="3348990" cy="375920"/>
              </a:xfrm>
              <a:prstGeom prst="rect">
                <a:avLst/>
              </a:prstGeom>
              <a:noFill/>
            </p:spPr>
            <p:txBody>
              <a:bodyPr wrap="square" lIns="68580" tIns="34290" rIns="68580" bIns="34290" rtlCol="0">
                <a:spAutoFit/>
              </a:bodyPr>
              <a:lstStyle/>
              <a:p>
                <a:pPr algn="just"/>
                <a:r>
                  <a:rPr lang="zh-CN" altLang="en-US" sz="1000" dirty="0">
                    <a:solidFill>
                      <a:schemeClr val="tx1">
                        <a:lumMod val="65000"/>
                        <a:lumOff val="35000"/>
                      </a:schemeClr>
                    </a:solidFill>
                    <a:latin typeface="微软雅黑" panose="020B0503020204020204" pitchFamily="34" charset="-122"/>
                    <a:ea typeface="微软雅黑" panose="020B0503020204020204" pitchFamily="34" charset="-122"/>
                  </a:rPr>
                  <a:t>从</a:t>
                </a:r>
                <a:r>
                  <a:rPr lang="en-US" altLang="zh-CN" sz="1000" dirty="0">
                    <a:solidFill>
                      <a:schemeClr val="tx1">
                        <a:lumMod val="65000"/>
                        <a:lumOff val="35000"/>
                      </a:schemeClr>
                    </a:solidFill>
                    <a:latin typeface="微软雅黑" panose="020B0503020204020204" pitchFamily="34" charset="-122"/>
                    <a:ea typeface="微软雅黑" panose="020B0503020204020204" pitchFamily="34" charset="-122"/>
                  </a:rPr>
                  <a:t>“</a:t>
                </a:r>
                <a:r>
                  <a:rPr lang="zh-CN" altLang="en-US" sz="1000" dirty="0">
                    <a:solidFill>
                      <a:schemeClr val="tx1">
                        <a:lumMod val="65000"/>
                        <a:lumOff val="35000"/>
                      </a:schemeClr>
                    </a:solidFill>
                    <a:latin typeface="微软雅黑" panose="020B0503020204020204" pitchFamily="34" charset="-122"/>
                    <a:ea typeface="微软雅黑" panose="020B0503020204020204" pitchFamily="34" charset="-122"/>
                  </a:rPr>
                  <a:t>授权码传输路径控制</a:t>
                </a:r>
                <a:r>
                  <a:rPr lang="en-US" altLang="zh-CN" sz="1000" dirty="0">
                    <a:solidFill>
                      <a:schemeClr val="tx1">
                        <a:lumMod val="65000"/>
                        <a:lumOff val="35000"/>
                      </a:schemeClr>
                    </a:solidFill>
                    <a:latin typeface="微软雅黑" panose="020B0503020204020204" pitchFamily="34" charset="-122"/>
                    <a:ea typeface="微软雅黑" panose="020B0503020204020204" pitchFamily="34" charset="-122"/>
                  </a:rPr>
                  <a:t>”</a:t>
                </a:r>
                <a:r>
                  <a:rPr lang="zh-CN" altLang="en-US" sz="1000" dirty="0">
                    <a:solidFill>
                      <a:schemeClr val="tx1">
                        <a:lumMod val="65000"/>
                        <a:lumOff val="35000"/>
                      </a:schemeClr>
                    </a:solidFill>
                    <a:latin typeface="微软雅黑" panose="020B0503020204020204" pitchFamily="34" charset="-122"/>
                    <a:ea typeface="微软雅黑" panose="020B0503020204020204" pitchFamily="34" charset="-122"/>
                  </a:rPr>
                  <a:t>与</a:t>
                </a:r>
                <a:r>
                  <a:rPr lang="en-US" altLang="zh-CN" sz="1000" dirty="0">
                    <a:solidFill>
                      <a:schemeClr val="tx1">
                        <a:lumMod val="65000"/>
                        <a:lumOff val="35000"/>
                      </a:schemeClr>
                    </a:solidFill>
                    <a:latin typeface="微软雅黑" panose="020B0503020204020204" pitchFamily="34" charset="-122"/>
                    <a:ea typeface="微软雅黑" panose="020B0503020204020204" pitchFamily="34" charset="-122"/>
                  </a:rPr>
                  <a:t>“</a:t>
                </a:r>
                <a:r>
                  <a:rPr lang="zh-CN" altLang="en-US" sz="1000" dirty="0">
                    <a:solidFill>
                      <a:schemeClr val="tx1">
                        <a:lumMod val="65000"/>
                        <a:lumOff val="35000"/>
                      </a:schemeClr>
                    </a:solidFill>
                    <a:latin typeface="微软雅黑" panose="020B0503020204020204" pitchFamily="34" charset="-122"/>
                    <a:ea typeface="微软雅黑" panose="020B0503020204020204" pitchFamily="34" charset="-122"/>
                  </a:rPr>
                  <a:t>授权码有效性保障</a:t>
                </a:r>
                <a:r>
                  <a:rPr lang="en-US" altLang="zh-CN" sz="1000" dirty="0">
                    <a:solidFill>
                      <a:schemeClr val="tx1">
                        <a:lumMod val="65000"/>
                        <a:lumOff val="35000"/>
                      </a:schemeClr>
                    </a:solidFill>
                    <a:latin typeface="微软雅黑" panose="020B0503020204020204" pitchFamily="34" charset="-122"/>
                    <a:ea typeface="微软雅黑" panose="020B0503020204020204" pitchFamily="34" charset="-122"/>
                  </a:rPr>
                  <a:t>”</a:t>
                </a:r>
                <a:r>
                  <a:rPr lang="zh-CN" altLang="en-US" sz="1000" dirty="0">
                    <a:solidFill>
                      <a:schemeClr val="tx1">
                        <a:lumMod val="65000"/>
                        <a:lumOff val="35000"/>
                      </a:schemeClr>
                    </a:solidFill>
                    <a:latin typeface="微软雅黑" panose="020B0503020204020204" pitchFamily="34" charset="-122"/>
                    <a:ea typeface="微软雅黑" panose="020B0503020204020204" pitchFamily="34" charset="-122"/>
                  </a:rPr>
                  <a:t>两个关键面出发，系统性挖掘可能存在的新型漏洞。</a:t>
                </a:r>
                <a:endParaRPr lang="zh-CN" altLang="en-US" sz="10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53" name="文本框 131"/>
              <p:cNvSpPr txBox="1"/>
              <p:nvPr>
                <p:custDataLst>
                  <p:tags r:id="rId3"/>
                </p:custDataLst>
              </p:nvPr>
            </p:nvSpPr>
            <p:spPr>
              <a:xfrm>
                <a:off x="2195736" y="1145381"/>
                <a:ext cx="3447415" cy="345440"/>
              </a:xfrm>
              <a:prstGeom prst="rect">
                <a:avLst/>
              </a:prstGeom>
              <a:noFill/>
            </p:spPr>
            <p:txBody>
              <a:bodyPr wrap="square" lIns="68580" tIns="34290" rIns="68580" bIns="34290" rtlCol="0">
                <a:spAutoFit/>
              </a:bodyPr>
              <a:lstStyle/>
              <a:p>
                <a:pPr algn="just"/>
                <a:r>
                  <a:rPr lang="zh-CN" altLang="en-US" b="1" dirty="0">
                    <a:solidFill>
                      <a:schemeClr val="tx1">
                        <a:lumMod val="75000"/>
                        <a:lumOff val="25000"/>
                      </a:schemeClr>
                    </a:solidFill>
                    <a:latin typeface="微软雅黑" panose="020B0503020204020204" pitchFamily="34" charset="-122"/>
                    <a:ea typeface="微软雅黑" panose="020B0503020204020204" pitchFamily="34" charset="-122"/>
                  </a:rPr>
                  <a:t>研究</a:t>
                </a:r>
                <a:r>
                  <a:rPr lang="en-US" altLang="zh-CN" b="1" dirty="0">
                    <a:solidFill>
                      <a:schemeClr val="tx1">
                        <a:lumMod val="75000"/>
                        <a:lumOff val="25000"/>
                      </a:schemeClr>
                    </a:solidFill>
                    <a:latin typeface="微软雅黑" panose="020B0503020204020204" pitchFamily="34" charset="-122"/>
                    <a:ea typeface="微软雅黑" panose="020B0503020204020204" pitchFamily="34" charset="-122"/>
                  </a:rPr>
                  <a:t>OAuth</a:t>
                </a:r>
                <a:r>
                  <a:rPr lang="zh-CN" altLang="en-US" b="1" dirty="0">
                    <a:solidFill>
                      <a:schemeClr val="tx1">
                        <a:lumMod val="75000"/>
                        <a:lumOff val="25000"/>
                      </a:schemeClr>
                    </a:solidFill>
                    <a:latin typeface="微软雅黑" panose="020B0503020204020204" pitchFamily="34" charset="-122"/>
                    <a:ea typeface="微软雅黑" panose="020B0503020204020204" pitchFamily="34" charset="-122"/>
                  </a:rPr>
                  <a:t>实现中新的安全漏洞</a:t>
                </a:r>
                <a:endParaRPr lang="zh-CN" altLang="en-US"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grpSp>
        <p:sp>
          <p:nvSpPr>
            <p:cNvPr id="51" name="文本框 131"/>
            <p:cNvSpPr txBox="1"/>
            <p:nvPr>
              <p:custDataLst>
                <p:tags r:id="rId4"/>
              </p:custDataLst>
            </p:nvPr>
          </p:nvSpPr>
          <p:spPr>
            <a:xfrm>
              <a:off x="971600" y="898994"/>
              <a:ext cx="504056" cy="345440"/>
            </a:xfrm>
            <a:prstGeom prst="rect">
              <a:avLst/>
            </a:prstGeom>
            <a:noFill/>
          </p:spPr>
          <p:txBody>
            <a:bodyPr wrap="square" lIns="68580" tIns="34290" rIns="68580" bIns="34290" rtlCol="0">
              <a:spAutoFit/>
            </a:bodyPr>
            <a:lstStyle/>
            <a:p>
              <a:pPr algn="ctr"/>
              <a:r>
                <a:rPr lang="en-US" altLang="zh-CN" b="1" dirty="0">
                  <a:solidFill>
                    <a:schemeClr val="tx1">
                      <a:lumMod val="65000"/>
                      <a:lumOff val="35000"/>
                    </a:schemeClr>
                  </a:solidFill>
                  <a:latin typeface="微软雅黑" panose="020B0503020204020204" pitchFamily="34" charset="-122"/>
                  <a:ea typeface="微软雅黑" panose="020B0503020204020204" pitchFamily="34" charset="-122"/>
                </a:rPr>
                <a:t>01</a:t>
              </a:r>
              <a:endParaRPr lang="zh-CN" altLang="en-US" b="1" dirty="0">
                <a:solidFill>
                  <a:schemeClr val="tx1">
                    <a:lumMod val="65000"/>
                    <a:lumOff val="35000"/>
                  </a:schemeClr>
                </a:solidFill>
                <a:latin typeface="微软雅黑" panose="020B0503020204020204" pitchFamily="34" charset="-122"/>
                <a:ea typeface="微软雅黑" panose="020B0503020204020204" pitchFamily="34" charset="-122"/>
              </a:endParaRPr>
            </a:p>
          </p:txBody>
        </p:sp>
      </p:grpSp>
      <p:grpSp>
        <p:nvGrpSpPr>
          <p:cNvPr id="54" name="组合 53"/>
          <p:cNvGrpSpPr/>
          <p:nvPr>
            <p:custDataLst>
              <p:tags r:id="rId5"/>
            </p:custDataLst>
          </p:nvPr>
        </p:nvGrpSpPr>
        <p:grpSpPr>
          <a:xfrm>
            <a:off x="759639" y="2274391"/>
            <a:ext cx="3972426" cy="1228152"/>
            <a:chOff x="971600" y="915504"/>
            <a:chExt cx="3972426" cy="1228152"/>
          </a:xfrm>
        </p:grpSpPr>
        <p:grpSp>
          <p:nvGrpSpPr>
            <p:cNvPr id="55" name="组合 54"/>
            <p:cNvGrpSpPr/>
            <p:nvPr/>
          </p:nvGrpSpPr>
          <p:grpSpPr>
            <a:xfrm>
              <a:off x="1454701" y="915566"/>
              <a:ext cx="3489325" cy="1228090"/>
              <a:chOff x="2174781" y="1145381"/>
              <a:chExt cx="3489325" cy="1228090"/>
            </a:xfrm>
          </p:grpSpPr>
          <p:sp>
            <p:nvSpPr>
              <p:cNvPr id="57" name="文本框 131"/>
              <p:cNvSpPr txBox="1"/>
              <p:nvPr>
                <p:custDataLst>
                  <p:tags r:id="rId6"/>
                </p:custDataLst>
              </p:nvPr>
            </p:nvSpPr>
            <p:spPr>
              <a:xfrm>
                <a:off x="2174781" y="1843246"/>
                <a:ext cx="3442335" cy="530225"/>
              </a:xfrm>
              <a:prstGeom prst="rect">
                <a:avLst/>
              </a:prstGeom>
              <a:noFill/>
            </p:spPr>
            <p:txBody>
              <a:bodyPr wrap="square" lIns="68580" tIns="34290" rIns="68580" bIns="34290" rtlCol="0">
                <a:spAutoFit/>
              </a:bodyPr>
              <a:lstStyle/>
              <a:p>
                <a:pPr algn="just"/>
                <a:r>
                  <a:rPr lang="zh-CN" altLang="en-US" sz="1000" dirty="0">
                    <a:solidFill>
                      <a:schemeClr val="tx1">
                        <a:lumMod val="65000"/>
                        <a:lumOff val="35000"/>
                      </a:schemeClr>
                    </a:solidFill>
                    <a:latin typeface="微软雅黑" panose="020B0503020204020204" pitchFamily="34" charset="-122"/>
                    <a:ea typeface="微软雅黑" panose="020B0503020204020204" pitchFamily="34" charset="-122"/>
                  </a:rPr>
                  <a:t>构建一套可控的</a:t>
                </a:r>
                <a:r>
                  <a:rPr lang="en-US" altLang="zh-CN" sz="1000" dirty="0">
                    <a:solidFill>
                      <a:schemeClr val="tx1">
                        <a:lumMod val="65000"/>
                        <a:lumOff val="35000"/>
                      </a:schemeClr>
                    </a:solidFill>
                    <a:latin typeface="微软雅黑" panose="020B0503020204020204" pitchFamily="34" charset="-122"/>
                    <a:ea typeface="微软雅黑" panose="020B0503020204020204" pitchFamily="34" charset="-122"/>
                  </a:rPr>
                  <a:t>OAuth</a:t>
                </a:r>
                <a:r>
                  <a:rPr lang="zh-CN" altLang="en-US" sz="1000" dirty="0">
                    <a:solidFill>
                      <a:schemeClr val="tx1">
                        <a:lumMod val="65000"/>
                        <a:lumOff val="35000"/>
                      </a:schemeClr>
                    </a:solidFill>
                    <a:latin typeface="微软雅黑" panose="020B0503020204020204" pitchFamily="34" charset="-122"/>
                    <a:ea typeface="微软雅黑" panose="020B0503020204020204" pitchFamily="34" charset="-122"/>
                  </a:rPr>
                  <a:t>客户端</a:t>
                </a:r>
                <a:r>
                  <a:rPr lang="en-US" altLang="zh-CN" sz="1000" dirty="0">
                    <a:solidFill>
                      <a:schemeClr val="tx1">
                        <a:lumMod val="65000"/>
                        <a:lumOff val="35000"/>
                      </a:schemeClr>
                    </a:solidFill>
                    <a:latin typeface="微软雅黑" panose="020B0503020204020204" pitchFamily="34" charset="-122"/>
                    <a:ea typeface="微软雅黑" panose="020B0503020204020204" pitchFamily="34" charset="-122"/>
                  </a:rPr>
                  <a:t>-</a:t>
                </a:r>
                <a:r>
                  <a:rPr lang="zh-CN" altLang="en-US" sz="1000" dirty="0">
                    <a:solidFill>
                      <a:schemeClr val="tx1">
                        <a:lumMod val="65000"/>
                        <a:lumOff val="35000"/>
                      </a:schemeClr>
                    </a:solidFill>
                    <a:latin typeface="微软雅黑" panose="020B0503020204020204" pitchFamily="34" charset="-122"/>
                    <a:ea typeface="微软雅黑" panose="020B0503020204020204" pitchFamily="34" charset="-122"/>
                  </a:rPr>
                  <a:t>服务器模拟测试平台，复现授权码传递、验证与令牌交换的全流程，并在关键交互环节注入异常配置与攻击载荷，进行安全性测试与行为观测。</a:t>
                </a:r>
                <a:endParaRPr lang="zh-CN" altLang="en-US" sz="10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62" name="文本框 131"/>
              <p:cNvSpPr txBox="1"/>
              <p:nvPr>
                <p:custDataLst>
                  <p:tags r:id="rId7"/>
                </p:custDataLst>
              </p:nvPr>
            </p:nvSpPr>
            <p:spPr>
              <a:xfrm>
                <a:off x="2195736" y="1145381"/>
                <a:ext cx="3468370" cy="622300"/>
              </a:xfrm>
              <a:prstGeom prst="rect">
                <a:avLst/>
              </a:prstGeom>
              <a:noFill/>
            </p:spPr>
            <p:txBody>
              <a:bodyPr wrap="square" lIns="68580" tIns="34290" rIns="68580" bIns="34290" rtlCol="0">
                <a:spAutoFit/>
              </a:bodyPr>
              <a:lstStyle/>
              <a:p>
                <a:pPr algn="just"/>
                <a:r>
                  <a:rPr lang="zh-CN" altLang="en-US" b="1" dirty="0">
                    <a:solidFill>
                      <a:schemeClr val="tx1">
                        <a:lumMod val="75000"/>
                        <a:lumOff val="25000"/>
                      </a:schemeClr>
                    </a:solidFill>
                    <a:latin typeface="微软雅黑" panose="020B0503020204020204" pitchFamily="34" charset="-122"/>
                    <a:ea typeface="微软雅黑" panose="020B0503020204020204" pitchFamily="34" charset="-122"/>
                  </a:rPr>
                  <a:t>部署</a:t>
                </a:r>
                <a:r>
                  <a:rPr lang="en-US" altLang="zh-CN" b="1" dirty="0">
                    <a:solidFill>
                      <a:schemeClr val="tx1">
                        <a:lumMod val="75000"/>
                        <a:lumOff val="25000"/>
                      </a:schemeClr>
                    </a:solidFill>
                    <a:latin typeface="微软雅黑" panose="020B0503020204020204" pitchFamily="34" charset="-122"/>
                    <a:ea typeface="微软雅黑" panose="020B0503020204020204" pitchFamily="34" charset="-122"/>
                  </a:rPr>
                  <a:t>OAuth</a:t>
                </a:r>
                <a:r>
                  <a:rPr lang="zh-CN" altLang="en-US" b="1" dirty="0">
                    <a:solidFill>
                      <a:schemeClr val="tx1">
                        <a:lumMod val="75000"/>
                        <a:lumOff val="25000"/>
                      </a:schemeClr>
                    </a:solidFill>
                    <a:latin typeface="微软雅黑" panose="020B0503020204020204" pitchFamily="34" charset="-122"/>
                    <a:ea typeface="微软雅黑" panose="020B0503020204020204" pitchFamily="34" charset="-122"/>
                  </a:rPr>
                  <a:t>客户端</a:t>
                </a:r>
                <a:r>
                  <a:rPr lang="en-US" altLang="zh-CN" b="1" dirty="0">
                    <a:solidFill>
                      <a:schemeClr val="tx1">
                        <a:lumMod val="75000"/>
                        <a:lumOff val="25000"/>
                      </a:schemeClr>
                    </a:solidFill>
                    <a:latin typeface="微软雅黑" panose="020B0503020204020204" pitchFamily="34" charset="-122"/>
                    <a:ea typeface="微软雅黑" panose="020B0503020204020204" pitchFamily="34" charset="-122"/>
                  </a:rPr>
                  <a:t>-</a:t>
                </a:r>
                <a:r>
                  <a:rPr lang="zh-CN" altLang="en-US" b="1" dirty="0">
                    <a:solidFill>
                      <a:schemeClr val="tx1">
                        <a:lumMod val="75000"/>
                        <a:lumOff val="25000"/>
                      </a:schemeClr>
                    </a:solidFill>
                    <a:latin typeface="微软雅黑" panose="020B0503020204020204" pitchFamily="34" charset="-122"/>
                    <a:ea typeface="微软雅黑" panose="020B0503020204020204" pitchFamily="34" charset="-122"/>
                  </a:rPr>
                  <a:t>服务器进行模拟测试</a:t>
                </a:r>
                <a:endParaRPr lang="zh-CN" altLang="en-US"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grpSp>
        <p:sp>
          <p:nvSpPr>
            <p:cNvPr id="56" name="文本框 131"/>
            <p:cNvSpPr txBox="1"/>
            <p:nvPr>
              <p:custDataLst>
                <p:tags r:id="rId8"/>
              </p:custDataLst>
            </p:nvPr>
          </p:nvSpPr>
          <p:spPr>
            <a:xfrm>
              <a:off x="971600" y="915504"/>
              <a:ext cx="504056" cy="345440"/>
            </a:xfrm>
            <a:prstGeom prst="rect">
              <a:avLst/>
            </a:prstGeom>
            <a:noFill/>
          </p:spPr>
          <p:txBody>
            <a:bodyPr wrap="square" lIns="68580" tIns="34290" rIns="68580" bIns="34290" rtlCol="0">
              <a:spAutoFit/>
            </a:bodyPr>
            <a:lstStyle/>
            <a:p>
              <a:pPr algn="ctr"/>
              <a:r>
                <a:rPr lang="en-US" altLang="zh-CN" b="1" dirty="0">
                  <a:solidFill>
                    <a:schemeClr val="tx1">
                      <a:lumMod val="65000"/>
                      <a:lumOff val="35000"/>
                    </a:schemeClr>
                  </a:solidFill>
                  <a:latin typeface="微软雅黑" panose="020B0503020204020204" pitchFamily="34" charset="-122"/>
                  <a:ea typeface="微软雅黑" panose="020B0503020204020204" pitchFamily="34" charset="-122"/>
                </a:rPr>
                <a:t>02</a:t>
              </a:r>
              <a:endParaRPr lang="zh-CN" altLang="en-US" b="1" dirty="0">
                <a:solidFill>
                  <a:schemeClr val="tx1">
                    <a:lumMod val="65000"/>
                    <a:lumOff val="35000"/>
                  </a:schemeClr>
                </a:solidFill>
                <a:latin typeface="微软雅黑" panose="020B0503020204020204" pitchFamily="34" charset="-122"/>
                <a:ea typeface="微软雅黑" panose="020B0503020204020204" pitchFamily="34" charset="-122"/>
              </a:endParaRPr>
            </a:p>
          </p:txBody>
        </p:sp>
      </p:grpSp>
      <p:grpSp>
        <p:nvGrpSpPr>
          <p:cNvPr id="66" name="组合 65"/>
          <p:cNvGrpSpPr/>
          <p:nvPr>
            <p:custDataLst>
              <p:tags r:id="rId9"/>
            </p:custDataLst>
          </p:nvPr>
        </p:nvGrpSpPr>
        <p:grpSpPr>
          <a:xfrm>
            <a:off x="781864" y="3613020"/>
            <a:ext cx="3915911" cy="727710"/>
            <a:chOff x="922070" y="915566"/>
            <a:chExt cx="3915911" cy="727710"/>
          </a:xfrm>
        </p:grpSpPr>
        <p:grpSp>
          <p:nvGrpSpPr>
            <p:cNvPr id="67" name="组合 66"/>
            <p:cNvGrpSpPr/>
            <p:nvPr/>
          </p:nvGrpSpPr>
          <p:grpSpPr>
            <a:xfrm>
              <a:off x="1397551" y="915566"/>
              <a:ext cx="3440430" cy="727710"/>
              <a:chOff x="2117631" y="1145381"/>
              <a:chExt cx="3440430" cy="727710"/>
            </a:xfrm>
          </p:grpSpPr>
          <p:sp>
            <p:nvSpPr>
              <p:cNvPr id="69" name="文本框 131"/>
              <p:cNvSpPr txBox="1"/>
              <p:nvPr>
                <p:custDataLst>
                  <p:tags r:id="rId10"/>
                </p:custDataLst>
              </p:nvPr>
            </p:nvSpPr>
            <p:spPr>
              <a:xfrm>
                <a:off x="2117631" y="1497171"/>
                <a:ext cx="3440430" cy="375920"/>
              </a:xfrm>
              <a:prstGeom prst="rect">
                <a:avLst/>
              </a:prstGeom>
              <a:noFill/>
            </p:spPr>
            <p:txBody>
              <a:bodyPr wrap="square" lIns="68580" tIns="34290" rIns="68580" bIns="34290" rtlCol="0">
                <a:spAutoFit/>
              </a:bodyPr>
              <a:lstStyle/>
              <a:p>
                <a:pPr algn="just"/>
                <a:r>
                  <a:rPr lang="zh-CN" altLang="en-US" sz="1000" dirty="0">
                    <a:solidFill>
                      <a:schemeClr val="tx1">
                        <a:lumMod val="65000"/>
                        <a:lumOff val="35000"/>
                      </a:schemeClr>
                    </a:solidFill>
                    <a:latin typeface="微软雅黑" panose="020B0503020204020204" pitchFamily="34" charset="-122"/>
                    <a:ea typeface="微软雅黑" panose="020B0503020204020204" pitchFamily="34" charset="-122"/>
                  </a:rPr>
                  <a:t>基于</a:t>
                </a:r>
                <a:r>
                  <a:rPr lang="en-US" altLang="zh-CN" sz="1000" dirty="0">
                    <a:solidFill>
                      <a:schemeClr val="tx1">
                        <a:lumMod val="65000"/>
                        <a:lumOff val="35000"/>
                      </a:schemeClr>
                    </a:solidFill>
                    <a:latin typeface="微软雅黑" panose="020B0503020204020204" pitchFamily="34" charset="-122"/>
                    <a:ea typeface="微软雅黑" panose="020B0503020204020204" pitchFamily="34" charset="-122"/>
                  </a:rPr>
                  <a:t>SSO-moniter</a:t>
                </a:r>
                <a:r>
                  <a:rPr lang="zh-CN" altLang="en-US" sz="1000" dirty="0">
                    <a:solidFill>
                      <a:schemeClr val="tx1">
                        <a:lumMod val="65000"/>
                        <a:lumOff val="35000"/>
                      </a:schemeClr>
                    </a:solidFill>
                    <a:latin typeface="微软雅黑" panose="020B0503020204020204" pitchFamily="34" charset="-122"/>
                    <a:ea typeface="微软雅黑" panose="020B0503020204020204" pitchFamily="34" charset="-122"/>
                  </a:rPr>
                  <a:t>开发一套具备黑盒测试能力的</a:t>
                </a:r>
                <a:r>
                  <a:rPr lang="en-US" altLang="zh-CN" sz="1000" dirty="0">
                    <a:solidFill>
                      <a:schemeClr val="tx1">
                        <a:lumMod val="65000"/>
                        <a:lumOff val="35000"/>
                      </a:schemeClr>
                    </a:solidFill>
                    <a:latin typeface="微软雅黑" panose="020B0503020204020204" pitchFamily="34" charset="-122"/>
                    <a:ea typeface="微软雅黑" panose="020B0503020204020204" pitchFamily="34" charset="-122"/>
                  </a:rPr>
                  <a:t>SSO</a:t>
                </a:r>
                <a:r>
                  <a:rPr lang="zh-CN" altLang="en-US" sz="1000" dirty="0">
                    <a:solidFill>
                      <a:schemeClr val="tx1">
                        <a:lumMod val="65000"/>
                        <a:lumOff val="35000"/>
                      </a:schemeClr>
                    </a:solidFill>
                    <a:latin typeface="微软雅黑" panose="020B0503020204020204" pitchFamily="34" charset="-122"/>
                    <a:ea typeface="微软雅黑" panose="020B0503020204020204" pitchFamily="34" charset="-122"/>
                  </a:rPr>
                  <a:t>测量工具链</a:t>
                </a:r>
                <a:endParaRPr lang="zh-CN" altLang="en-US" sz="10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70" name="文本框 131"/>
              <p:cNvSpPr txBox="1"/>
              <p:nvPr>
                <p:custDataLst>
                  <p:tags r:id="rId11"/>
                </p:custDataLst>
              </p:nvPr>
            </p:nvSpPr>
            <p:spPr>
              <a:xfrm>
                <a:off x="2195736" y="1145381"/>
                <a:ext cx="2979420" cy="345440"/>
              </a:xfrm>
              <a:prstGeom prst="rect">
                <a:avLst/>
              </a:prstGeom>
              <a:noFill/>
            </p:spPr>
            <p:txBody>
              <a:bodyPr wrap="square" lIns="68580" tIns="34290" rIns="68580" bIns="34290" rtlCol="0">
                <a:spAutoFit/>
              </a:bodyPr>
              <a:lstStyle/>
              <a:p>
                <a:pPr algn="just"/>
                <a:r>
                  <a:rPr lang="zh-CN" altLang="en-US" b="1" dirty="0">
                    <a:solidFill>
                      <a:schemeClr val="tx1">
                        <a:lumMod val="75000"/>
                        <a:lumOff val="25000"/>
                      </a:schemeClr>
                    </a:solidFill>
                    <a:latin typeface="微软雅黑" panose="020B0503020204020204" pitchFamily="34" charset="-122"/>
                    <a:ea typeface="微软雅黑" panose="020B0503020204020204" pitchFamily="34" charset="-122"/>
                  </a:rPr>
                  <a:t>开发</a:t>
                </a:r>
                <a:r>
                  <a:rPr lang="en-US" altLang="zh-CN" b="1" dirty="0">
                    <a:solidFill>
                      <a:schemeClr val="tx1">
                        <a:lumMod val="75000"/>
                        <a:lumOff val="25000"/>
                      </a:schemeClr>
                    </a:solidFill>
                    <a:latin typeface="微软雅黑" panose="020B0503020204020204" pitchFamily="34" charset="-122"/>
                    <a:ea typeface="微软雅黑" panose="020B0503020204020204" pitchFamily="34" charset="-122"/>
                  </a:rPr>
                  <a:t>SSO</a:t>
                </a:r>
                <a:r>
                  <a:rPr lang="zh-CN" altLang="en-US" b="1" dirty="0">
                    <a:solidFill>
                      <a:schemeClr val="tx1">
                        <a:lumMod val="75000"/>
                        <a:lumOff val="25000"/>
                      </a:schemeClr>
                    </a:solidFill>
                    <a:latin typeface="微软雅黑" panose="020B0503020204020204" pitchFamily="34" charset="-122"/>
                    <a:ea typeface="微软雅黑" panose="020B0503020204020204" pitchFamily="34" charset="-122"/>
                  </a:rPr>
                  <a:t>测量工具</a:t>
                </a:r>
                <a:endParaRPr lang="zh-CN" altLang="en-US"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grpSp>
        <p:sp>
          <p:nvSpPr>
            <p:cNvPr id="68" name="文本框 131"/>
            <p:cNvSpPr txBox="1"/>
            <p:nvPr>
              <p:custDataLst>
                <p:tags r:id="rId12"/>
              </p:custDataLst>
            </p:nvPr>
          </p:nvSpPr>
          <p:spPr>
            <a:xfrm>
              <a:off x="922070" y="947889"/>
              <a:ext cx="504056" cy="345440"/>
            </a:xfrm>
            <a:prstGeom prst="rect">
              <a:avLst/>
            </a:prstGeom>
            <a:noFill/>
          </p:spPr>
          <p:txBody>
            <a:bodyPr wrap="square" lIns="68580" tIns="34290" rIns="68580" bIns="34290" rtlCol="0">
              <a:spAutoFit/>
            </a:bodyPr>
            <a:lstStyle/>
            <a:p>
              <a:pPr algn="ctr"/>
              <a:r>
                <a:rPr lang="en-US" altLang="zh-CN" b="1" dirty="0">
                  <a:solidFill>
                    <a:schemeClr val="tx1">
                      <a:lumMod val="65000"/>
                      <a:lumOff val="35000"/>
                    </a:schemeClr>
                  </a:solidFill>
                  <a:latin typeface="微软雅黑" panose="020B0503020204020204" pitchFamily="34" charset="-122"/>
                  <a:ea typeface="微软雅黑" panose="020B0503020204020204" pitchFamily="34" charset="-122"/>
                </a:rPr>
                <a:t>03</a:t>
              </a:r>
              <a:endParaRPr lang="zh-CN" altLang="en-US" b="1" dirty="0">
                <a:solidFill>
                  <a:schemeClr val="tx1">
                    <a:lumMod val="65000"/>
                    <a:lumOff val="35000"/>
                  </a:schemeClr>
                </a:solidFill>
                <a:latin typeface="微软雅黑" panose="020B0503020204020204" pitchFamily="34" charset="-122"/>
                <a:ea typeface="微软雅黑" panose="020B0503020204020204" pitchFamily="34" charset="-122"/>
              </a:endParaRPr>
            </a:p>
          </p:txBody>
        </p:sp>
      </p:grpSp>
      <p:pic>
        <p:nvPicPr>
          <p:cNvPr id="58" name="图片 57" descr="图片包含 物体&#10;&#10;描述已自动生成"/>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94423" y="655329"/>
            <a:ext cx="388986" cy="1907371"/>
          </a:xfrm>
          <a:prstGeom prst="rect">
            <a:avLst/>
          </a:prstGeom>
        </p:spPr>
      </p:pic>
    </p:spTree>
    <p:custDataLst>
      <p:tags r:id="rId14"/>
    </p:custDataLst>
  </p:cSld>
  <p:clrMapOvr>
    <a:masterClrMapping/>
  </p:clrMapOvr>
  <p:transition spd="slow" advClick="0" advTm="0">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wipe(left)">
                                      <p:cBhvr>
                                        <p:cTn id="7" dur="300"/>
                                        <p:tgtEl>
                                          <p:spTgt spid="24"/>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25"/>
                                        </p:tgtEl>
                                        <p:attrNameLst>
                                          <p:attrName>style.visibility</p:attrName>
                                        </p:attrNameLst>
                                      </p:cBhvr>
                                      <p:to>
                                        <p:strVal val="visible"/>
                                      </p:to>
                                    </p:set>
                                    <p:animEffect transition="in" filter="wipe(down)">
                                      <p:cBhvr>
                                        <p:cTn id="11" dur="300"/>
                                        <p:tgtEl>
                                          <p:spTgt spid="25"/>
                                        </p:tgtEl>
                                      </p:cBhvr>
                                    </p:animEffect>
                                  </p:childTnLst>
                                </p:cTn>
                              </p:par>
                            </p:childTnLst>
                          </p:cTn>
                        </p:par>
                        <p:par>
                          <p:cTn id="12" fill="hold">
                            <p:stCondLst>
                              <p:cond delay="1000"/>
                            </p:stCondLst>
                            <p:childTnLst>
                              <p:par>
                                <p:cTn id="13" presetID="12" presetClass="entr" presetSubtype="8" fill="hold" grpId="0" nodeType="afterEffect">
                                  <p:stCondLst>
                                    <p:cond delay="0"/>
                                  </p:stCondLst>
                                  <p:childTnLst>
                                    <p:set>
                                      <p:cBhvr>
                                        <p:cTn id="14" dur="1" fill="hold">
                                          <p:stCondLst>
                                            <p:cond delay="0"/>
                                          </p:stCondLst>
                                        </p:cTn>
                                        <p:tgtEl>
                                          <p:spTgt spid="26"/>
                                        </p:tgtEl>
                                        <p:attrNameLst>
                                          <p:attrName>style.visibility</p:attrName>
                                        </p:attrNameLst>
                                      </p:cBhvr>
                                      <p:to>
                                        <p:strVal val="visible"/>
                                      </p:to>
                                    </p:set>
                                    <p:anim calcmode="lin" valueType="num">
                                      <p:cBhvr additive="base">
                                        <p:cTn id="15" dur="500"/>
                                        <p:tgtEl>
                                          <p:spTgt spid="26"/>
                                        </p:tgtEl>
                                        <p:attrNameLst>
                                          <p:attrName>ppt_x</p:attrName>
                                        </p:attrNameLst>
                                      </p:cBhvr>
                                      <p:tavLst>
                                        <p:tav tm="0">
                                          <p:val>
                                            <p:strVal val="#ppt_x-#ppt_w*1.125000"/>
                                          </p:val>
                                        </p:tav>
                                        <p:tav tm="100000">
                                          <p:val>
                                            <p:strVal val="#ppt_x"/>
                                          </p:val>
                                        </p:tav>
                                      </p:tavLst>
                                    </p:anim>
                                    <p:animEffect transition="in" filter="wipe(right)">
                                      <p:cBhvr>
                                        <p:cTn id="16" dur="500"/>
                                        <p:tgtEl>
                                          <p:spTgt spid="26"/>
                                        </p:tgtEl>
                                      </p:cBhvr>
                                    </p:animEffect>
                                  </p:childTnLst>
                                </p:cTn>
                              </p:par>
                              <p:par>
                                <p:cTn id="17" presetID="12" presetClass="entr" presetSubtype="8" fill="hold" nodeType="withEffect">
                                  <p:stCondLst>
                                    <p:cond delay="0"/>
                                  </p:stCondLst>
                                  <p:childTnLst>
                                    <p:set>
                                      <p:cBhvr>
                                        <p:cTn id="18" dur="1" fill="hold">
                                          <p:stCondLst>
                                            <p:cond delay="0"/>
                                          </p:stCondLst>
                                        </p:cTn>
                                        <p:tgtEl>
                                          <p:spTgt spid="28"/>
                                        </p:tgtEl>
                                        <p:attrNameLst>
                                          <p:attrName>style.visibility</p:attrName>
                                        </p:attrNameLst>
                                      </p:cBhvr>
                                      <p:to>
                                        <p:strVal val="visible"/>
                                      </p:to>
                                    </p:set>
                                    <p:anim calcmode="lin" valueType="num">
                                      <p:cBhvr additive="base">
                                        <p:cTn id="19" dur="500"/>
                                        <p:tgtEl>
                                          <p:spTgt spid="28"/>
                                        </p:tgtEl>
                                        <p:attrNameLst>
                                          <p:attrName>ppt_x</p:attrName>
                                        </p:attrNameLst>
                                      </p:cBhvr>
                                      <p:tavLst>
                                        <p:tav tm="0">
                                          <p:val>
                                            <p:strVal val="#ppt_x-#ppt_w*1.125000"/>
                                          </p:val>
                                        </p:tav>
                                        <p:tav tm="100000">
                                          <p:val>
                                            <p:strVal val="#ppt_x"/>
                                          </p:val>
                                        </p:tav>
                                      </p:tavLst>
                                    </p:anim>
                                    <p:animEffect transition="in" filter="wipe(right)">
                                      <p:cBhvr>
                                        <p:cTn id="20" dur="500"/>
                                        <p:tgtEl>
                                          <p:spTgt spid="28"/>
                                        </p:tgtEl>
                                      </p:cBhvr>
                                    </p:animEffect>
                                  </p:childTnLst>
                                </p:cTn>
                              </p:par>
                              <p:par>
                                <p:cTn id="21" presetID="12" presetClass="entr" presetSubtype="8" fill="hold" grpId="0" nodeType="withEffect">
                                  <p:stCondLst>
                                    <p:cond delay="0"/>
                                  </p:stCondLst>
                                  <p:childTnLst>
                                    <p:set>
                                      <p:cBhvr>
                                        <p:cTn id="22" dur="1" fill="hold">
                                          <p:stCondLst>
                                            <p:cond delay="0"/>
                                          </p:stCondLst>
                                        </p:cTn>
                                        <p:tgtEl>
                                          <p:spTgt spid="27"/>
                                        </p:tgtEl>
                                        <p:attrNameLst>
                                          <p:attrName>style.visibility</p:attrName>
                                        </p:attrNameLst>
                                      </p:cBhvr>
                                      <p:to>
                                        <p:strVal val="visible"/>
                                      </p:to>
                                    </p:set>
                                    <p:anim calcmode="lin" valueType="num">
                                      <p:cBhvr additive="base">
                                        <p:cTn id="23" dur="500"/>
                                        <p:tgtEl>
                                          <p:spTgt spid="27"/>
                                        </p:tgtEl>
                                        <p:attrNameLst>
                                          <p:attrName>ppt_x</p:attrName>
                                        </p:attrNameLst>
                                      </p:cBhvr>
                                      <p:tavLst>
                                        <p:tav tm="0">
                                          <p:val>
                                            <p:strVal val="#ppt_x-#ppt_w*1.125000"/>
                                          </p:val>
                                        </p:tav>
                                        <p:tav tm="100000">
                                          <p:val>
                                            <p:strVal val="#ppt_x"/>
                                          </p:val>
                                        </p:tav>
                                      </p:tavLst>
                                    </p:anim>
                                    <p:animEffect transition="in" filter="wipe(right)">
                                      <p:cBhvr>
                                        <p:cTn id="24" dur="500"/>
                                        <p:tgtEl>
                                          <p:spTgt spid="27"/>
                                        </p:tgtEl>
                                      </p:cBhvr>
                                    </p:animEffect>
                                  </p:childTnLst>
                                </p:cTn>
                              </p:par>
                            </p:childTnLst>
                          </p:cTn>
                        </p:par>
                        <p:par>
                          <p:cTn id="25" fill="hold">
                            <p:stCondLst>
                              <p:cond delay="1500"/>
                            </p:stCondLst>
                            <p:childTnLst>
                              <p:par>
                                <p:cTn id="26" presetID="2" presetClass="entr" presetSubtype="2" fill="hold" nodeType="afterEffect">
                                  <p:stCondLst>
                                    <p:cond delay="0"/>
                                  </p:stCondLst>
                                  <p:childTnLst>
                                    <p:set>
                                      <p:cBhvr>
                                        <p:cTn id="27" dur="1" fill="hold">
                                          <p:stCondLst>
                                            <p:cond delay="0"/>
                                          </p:stCondLst>
                                        </p:cTn>
                                        <p:tgtEl>
                                          <p:spTgt spid="23"/>
                                        </p:tgtEl>
                                        <p:attrNameLst>
                                          <p:attrName>style.visibility</p:attrName>
                                        </p:attrNameLst>
                                      </p:cBhvr>
                                      <p:to>
                                        <p:strVal val="visible"/>
                                      </p:to>
                                    </p:set>
                                    <p:anim calcmode="lin" valueType="num">
                                      <p:cBhvr additive="base">
                                        <p:cTn id="28" dur="350" fill="hold"/>
                                        <p:tgtEl>
                                          <p:spTgt spid="23"/>
                                        </p:tgtEl>
                                        <p:attrNameLst>
                                          <p:attrName>ppt_x</p:attrName>
                                        </p:attrNameLst>
                                      </p:cBhvr>
                                      <p:tavLst>
                                        <p:tav tm="0">
                                          <p:val>
                                            <p:strVal val="1+#ppt_w/2"/>
                                          </p:val>
                                        </p:tav>
                                        <p:tav tm="100000">
                                          <p:val>
                                            <p:strVal val="#ppt_x"/>
                                          </p:val>
                                        </p:tav>
                                      </p:tavLst>
                                    </p:anim>
                                    <p:anim calcmode="lin" valueType="num">
                                      <p:cBhvr additive="base">
                                        <p:cTn id="29" dur="350" fill="hold"/>
                                        <p:tgtEl>
                                          <p:spTgt spid="23"/>
                                        </p:tgtEl>
                                        <p:attrNameLst>
                                          <p:attrName>ppt_y</p:attrName>
                                        </p:attrNameLst>
                                      </p:cBhvr>
                                      <p:tavLst>
                                        <p:tav tm="0">
                                          <p:val>
                                            <p:strVal val="#ppt_y"/>
                                          </p:val>
                                        </p:tav>
                                        <p:tav tm="100000">
                                          <p:val>
                                            <p:strVal val="#ppt_y"/>
                                          </p:val>
                                        </p:tav>
                                      </p:tavLst>
                                    </p:anim>
                                  </p:childTnLst>
                                </p:cTn>
                              </p:par>
                            </p:childTnLst>
                          </p:cTn>
                        </p:par>
                        <p:par>
                          <p:cTn id="30" fill="hold">
                            <p:stCondLst>
                              <p:cond delay="2000"/>
                            </p:stCondLst>
                            <p:childTnLst>
                              <p:par>
                                <p:cTn id="31" presetID="2" presetClass="entr" presetSubtype="2" fill="hold" nodeType="afterEffect">
                                  <p:stCondLst>
                                    <p:cond delay="0"/>
                                  </p:stCondLst>
                                  <p:childTnLst>
                                    <p:set>
                                      <p:cBhvr>
                                        <p:cTn id="32" dur="1" fill="hold">
                                          <p:stCondLst>
                                            <p:cond delay="0"/>
                                          </p:stCondLst>
                                        </p:cTn>
                                        <p:tgtEl>
                                          <p:spTgt spid="36"/>
                                        </p:tgtEl>
                                        <p:attrNameLst>
                                          <p:attrName>style.visibility</p:attrName>
                                        </p:attrNameLst>
                                      </p:cBhvr>
                                      <p:to>
                                        <p:strVal val="visible"/>
                                      </p:to>
                                    </p:set>
                                    <p:anim calcmode="lin" valueType="num">
                                      <p:cBhvr additive="base">
                                        <p:cTn id="33" dur="350" fill="hold"/>
                                        <p:tgtEl>
                                          <p:spTgt spid="36"/>
                                        </p:tgtEl>
                                        <p:attrNameLst>
                                          <p:attrName>ppt_x</p:attrName>
                                        </p:attrNameLst>
                                      </p:cBhvr>
                                      <p:tavLst>
                                        <p:tav tm="0">
                                          <p:val>
                                            <p:strVal val="1+#ppt_w/2"/>
                                          </p:val>
                                        </p:tav>
                                        <p:tav tm="100000">
                                          <p:val>
                                            <p:strVal val="#ppt_x"/>
                                          </p:val>
                                        </p:tav>
                                      </p:tavLst>
                                    </p:anim>
                                    <p:anim calcmode="lin" valueType="num">
                                      <p:cBhvr additive="base">
                                        <p:cTn id="34" dur="350" fill="hold"/>
                                        <p:tgtEl>
                                          <p:spTgt spid="36"/>
                                        </p:tgtEl>
                                        <p:attrNameLst>
                                          <p:attrName>ppt_y</p:attrName>
                                        </p:attrNameLst>
                                      </p:cBhvr>
                                      <p:tavLst>
                                        <p:tav tm="0">
                                          <p:val>
                                            <p:strVal val="#ppt_y"/>
                                          </p:val>
                                        </p:tav>
                                        <p:tav tm="100000">
                                          <p:val>
                                            <p:strVal val="#ppt_y"/>
                                          </p:val>
                                        </p:tav>
                                      </p:tavLst>
                                    </p:anim>
                                  </p:childTnLst>
                                </p:cTn>
                              </p:par>
                            </p:childTnLst>
                          </p:cTn>
                        </p:par>
                        <p:par>
                          <p:cTn id="35" fill="hold">
                            <p:stCondLst>
                              <p:cond delay="2500"/>
                            </p:stCondLst>
                            <p:childTnLst>
                              <p:par>
                                <p:cTn id="36" presetID="2" presetClass="entr" presetSubtype="2" fill="hold" nodeType="afterEffect">
                                  <p:stCondLst>
                                    <p:cond delay="0"/>
                                  </p:stCondLst>
                                  <p:childTnLst>
                                    <p:set>
                                      <p:cBhvr>
                                        <p:cTn id="37" dur="1" fill="hold">
                                          <p:stCondLst>
                                            <p:cond delay="0"/>
                                          </p:stCondLst>
                                        </p:cTn>
                                        <p:tgtEl>
                                          <p:spTgt spid="19"/>
                                        </p:tgtEl>
                                        <p:attrNameLst>
                                          <p:attrName>style.visibility</p:attrName>
                                        </p:attrNameLst>
                                      </p:cBhvr>
                                      <p:to>
                                        <p:strVal val="visible"/>
                                      </p:to>
                                    </p:set>
                                    <p:anim calcmode="lin" valueType="num">
                                      <p:cBhvr additive="base">
                                        <p:cTn id="38" dur="350" fill="hold"/>
                                        <p:tgtEl>
                                          <p:spTgt spid="19"/>
                                        </p:tgtEl>
                                        <p:attrNameLst>
                                          <p:attrName>ppt_x</p:attrName>
                                        </p:attrNameLst>
                                      </p:cBhvr>
                                      <p:tavLst>
                                        <p:tav tm="0">
                                          <p:val>
                                            <p:strVal val="1+#ppt_w/2"/>
                                          </p:val>
                                        </p:tav>
                                        <p:tav tm="100000">
                                          <p:val>
                                            <p:strVal val="#ppt_x"/>
                                          </p:val>
                                        </p:tav>
                                      </p:tavLst>
                                    </p:anim>
                                    <p:anim calcmode="lin" valueType="num">
                                      <p:cBhvr additive="base">
                                        <p:cTn id="39" dur="350" fill="hold"/>
                                        <p:tgtEl>
                                          <p:spTgt spid="19"/>
                                        </p:tgtEl>
                                        <p:attrNameLst>
                                          <p:attrName>ppt_y</p:attrName>
                                        </p:attrNameLst>
                                      </p:cBhvr>
                                      <p:tavLst>
                                        <p:tav tm="0">
                                          <p:val>
                                            <p:strVal val="#ppt_y"/>
                                          </p:val>
                                        </p:tav>
                                        <p:tav tm="100000">
                                          <p:val>
                                            <p:strVal val="#ppt_y"/>
                                          </p:val>
                                        </p:tav>
                                      </p:tavLst>
                                    </p:anim>
                                  </p:childTnLst>
                                </p:cTn>
                              </p:par>
                            </p:childTnLst>
                          </p:cTn>
                        </p:par>
                        <p:par>
                          <p:cTn id="40" fill="hold">
                            <p:stCondLst>
                              <p:cond delay="3000"/>
                            </p:stCondLst>
                            <p:childTnLst>
                              <p:par>
                                <p:cTn id="41" presetID="2" presetClass="entr" presetSubtype="2" fill="hold" nodeType="afterEffect">
                                  <p:stCondLst>
                                    <p:cond delay="0"/>
                                  </p:stCondLst>
                                  <p:childTnLst>
                                    <p:set>
                                      <p:cBhvr>
                                        <p:cTn id="42" dur="1" fill="hold">
                                          <p:stCondLst>
                                            <p:cond delay="0"/>
                                          </p:stCondLst>
                                        </p:cTn>
                                        <p:tgtEl>
                                          <p:spTgt spid="15"/>
                                        </p:tgtEl>
                                        <p:attrNameLst>
                                          <p:attrName>style.visibility</p:attrName>
                                        </p:attrNameLst>
                                      </p:cBhvr>
                                      <p:to>
                                        <p:strVal val="visible"/>
                                      </p:to>
                                    </p:set>
                                    <p:anim calcmode="lin" valueType="num">
                                      <p:cBhvr additive="base">
                                        <p:cTn id="43" dur="350" fill="hold"/>
                                        <p:tgtEl>
                                          <p:spTgt spid="15"/>
                                        </p:tgtEl>
                                        <p:attrNameLst>
                                          <p:attrName>ppt_x</p:attrName>
                                        </p:attrNameLst>
                                      </p:cBhvr>
                                      <p:tavLst>
                                        <p:tav tm="0">
                                          <p:val>
                                            <p:strVal val="1+#ppt_w/2"/>
                                          </p:val>
                                        </p:tav>
                                        <p:tav tm="100000">
                                          <p:val>
                                            <p:strVal val="#ppt_x"/>
                                          </p:val>
                                        </p:tav>
                                      </p:tavLst>
                                    </p:anim>
                                    <p:anim calcmode="lin" valueType="num">
                                      <p:cBhvr additive="base">
                                        <p:cTn id="44" dur="350" fill="hold"/>
                                        <p:tgtEl>
                                          <p:spTgt spid="15"/>
                                        </p:tgtEl>
                                        <p:attrNameLst>
                                          <p:attrName>ppt_y</p:attrName>
                                        </p:attrNameLst>
                                      </p:cBhvr>
                                      <p:tavLst>
                                        <p:tav tm="0">
                                          <p:val>
                                            <p:strVal val="#ppt_y"/>
                                          </p:val>
                                        </p:tav>
                                        <p:tav tm="100000">
                                          <p:val>
                                            <p:strVal val="#ppt_y"/>
                                          </p:val>
                                        </p:tav>
                                      </p:tavLst>
                                    </p:anim>
                                  </p:childTnLst>
                                </p:cTn>
                              </p:par>
                            </p:childTnLst>
                          </p:cTn>
                        </p:par>
                        <p:par>
                          <p:cTn id="45" fill="hold">
                            <p:stCondLst>
                              <p:cond delay="3500"/>
                            </p:stCondLst>
                            <p:childTnLst>
                              <p:par>
                                <p:cTn id="46" presetID="2" presetClass="entr" presetSubtype="2" fill="hold" nodeType="afterEffect">
                                  <p:stCondLst>
                                    <p:cond delay="0"/>
                                  </p:stCondLst>
                                  <p:childTnLst>
                                    <p:set>
                                      <p:cBhvr>
                                        <p:cTn id="47" dur="1" fill="hold">
                                          <p:stCondLst>
                                            <p:cond delay="0"/>
                                          </p:stCondLst>
                                        </p:cTn>
                                        <p:tgtEl>
                                          <p:spTgt spid="45"/>
                                        </p:tgtEl>
                                        <p:attrNameLst>
                                          <p:attrName>style.visibility</p:attrName>
                                        </p:attrNameLst>
                                      </p:cBhvr>
                                      <p:to>
                                        <p:strVal val="visible"/>
                                      </p:to>
                                    </p:set>
                                    <p:anim calcmode="lin" valueType="num">
                                      <p:cBhvr additive="base">
                                        <p:cTn id="48" dur="350" fill="hold"/>
                                        <p:tgtEl>
                                          <p:spTgt spid="45"/>
                                        </p:tgtEl>
                                        <p:attrNameLst>
                                          <p:attrName>ppt_x</p:attrName>
                                        </p:attrNameLst>
                                      </p:cBhvr>
                                      <p:tavLst>
                                        <p:tav tm="0">
                                          <p:val>
                                            <p:strVal val="1+#ppt_w/2"/>
                                          </p:val>
                                        </p:tav>
                                        <p:tav tm="100000">
                                          <p:val>
                                            <p:strVal val="#ppt_x"/>
                                          </p:val>
                                        </p:tav>
                                      </p:tavLst>
                                    </p:anim>
                                    <p:anim calcmode="lin" valueType="num">
                                      <p:cBhvr additive="base">
                                        <p:cTn id="49" dur="350" fill="hold"/>
                                        <p:tgtEl>
                                          <p:spTgt spid="45"/>
                                        </p:tgtEl>
                                        <p:attrNameLst>
                                          <p:attrName>ppt_y</p:attrName>
                                        </p:attrNameLst>
                                      </p:cBhvr>
                                      <p:tavLst>
                                        <p:tav tm="0">
                                          <p:val>
                                            <p:strVal val="#ppt_y"/>
                                          </p:val>
                                        </p:tav>
                                        <p:tav tm="100000">
                                          <p:val>
                                            <p:strVal val="#ppt_y"/>
                                          </p:val>
                                        </p:tav>
                                      </p:tavLst>
                                    </p:anim>
                                  </p:childTnLst>
                                </p:cTn>
                              </p:par>
                            </p:childTnLst>
                          </p:cTn>
                        </p:par>
                        <p:par>
                          <p:cTn id="50" fill="hold">
                            <p:stCondLst>
                              <p:cond delay="4000"/>
                            </p:stCondLst>
                            <p:childTnLst>
                              <p:par>
                                <p:cTn id="51" presetID="2" presetClass="entr" presetSubtype="2" fill="hold" nodeType="afterEffect">
                                  <p:stCondLst>
                                    <p:cond delay="0"/>
                                  </p:stCondLst>
                                  <p:childTnLst>
                                    <p:set>
                                      <p:cBhvr>
                                        <p:cTn id="52" dur="1" fill="hold">
                                          <p:stCondLst>
                                            <p:cond delay="0"/>
                                          </p:stCondLst>
                                        </p:cTn>
                                        <p:tgtEl>
                                          <p:spTgt spid="32"/>
                                        </p:tgtEl>
                                        <p:attrNameLst>
                                          <p:attrName>style.visibility</p:attrName>
                                        </p:attrNameLst>
                                      </p:cBhvr>
                                      <p:to>
                                        <p:strVal val="visible"/>
                                      </p:to>
                                    </p:set>
                                    <p:anim calcmode="lin" valueType="num">
                                      <p:cBhvr additive="base">
                                        <p:cTn id="53" dur="350" fill="hold"/>
                                        <p:tgtEl>
                                          <p:spTgt spid="32"/>
                                        </p:tgtEl>
                                        <p:attrNameLst>
                                          <p:attrName>ppt_x</p:attrName>
                                        </p:attrNameLst>
                                      </p:cBhvr>
                                      <p:tavLst>
                                        <p:tav tm="0">
                                          <p:val>
                                            <p:strVal val="1+#ppt_w/2"/>
                                          </p:val>
                                        </p:tav>
                                        <p:tav tm="100000">
                                          <p:val>
                                            <p:strVal val="#ppt_x"/>
                                          </p:val>
                                        </p:tav>
                                      </p:tavLst>
                                    </p:anim>
                                    <p:anim calcmode="lin" valueType="num">
                                      <p:cBhvr additive="base">
                                        <p:cTn id="54" dur="350" fill="hold"/>
                                        <p:tgtEl>
                                          <p:spTgt spid="32"/>
                                        </p:tgtEl>
                                        <p:attrNameLst>
                                          <p:attrName>ppt_y</p:attrName>
                                        </p:attrNameLst>
                                      </p:cBhvr>
                                      <p:tavLst>
                                        <p:tav tm="0">
                                          <p:val>
                                            <p:strVal val="#ppt_y"/>
                                          </p:val>
                                        </p:tav>
                                        <p:tav tm="100000">
                                          <p:val>
                                            <p:strVal val="#ppt_y"/>
                                          </p:val>
                                        </p:tav>
                                      </p:tavLst>
                                    </p:anim>
                                  </p:childTnLst>
                                </p:cTn>
                              </p:par>
                            </p:childTnLst>
                          </p:cTn>
                        </p:par>
                        <p:par>
                          <p:cTn id="55" fill="hold">
                            <p:stCondLst>
                              <p:cond delay="4500"/>
                            </p:stCondLst>
                            <p:childTnLst>
                              <p:par>
                                <p:cTn id="56" presetID="2" presetClass="entr" presetSubtype="8" fill="hold" nodeType="afterEffect">
                                  <p:stCondLst>
                                    <p:cond delay="0"/>
                                  </p:stCondLst>
                                  <p:childTnLst>
                                    <p:set>
                                      <p:cBhvr>
                                        <p:cTn id="57" dur="1" fill="hold">
                                          <p:stCondLst>
                                            <p:cond delay="0"/>
                                          </p:stCondLst>
                                        </p:cTn>
                                        <p:tgtEl>
                                          <p:spTgt spid="49"/>
                                        </p:tgtEl>
                                        <p:attrNameLst>
                                          <p:attrName>style.visibility</p:attrName>
                                        </p:attrNameLst>
                                      </p:cBhvr>
                                      <p:to>
                                        <p:strVal val="visible"/>
                                      </p:to>
                                    </p:set>
                                    <p:anim calcmode="lin" valueType="num">
                                      <p:cBhvr additive="base">
                                        <p:cTn id="58" dur="350" fill="hold"/>
                                        <p:tgtEl>
                                          <p:spTgt spid="49"/>
                                        </p:tgtEl>
                                        <p:attrNameLst>
                                          <p:attrName>ppt_x</p:attrName>
                                        </p:attrNameLst>
                                      </p:cBhvr>
                                      <p:tavLst>
                                        <p:tav tm="0">
                                          <p:val>
                                            <p:strVal val="0-#ppt_w/2"/>
                                          </p:val>
                                        </p:tav>
                                        <p:tav tm="100000">
                                          <p:val>
                                            <p:strVal val="#ppt_x"/>
                                          </p:val>
                                        </p:tav>
                                      </p:tavLst>
                                    </p:anim>
                                    <p:anim calcmode="lin" valueType="num">
                                      <p:cBhvr additive="base">
                                        <p:cTn id="59" dur="350" fill="hold"/>
                                        <p:tgtEl>
                                          <p:spTgt spid="49"/>
                                        </p:tgtEl>
                                        <p:attrNameLst>
                                          <p:attrName>ppt_y</p:attrName>
                                        </p:attrNameLst>
                                      </p:cBhvr>
                                      <p:tavLst>
                                        <p:tav tm="0">
                                          <p:val>
                                            <p:strVal val="#ppt_y"/>
                                          </p:val>
                                        </p:tav>
                                        <p:tav tm="100000">
                                          <p:val>
                                            <p:strVal val="#ppt_y"/>
                                          </p:val>
                                        </p:tav>
                                      </p:tavLst>
                                    </p:anim>
                                  </p:childTnLst>
                                </p:cTn>
                              </p:par>
                            </p:childTnLst>
                          </p:cTn>
                        </p:par>
                        <p:par>
                          <p:cTn id="60" fill="hold">
                            <p:stCondLst>
                              <p:cond delay="5000"/>
                            </p:stCondLst>
                            <p:childTnLst>
                              <p:par>
                                <p:cTn id="61" presetID="2" presetClass="entr" presetSubtype="8" fill="hold" nodeType="afterEffect">
                                  <p:stCondLst>
                                    <p:cond delay="0"/>
                                  </p:stCondLst>
                                  <p:childTnLst>
                                    <p:set>
                                      <p:cBhvr>
                                        <p:cTn id="62" dur="1" fill="hold">
                                          <p:stCondLst>
                                            <p:cond delay="0"/>
                                          </p:stCondLst>
                                        </p:cTn>
                                        <p:tgtEl>
                                          <p:spTgt spid="54"/>
                                        </p:tgtEl>
                                        <p:attrNameLst>
                                          <p:attrName>style.visibility</p:attrName>
                                        </p:attrNameLst>
                                      </p:cBhvr>
                                      <p:to>
                                        <p:strVal val="visible"/>
                                      </p:to>
                                    </p:set>
                                    <p:anim calcmode="lin" valueType="num">
                                      <p:cBhvr additive="base">
                                        <p:cTn id="63" dur="350" fill="hold"/>
                                        <p:tgtEl>
                                          <p:spTgt spid="54"/>
                                        </p:tgtEl>
                                        <p:attrNameLst>
                                          <p:attrName>ppt_x</p:attrName>
                                        </p:attrNameLst>
                                      </p:cBhvr>
                                      <p:tavLst>
                                        <p:tav tm="0">
                                          <p:val>
                                            <p:strVal val="0-#ppt_w/2"/>
                                          </p:val>
                                        </p:tav>
                                        <p:tav tm="100000">
                                          <p:val>
                                            <p:strVal val="#ppt_x"/>
                                          </p:val>
                                        </p:tav>
                                      </p:tavLst>
                                    </p:anim>
                                    <p:anim calcmode="lin" valueType="num">
                                      <p:cBhvr additive="base">
                                        <p:cTn id="64" dur="350" fill="hold"/>
                                        <p:tgtEl>
                                          <p:spTgt spid="54"/>
                                        </p:tgtEl>
                                        <p:attrNameLst>
                                          <p:attrName>ppt_y</p:attrName>
                                        </p:attrNameLst>
                                      </p:cBhvr>
                                      <p:tavLst>
                                        <p:tav tm="0">
                                          <p:val>
                                            <p:strVal val="#ppt_y"/>
                                          </p:val>
                                        </p:tav>
                                        <p:tav tm="100000">
                                          <p:val>
                                            <p:strVal val="#ppt_y"/>
                                          </p:val>
                                        </p:tav>
                                      </p:tavLst>
                                    </p:anim>
                                  </p:childTnLst>
                                </p:cTn>
                              </p:par>
                            </p:childTnLst>
                          </p:cTn>
                        </p:par>
                        <p:par>
                          <p:cTn id="65" fill="hold">
                            <p:stCondLst>
                              <p:cond delay="5500"/>
                            </p:stCondLst>
                            <p:childTnLst>
                              <p:par>
                                <p:cTn id="66" presetID="2" presetClass="entr" presetSubtype="8" fill="hold" nodeType="afterEffect">
                                  <p:stCondLst>
                                    <p:cond delay="0"/>
                                  </p:stCondLst>
                                  <p:childTnLst>
                                    <p:set>
                                      <p:cBhvr>
                                        <p:cTn id="67" dur="1" fill="hold">
                                          <p:stCondLst>
                                            <p:cond delay="0"/>
                                          </p:stCondLst>
                                        </p:cTn>
                                        <p:tgtEl>
                                          <p:spTgt spid="66"/>
                                        </p:tgtEl>
                                        <p:attrNameLst>
                                          <p:attrName>style.visibility</p:attrName>
                                        </p:attrNameLst>
                                      </p:cBhvr>
                                      <p:to>
                                        <p:strVal val="visible"/>
                                      </p:to>
                                    </p:set>
                                    <p:anim calcmode="lin" valueType="num">
                                      <p:cBhvr additive="base">
                                        <p:cTn id="68" dur="350" fill="hold"/>
                                        <p:tgtEl>
                                          <p:spTgt spid="66"/>
                                        </p:tgtEl>
                                        <p:attrNameLst>
                                          <p:attrName>ppt_x</p:attrName>
                                        </p:attrNameLst>
                                      </p:cBhvr>
                                      <p:tavLst>
                                        <p:tav tm="0">
                                          <p:val>
                                            <p:strVal val="0-#ppt_w/2"/>
                                          </p:val>
                                        </p:tav>
                                        <p:tav tm="100000">
                                          <p:val>
                                            <p:strVal val="#ppt_x"/>
                                          </p:val>
                                        </p:tav>
                                      </p:tavLst>
                                    </p:anim>
                                    <p:anim calcmode="lin" valueType="num">
                                      <p:cBhvr additive="base">
                                        <p:cTn id="69" dur="350" fill="hold"/>
                                        <p:tgtEl>
                                          <p:spTgt spid="6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bldLvl="0" animBg="1"/>
      <p:bldP spid="26" grpId="0"/>
      <p:bldP spid="27"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4" name="直接连接符 23"/>
          <p:cNvCxnSpPr/>
          <p:nvPr/>
        </p:nvCxnSpPr>
        <p:spPr>
          <a:xfrm>
            <a:off x="515257" y="624114"/>
            <a:ext cx="8113486" cy="0"/>
          </a:xfrm>
          <a:prstGeom prst="line">
            <a:avLst/>
          </a:prstGeom>
          <a:ln w="12700">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25" name="椭圆 24"/>
          <p:cNvSpPr/>
          <p:nvPr/>
        </p:nvSpPr>
        <p:spPr>
          <a:xfrm>
            <a:off x="646880" y="242192"/>
            <a:ext cx="274777" cy="274777"/>
          </a:xfrm>
          <a:prstGeom prst="ellipse">
            <a:avLst/>
          </a:prstGeom>
          <a:solidFill>
            <a:srgbClr val="679E2A"/>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pitchFamily="34" charset="-122"/>
            </a:endParaRPr>
          </a:p>
        </p:txBody>
      </p:sp>
      <p:sp>
        <p:nvSpPr>
          <p:cNvPr id="26" name="TextBox 25"/>
          <p:cNvSpPr txBox="1"/>
          <p:nvPr/>
        </p:nvSpPr>
        <p:spPr>
          <a:xfrm>
            <a:off x="908957" y="206330"/>
            <a:ext cx="1643380" cy="398780"/>
          </a:xfrm>
          <a:prstGeom prst="rect">
            <a:avLst/>
          </a:prstGeom>
          <a:noFill/>
          <a:ln>
            <a:noFill/>
          </a:ln>
        </p:spPr>
        <p:txBody>
          <a:bodyPr wrap="none" rtlCol="0">
            <a:spAutoFit/>
          </a:bodyPr>
          <a:lstStyle/>
          <a:p>
            <a:r>
              <a:rPr lang="zh-CN" altLang="en-US" sz="2000" spc="300" dirty="0">
                <a:solidFill>
                  <a:schemeClr val="tx1">
                    <a:lumMod val="65000"/>
                    <a:lumOff val="35000"/>
                  </a:schemeClr>
                </a:solidFill>
                <a:latin typeface="微软雅黑" panose="020B0503020204020204" pitchFamily="34" charset="-122"/>
                <a:ea typeface="微软雅黑" panose="020B0503020204020204" pitchFamily="34" charset="-122"/>
              </a:rPr>
              <a:t>可行性分析</a:t>
            </a:r>
            <a:endParaRPr lang="zh-CN" altLang="en-US" sz="2000" spc="3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27" name="TextBox 26"/>
          <p:cNvSpPr txBox="1"/>
          <p:nvPr/>
        </p:nvSpPr>
        <p:spPr>
          <a:xfrm>
            <a:off x="2843671" y="237108"/>
            <a:ext cx="1137920" cy="337185"/>
          </a:xfrm>
          <a:prstGeom prst="rect">
            <a:avLst/>
          </a:prstGeom>
          <a:noFill/>
        </p:spPr>
        <p:txBody>
          <a:bodyPr wrap="none" rtlCol="0">
            <a:spAutoFit/>
          </a:bodyPr>
          <a:lstStyle/>
          <a:p>
            <a:r>
              <a:rPr lang="en-US" altLang="zh-CN" sz="1600" dirty="0">
                <a:solidFill>
                  <a:schemeClr val="tx1">
                    <a:lumMod val="50000"/>
                    <a:lumOff val="50000"/>
                  </a:schemeClr>
                </a:solidFill>
                <a:latin typeface="微软雅黑" panose="020B0503020204020204" pitchFamily="34" charset="-122"/>
                <a:ea typeface="微软雅黑" panose="020B0503020204020204" pitchFamily="34" charset="-122"/>
              </a:rPr>
              <a:t>ANALYSIS</a:t>
            </a:r>
            <a:endParaRPr lang="zh-CN" altLang="en-US" sz="1600" dirty="0">
              <a:solidFill>
                <a:schemeClr val="tx1">
                  <a:lumMod val="50000"/>
                  <a:lumOff val="50000"/>
                </a:schemeClr>
              </a:solidFill>
              <a:latin typeface="微软雅黑" panose="020B0503020204020204" pitchFamily="34" charset="-122"/>
              <a:ea typeface="微软雅黑" panose="020B0503020204020204" pitchFamily="34" charset="-122"/>
            </a:endParaRPr>
          </a:p>
        </p:txBody>
      </p:sp>
      <p:cxnSp>
        <p:nvCxnSpPr>
          <p:cNvPr id="28" name="直接连接符 27"/>
          <p:cNvCxnSpPr/>
          <p:nvPr/>
        </p:nvCxnSpPr>
        <p:spPr>
          <a:xfrm>
            <a:off x="2771595" y="302089"/>
            <a:ext cx="0" cy="208592"/>
          </a:xfrm>
          <a:prstGeom prst="line">
            <a:avLst/>
          </a:prstGeom>
          <a:ln w="190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40" name="TextBox 39"/>
          <p:cNvSpPr txBox="1"/>
          <p:nvPr>
            <p:custDataLst>
              <p:tags r:id="rId1"/>
            </p:custDataLst>
          </p:nvPr>
        </p:nvSpPr>
        <p:spPr>
          <a:xfrm>
            <a:off x="791088" y="1678216"/>
            <a:ext cx="2152140" cy="607060"/>
          </a:xfrm>
          <a:prstGeom prst="rect">
            <a:avLst/>
          </a:prstGeom>
          <a:noFill/>
        </p:spPr>
        <p:txBody>
          <a:bodyPr wrap="square" lIns="68580" tIns="34290" rIns="68580" bIns="34290" rtlCol="0">
            <a:spAutoFit/>
          </a:bodyPr>
          <a:lstStyle/>
          <a:p>
            <a:pPr algn="just">
              <a:lnSpc>
                <a:spcPct val="130000"/>
              </a:lnSpc>
            </a:pPr>
            <a:r>
              <a:rPr lang="zh-CN" altLang="en-US" sz="900" dirty="0">
                <a:solidFill>
                  <a:schemeClr val="tx1">
                    <a:lumMod val="65000"/>
                    <a:lumOff val="35000"/>
                  </a:schemeClr>
                </a:solidFill>
                <a:latin typeface="微软雅黑" panose="020B0503020204020204" pitchFamily="34" charset="-122"/>
                <a:ea typeface="微软雅黑" panose="020B0503020204020204" pitchFamily="34" charset="-122"/>
              </a:rPr>
              <a:t>绕过安全机制与信息泄露风险已被多篇论文实证支持，理论上具备再现与变种挖掘的空间</a:t>
            </a:r>
            <a:endParaRPr lang="zh-CN" altLang="en-US" sz="9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41" name="TextBox 40"/>
          <p:cNvSpPr txBox="1"/>
          <p:nvPr>
            <p:custDataLst>
              <p:tags r:id="rId2"/>
            </p:custDataLst>
          </p:nvPr>
        </p:nvSpPr>
        <p:spPr>
          <a:xfrm>
            <a:off x="6228027" y="1678216"/>
            <a:ext cx="2152140" cy="786130"/>
          </a:xfrm>
          <a:prstGeom prst="rect">
            <a:avLst/>
          </a:prstGeom>
          <a:noFill/>
        </p:spPr>
        <p:txBody>
          <a:bodyPr wrap="square" lIns="68580" tIns="34290" rIns="68580" bIns="34290" rtlCol="0">
            <a:spAutoFit/>
          </a:bodyPr>
          <a:lstStyle/>
          <a:p>
            <a:pPr algn="just">
              <a:lnSpc>
                <a:spcPct val="130000"/>
              </a:lnSpc>
            </a:pPr>
            <a:r>
              <a:rPr lang="en-US" altLang="zh-CN" sz="900" dirty="0">
                <a:solidFill>
                  <a:schemeClr val="tx1">
                    <a:lumMod val="65000"/>
                    <a:lumOff val="35000"/>
                  </a:schemeClr>
                </a:solidFill>
                <a:latin typeface="微软雅黑" panose="020B0503020204020204" pitchFamily="34" charset="-122"/>
                <a:ea typeface="微软雅黑" panose="020B0503020204020204" pitchFamily="34" charset="-122"/>
              </a:rPr>
              <a:t>OAuth </a:t>
            </a:r>
            <a:r>
              <a:rPr lang="zh-CN" altLang="en-US" sz="900" dirty="0">
                <a:solidFill>
                  <a:schemeClr val="tx1">
                    <a:lumMod val="65000"/>
                    <a:lumOff val="35000"/>
                  </a:schemeClr>
                </a:solidFill>
                <a:latin typeface="微软雅黑" panose="020B0503020204020204" pitchFamily="34" charset="-122"/>
                <a:ea typeface="微软雅黑" panose="020B0503020204020204" pitchFamily="34" charset="-122"/>
              </a:rPr>
              <a:t>流程明确划分客户端行为、授权服务器行为、资源服务器行为，具备良好的建模清晰性，适合模块化复现与配置变异测试。</a:t>
            </a:r>
            <a:endParaRPr lang="zh-CN" altLang="en-US" sz="9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42" name="TextBox 41"/>
          <p:cNvSpPr txBox="1"/>
          <p:nvPr>
            <p:custDataLst>
              <p:tags r:id="rId3"/>
            </p:custDataLst>
          </p:nvPr>
        </p:nvSpPr>
        <p:spPr>
          <a:xfrm>
            <a:off x="791088" y="3235703"/>
            <a:ext cx="2152140" cy="786130"/>
          </a:xfrm>
          <a:prstGeom prst="rect">
            <a:avLst/>
          </a:prstGeom>
          <a:noFill/>
        </p:spPr>
        <p:txBody>
          <a:bodyPr wrap="square" lIns="68580" tIns="34290" rIns="68580" bIns="34290" rtlCol="0">
            <a:spAutoFit/>
          </a:bodyPr>
          <a:lstStyle/>
          <a:p>
            <a:pPr algn="just">
              <a:lnSpc>
                <a:spcPct val="130000"/>
              </a:lnSpc>
            </a:pPr>
            <a:r>
              <a:rPr lang="zh-CN" altLang="en-US" sz="900" dirty="0">
                <a:solidFill>
                  <a:schemeClr val="tx1">
                    <a:lumMod val="65000"/>
                    <a:lumOff val="35000"/>
                  </a:schemeClr>
                </a:solidFill>
                <a:latin typeface="微软雅黑" panose="020B0503020204020204" pitchFamily="34" charset="-122"/>
                <a:ea typeface="微软雅黑" panose="020B0503020204020204" pitchFamily="34" charset="-122"/>
              </a:rPr>
              <a:t>现有如</a:t>
            </a:r>
            <a:r>
              <a:rPr lang="en-US" altLang="zh-CN" sz="900" dirty="0">
                <a:solidFill>
                  <a:schemeClr val="tx1">
                    <a:lumMod val="65000"/>
                    <a:lumOff val="35000"/>
                  </a:schemeClr>
                </a:solidFill>
                <a:latin typeface="微软雅黑" panose="020B0503020204020204" pitchFamily="34" charset="-122"/>
                <a:ea typeface="微软雅黑" panose="020B0503020204020204" pitchFamily="34" charset="-122"/>
              </a:rPr>
              <a:t> Keycloak</a:t>
            </a:r>
            <a:r>
              <a:rPr lang="zh-CN" altLang="en-US" sz="900" dirty="0">
                <a:solidFill>
                  <a:schemeClr val="tx1">
                    <a:lumMod val="65000"/>
                    <a:lumOff val="35000"/>
                  </a:schemeClr>
                </a:solidFill>
                <a:latin typeface="微软雅黑" panose="020B0503020204020204" pitchFamily="34" charset="-122"/>
                <a:ea typeface="微软雅黑" panose="020B0503020204020204" pitchFamily="34" charset="-122"/>
              </a:rPr>
              <a:t>、</a:t>
            </a:r>
            <a:r>
              <a:rPr lang="en-US" altLang="zh-CN" sz="900" dirty="0">
                <a:solidFill>
                  <a:schemeClr val="tx1">
                    <a:lumMod val="65000"/>
                    <a:lumOff val="35000"/>
                  </a:schemeClr>
                </a:solidFill>
                <a:latin typeface="微软雅黑" panose="020B0503020204020204" pitchFamily="34" charset="-122"/>
                <a:ea typeface="微软雅黑" panose="020B0503020204020204" pitchFamily="34" charset="-122"/>
              </a:rPr>
              <a:t>Hydra</a:t>
            </a:r>
            <a:r>
              <a:rPr lang="zh-CN" altLang="en-US" sz="900" dirty="0">
                <a:solidFill>
                  <a:schemeClr val="tx1">
                    <a:lumMod val="65000"/>
                    <a:lumOff val="35000"/>
                  </a:schemeClr>
                </a:solidFill>
                <a:latin typeface="微软雅黑" panose="020B0503020204020204" pitchFamily="34" charset="-122"/>
                <a:ea typeface="微软雅黑" panose="020B0503020204020204" pitchFamily="34" charset="-122"/>
              </a:rPr>
              <a:t>、</a:t>
            </a:r>
            <a:r>
              <a:rPr lang="en-US" altLang="zh-CN" sz="900" dirty="0">
                <a:solidFill>
                  <a:schemeClr val="tx1">
                    <a:lumMod val="65000"/>
                    <a:lumOff val="35000"/>
                  </a:schemeClr>
                </a:solidFill>
                <a:latin typeface="微软雅黑" panose="020B0503020204020204" pitchFamily="34" charset="-122"/>
                <a:ea typeface="微软雅黑" panose="020B0503020204020204" pitchFamily="34" charset="-122"/>
              </a:rPr>
              <a:t>Dex </a:t>
            </a:r>
            <a:r>
              <a:rPr lang="zh-CN" altLang="en-US" sz="900" dirty="0">
                <a:solidFill>
                  <a:schemeClr val="tx1">
                    <a:lumMod val="65000"/>
                    <a:lumOff val="35000"/>
                  </a:schemeClr>
                </a:solidFill>
                <a:latin typeface="微软雅黑" panose="020B0503020204020204" pitchFamily="34" charset="-122"/>
                <a:ea typeface="微软雅黑" panose="020B0503020204020204" pitchFamily="34" charset="-122"/>
              </a:rPr>
              <a:t>等开源</a:t>
            </a:r>
            <a:r>
              <a:rPr lang="en-US" altLang="zh-CN" sz="900" dirty="0">
                <a:solidFill>
                  <a:schemeClr val="tx1">
                    <a:lumMod val="65000"/>
                    <a:lumOff val="35000"/>
                  </a:schemeClr>
                </a:solidFill>
                <a:latin typeface="微软雅黑" panose="020B0503020204020204" pitchFamily="34" charset="-122"/>
                <a:ea typeface="微软雅黑" panose="020B0503020204020204" pitchFamily="34" charset="-122"/>
              </a:rPr>
              <a:t> OAuth </a:t>
            </a:r>
            <a:r>
              <a:rPr lang="zh-CN" altLang="en-US" sz="900" dirty="0">
                <a:solidFill>
                  <a:schemeClr val="tx1">
                    <a:lumMod val="65000"/>
                    <a:lumOff val="35000"/>
                  </a:schemeClr>
                </a:solidFill>
                <a:latin typeface="微软雅黑" panose="020B0503020204020204" pitchFamily="34" charset="-122"/>
                <a:ea typeface="微软雅黑" panose="020B0503020204020204" pitchFamily="34" charset="-122"/>
              </a:rPr>
              <a:t>实现均可作为服务端部署对象，支持自定义</a:t>
            </a:r>
            <a:r>
              <a:rPr lang="en-US" altLang="zh-CN" sz="900" dirty="0">
                <a:solidFill>
                  <a:schemeClr val="tx1">
                    <a:lumMod val="65000"/>
                    <a:lumOff val="35000"/>
                  </a:schemeClr>
                </a:solidFill>
                <a:latin typeface="微软雅黑" panose="020B0503020204020204" pitchFamily="34" charset="-122"/>
                <a:ea typeface="微软雅黑" panose="020B0503020204020204" pitchFamily="34" charset="-122"/>
              </a:rPr>
              <a:t> client </a:t>
            </a:r>
            <a:r>
              <a:rPr lang="zh-CN" altLang="en-US" sz="900" dirty="0">
                <a:solidFill>
                  <a:schemeClr val="tx1">
                    <a:lumMod val="65000"/>
                    <a:lumOff val="35000"/>
                  </a:schemeClr>
                </a:solidFill>
                <a:latin typeface="微软雅黑" panose="020B0503020204020204" pitchFamily="34" charset="-122"/>
                <a:ea typeface="微软雅黑" panose="020B0503020204020204" pitchFamily="34" charset="-122"/>
              </a:rPr>
              <a:t>注册与参数配置，方便构造不同测试用例。</a:t>
            </a:r>
            <a:endParaRPr lang="zh-CN" altLang="en-US" sz="9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43" name="TextBox 42"/>
          <p:cNvSpPr txBox="1"/>
          <p:nvPr>
            <p:custDataLst>
              <p:tags r:id="rId4"/>
            </p:custDataLst>
          </p:nvPr>
        </p:nvSpPr>
        <p:spPr>
          <a:xfrm>
            <a:off x="6300417" y="3235703"/>
            <a:ext cx="2152140" cy="786130"/>
          </a:xfrm>
          <a:prstGeom prst="rect">
            <a:avLst/>
          </a:prstGeom>
          <a:noFill/>
        </p:spPr>
        <p:txBody>
          <a:bodyPr wrap="square" lIns="68580" tIns="34290" rIns="68580" bIns="34290" rtlCol="0">
            <a:spAutoFit/>
          </a:bodyPr>
          <a:lstStyle/>
          <a:p>
            <a:pPr algn="just">
              <a:lnSpc>
                <a:spcPct val="130000"/>
              </a:lnSpc>
            </a:pPr>
            <a:r>
              <a:rPr lang="zh-CN" altLang="en-US" sz="900" dirty="0">
                <a:solidFill>
                  <a:schemeClr val="tx1">
                    <a:lumMod val="65000"/>
                    <a:lumOff val="35000"/>
                  </a:schemeClr>
                </a:solidFill>
                <a:latin typeface="微软雅黑" panose="020B0503020204020204" pitchFamily="34" charset="-122"/>
                <a:ea typeface="微软雅黑" panose="020B0503020204020204" pitchFamily="34" charset="-122"/>
              </a:rPr>
              <a:t>基于浏览器自动化</a:t>
            </a:r>
            <a:r>
              <a:rPr lang="en-US" altLang="zh-CN" sz="900" dirty="0">
                <a:solidFill>
                  <a:schemeClr val="tx1">
                    <a:lumMod val="65000"/>
                    <a:lumOff val="35000"/>
                  </a:schemeClr>
                </a:solidFill>
                <a:latin typeface="微软雅黑" panose="020B0503020204020204" pitchFamily="34" charset="-122"/>
                <a:ea typeface="微软雅黑" panose="020B0503020204020204" pitchFamily="34" charset="-122"/>
              </a:rPr>
              <a:t> + DOM </a:t>
            </a:r>
            <a:r>
              <a:rPr lang="zh-CN" altLang="en-US" sz="900" dirty="0">
                <a:solidFill>
                  <a:schemeClr val="tx1">
                    <a:lumMod val="65000"/>
                    <a:lumOff val="35000"/>
                  </a:schemeClr>
                </a:solidFill>
                <a:latin typeface="微软雅黑" panose="020B0503020204020204" pitchFamily="34" charset="-122"/>
                <a:ea typeface="微软雅黑" panose="020B0503020204020204" pitchFamily="34" charset="-122"/>
              </a:rPr>
              <a:t>检测的</a:t>
            </a:r>
            <a:r>
              <a:rPr lang="en-US" altLang="zh-CN" sz="900" dirty="0">
                <a:solidFill>
                  <a:schemeClr val="tx1">
                    <a:lumMod val="65000"/>
                    <a:lumOff val="35000"/>
                  </a:schemeClr>
                </a:solidFill>
                <a:latin typeface="微软雅黑" panose="020B0503020204020204" pitchFamily="34" charset="-122"/>
                <a:ea typeface="微软雅黑" panose="020B0503020204020204" pitchFamily="34" charset="-122"/>
              </a:rPr>
              <a:t> SSO </a:t>
            </a:r>
            <a:r>
              <a:rPr lang="zh-CN" altLang="en-US" sz="900" dirty="0">
                <a:solidFill>
                  <a:schemeClr val="tx1">
                    <a:lumMod val="65000"/>
                    <a:lumOff val="35000"/>
                  </a:schemeClr>
                </a:solidFill>
                <a:latin typeface="微软雅黑" panose="020B0503020204020204" pitchFamily="34" charset="-122"/>
                <a:ea typeface="微软雅黑" panose="020B0503020204020204" pitchFamily="34" charset="-122"/>
              </a:rPr>
              <a:t>测量工具已有成功先例，理论框架成熟，风险识别规则均为已有验证策略，具备明确的可编程性与验证指标。</a:t>
            </a:r>
            <a:endParaRPr lang="zh-CN" altLang="en-US" sz="9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grpSp>
        <p:nvGrpSpPr>
          <p:cNvPr id="44" name="组合 43"/>
          <p:cNvGrpSpPr/>
          <p:nvPr>
            <p:custDataLst>
              <p:tags r:id="rId5"/>
            </p:custDataLst>
          </p:nvPr>
        </p:nvGrpSpPr>
        <p:grpSpPr>
          <a:xfrm>
            <a:off x="3969791" y="2215117"/>
            <a:ext cx="567456" cy="567383"/>
            <a:chOff x="3570825" y="3196716"/>
            <a:chExt cx="756510" cy="756510"/>
          </a:xfrm>
          <a:solidFill>
            <a:srgbClr val="679E2A"/>
          </a:solidFill>
          <a:effectLst/>
        </p:grpSpPr>
        <p:sp>
          <p:nvSpPr>
            <p:cNvPr id="45" name="泪滴形 44"/>
            <p:cNvSpPr/>
            <p:nvPr>
              <p:custDataLst>
                <p:tags r:id="rId6"/>
              </p:custDataLst>
            </p:nvPr>
          </p:nvSpPr>
          <p:spPr>
            <a:xfrm rot="5400000">
              <a:off x="3570825" y="3196716"/>
              <a:ext cx="756510" cy="756510"/>
            </a:xfrm>
            <a:prstGeom prst="teardrop">
              <a:avLst/>
            </a:prstGeom>
            <a:grpFill/>
            <a:ln w="28575">
              <a:noFill/>
            </a:ln>
            <a:effectLst/>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zh-CN" altLang="en-US">
                <a:solidFill>
                  <a:srgbClr val="FFFFFF"/>
                </a:solidFill>
              </a:endParaRPr>
            </a:p>
          </p:txBody>
        </p:sp>
        <p:sp>
          <p:nvSpPr>
            <p:cNvPr id="46" name="TextBox 45"/>
            <p:cNvSpPr txBox="1"/>
            <p:nvPr>
              <p:custDataLst>
                <p:tags r:id="rId7"/>
              </p:custDataLst>
            </p:nvPr>
          </p:nvSpPr>
          <p:spPr>
            <a:xfrm>
              <a:off x="3710583" y="3328751"/>
              <a:ext cx="476993" cy="492442"/>
            </a:xfrm>
            <a:prstGeom prst="rect">
              <a:avLst/>
            </a:prstGeom>
            <a:grpFill/>
            <a:ln>
              <a:noFill/>
            </a:ln>
          </p:spPr>
          <p:txBody>
            <a:bodyPr wrap="none" rtlCol="0" anchor="ctr">
              <a:spAutoFit/>
            </a:bodyPr>
            <a:lstStyle/>
            <a:p>
              <a:pPr algn="ctr"/>
              <a:r>
                <a:rPr lang="en-US" altLang="zh-CN" b="1" dirty="0">
                  <a:solidFill>
                    <a:schemeClr val="bg1"/>
                  </a:solidFill>
                  <a:latin typeface="微软雅黑" panose="020B0503020204020204" pitchFamily="34" charset="-122"/>
                  <a:ea typeface="微软雅黑" panose="020B0503020204020204" pitchFamily="34" charset="-122"/>
                </a:rPr>
                <a:t>A</a:t>
              </a:r>
              <a:endParaRPr lang="zh-CN" altLang="en-US" b="1" dirty="0">
                <a:solidFill>
                  <a:schemeClr val="bg1"/>
                </a:solidFill>
                <a:latin typeface="微软雅黑" panose="020B0503020204020204" pitchFamily="34" charset="-122"/>
                <a:ea typeface="微软雅黑" panose="020B0503020204020204" pitchFamily="34" charset="-122"/>
              </a:endParaRPr>
            </a:p>
          </p:txBody>
        </p:sp>
      </p:grpSp>
      <p:grpSp>
        <p:nvGrpSpPr>
          <p:cNvPr id="47" name="组合 46"/>
          <p:cNvGrpSpPr/>
          <p:nvPr>
            <p:custDataLst>
              <p:tags r:id="rId8"/>
            </p:custDataLst>
          </p:nvPr>
        </p:nvGrpSpPr>
        <p:grpSpPr>
          <a:xfrm>
            <a:off x="4606744" y="2215117"/>
            <a:ext cx="567456" cy="567383"/>
            <a:chOff x="4419984" y="3196716"/>
            <a:chExt cx="756510" cy="756510"/>
          </a:xfrm>
          <a:solidFill>
            <a:srgbClr val="679E2A"/>
          </a:solidFill>
          <a:effectLst/>
        </p:grpSpPr>
        <p:sp>
          <p:nvSpPr>
            <p:cNvPr id="48" name="泪滴形 47"/>
            <p:cNvSpPr/>
            <p:nvPr>
              <p:custDataLst>
                <p:tags r:id="rId9"/>
              </p:custDataLst>
            </p:nvPr>
          </p:nvSpPr>
          <p:spPr>
            <a:xfrm rot="10800000">
              <a:off x="4419984" y="3196716"/>
              <a:ext cx="756510" cy="756510"/>
            </a:xfrm>
            <a:prstGeom prst="teardrop">
              <a:avLst/>
            </a:prstGeom>
            <a:grpFill/>
            <a:ln w="28575">
              <a:noFill/>
            </a:ln>
            <a:effectLst/>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zh-CN" altLang="en-US">
                <a:solidFill>
                  <a:srgbClr val="FFFFFF"/>
                </a:solidFill>
              </a:endParaRPr>
            </a:p>
          </p:txBody>
        </p:sp>
        <p:sp>
          <p:nvSpPr>
            <p:cNvPr id="49" name="TextBox 48"/>
            <p:cNvSpPr txBox="1"/>
            <p:nvPr>
              <p:custDataLst>
                <p:tags r:id="rId10"/>
              </p:custDataLst>
            </p:nvPr>
          </p:nvSpPr>
          <p:spPr>
            <a:xfrm>
              <a:off x="4570429" y="3328752"/>
              <a:ext cx="455621" cy="492442"/>
            </a:xfrm>
            <a:prstGeom prst="rect">
              <a:avLst/>
            </a:prstGeom>
            <a:grpFill/>
            <a:ln>
              <a:noFill/>
            </a:ln>
          </p:spPr>
          <p:txBody>
            <a:bodyPr wrap="none" rtlCol="0" anchor="ctr">
              <a:spAutoFit/>
            </a:bodyPr>
            <a:lstStyle/>
            <a:p>
              <a:pPr algn="ctr"/>
              <a:r>
                <a:rPr lang="en-US" altLang="zh-CN" b="1" dirty="0">
                  <a:solidFill>
                    <a:schemeClr val="bg1"/>
                  </a:solidFill>
                  <a:latin typeface="微软雅黑" panose="020B0503020204020204" pitchFamily="34" charset="-122"/>
                  <a:ea typeface="微软雅黑" panose="020B0503020204020204" pitchFamily="34" charset="-122"/>
                </a:rPr>
                <a:t>B</a:t>
              </a:r>
              <a:endParaRPr lang="zh-CN" altLang="en-US" b="1" dirty="0">
                <a:solidFill>
                  <a:schemeClr val="bg1"/>
                </a:solidFill>
                <a:latin typeface="微软雅黑" panose="020B0503020204020204" pitchFamily="34" charset="-122"/>
                <a:ea typeface="微软雅黑" panose="020B0503020204020204" pitchFamily="34" charset="-122"/>
              </a:endParaRPr>
            </a:p>
          </p:txBody>
        </p:sp>
      </p:grpSp>
      <p:grpSp>
        <p:nvGrpSpPr>
          <p:cNvPr id="50" name="组合 49"/>
          <p:cNvGrpSpPr/>
          <p:nvPr>
            <p:custDataLst>
              <p:tags r:id="rId11"/>
            </p:custDataLst>
          </p:nvPr>
        </p:nvGrpSpPr>
        <p:grpSpPr>
          <a:xfrm>
            <a:off x="3969791" y="2853280"/>
            <a:ext cx="567456" cy="567383"/>
            <a:chOff x="3570825" y="4047600"/>
            <a:chExt cx="756510" cy="756510"/>
          </a:xfrm>
          <a:solidFill>
            <a:srgbClr val="679E2A"/>
          </a:solidFill>
          <a:effectLst/>
        </p:grpSpPr>
        <p:sp>
          <p:nvSpPr>
            <p:cNvPr id="51" name="泪滴形 50"/>
            <p:cNvSpPr/>
            <p:nvPr>
              <p:custDataLst>
                <p:tags r:id="rId12"/>
              </p:custDataLst>
            </p:nvPr>
          </p:nvSpPr>
          <p:spPr>
            <a:xfrm>
              <a:off x="3570825" y="4047600"/>
              <a:ext cx="756510" cy="756510"/>
            </a:xfrm>
            <a:prstGeom prst="teardrop">
              <a:avLst/>
            </a:prstGeom>
            <a:grpFill/>
            <a:ln w="28575">
              <a:noFill/>
            </a:ln>
            <a:effectLst/>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zh-CN" altLang="en-US">
                <a:solidFill>
                  <a:srgbClr val="FFFFFF"/>
                </a:solidFill>
              </a:endParaRPr>
            </a:p>
          </p:txBody>
        </p:sp>
        <p:sp>
          <p:nvSpPr>
            <p:cNvPr id="52" name="TextBox 51"/>
            <p:cNvSpPr txBox="1"/>
            <p:nvPr>
              <p:custDataLst>
                <p:tags r:id="rId13"/>
              </p:custDataLst>
            </p:nvPr>
          </p:nvSpPr>
          <p:spPr>
            <a:xfrm>
              <a:off x="3722337" y="4179633"/>
              <a:ext cx="453485" cy="492442"/>
            </a:xfrm>
            <a:prstGeom prst="rect">
              <a:avLst/>
            </a:prstGeom>
            <a:grpFill/>
            <a:ln>
              <a:noFill/>
            </a:ln>
          </p:spPr>
          <p:txBody>
            <a:bodyPr wrap="none" rtlCol="0" anchor="ctr">
              <a:spAutoFit/>
            </a:bodyPr>
            <a:lstStyle/>
            <a:p>
              <a:pPr algn="ctr"/>
              <a:r>
                <a:rPr lang="en-US" altLang="zh-CN" b="1" dirty="0">
                  <a:solidFill>
                    <a:schemeClr val="bg1"/>
                  </a:solidFill>
                  <a:latin typeface="微软雅黑" panose="020B0503020204020204" pitchFamily="34" charset="-122"/>
                  <a:ea typeface="微软雅黑" panose="020B0503020204020204" pitchFamily="34" charset="-122"/>
                </a:rPr>
                <a:t>C</a:t>
              </a:r>
              <a:endParaRPr lang="zh-CN" altLang="en-US" b="1" dirty="0">
                <a:solidFill>
                  <a:schemeClr val="bg1"/>
                </a:solidFill>
                <a:latin typeface="微软雅黑" panose="020B0503020204020204" pitchFamily="34" charset="-122"/>
                <a:ea typeface="微软雅黑" panose="020B0503020204020204" pitchFamily="34" charset="-122"/>
              </a:endParaRPr>
            </a:p>
          </p:txBody>
        </p:sp>
      </p:grpSp>
      <p:grpSp>
        <p:nvGrpSpPr>
          <p:cNvPr id="53" name="组合 52"/>
          <p:cNvGrpSpPr/>
          <p:nvPr>
            <p:custDataLst>
              <p:tags r:id="rId14"/>
            </p:custDataLst>
          </p:nvPr>
        </p:nvGrpSpPr>
        <p:grpSpPr>
          <a:xfrm>
            <a:off x="4606744" y="2853280"/>
            <a:ext cx="567456" cy="567383"/>
            <a:chOff x="4419984" y="4047600"/>
            <a:chExt cx="756510" cy="756510"/>
          </a:xfrm>
          <a:solidFill>
            <a:srgbClr val="679E2A"/>
          </a:solidFill>
          <a:effectLst/>
        </p:grpSpPr>
        <p:sp>
          <p:nvSpPr>
            <p:cNvPr id="54" name="泪滴形 53"/>
            <p:cNvSpPr/>
            <p:nvPr>
              <p:custDataLst>
                <p:tags r:id="rId15"/>
              </p:custDataLst>
            </p:nvPr>
          </p:nvSpPr>
          <p:spPr>
            <a:xfrm rot="16200000">
              <a:off x="4419984" y="4047600"/>
              <a:ext cx="756510" cy="756510"/>
            </a:xfrm>
            <a:prstGeom prst="teardrop">
              <a:avLst/>
            </a:prstGeom>
            <a:grpFill/>
            <a:ln w="28575">
              <a:noFill/>
            </a:ln>
            <a:effectLst/>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zh-CN" altLang="en-US">
                <a:solidFill>
                  <a:srgbClr val="FFFFFF"/>
                </a:solidFill>
              </a:endParaRPr>
            </a:p>
          </p:txBody>
        </p:sp>
        <p:sp>
          <p:nvSpPr>
            <p:cNvPr id="55" name="TextBox 54"/>
            <p:cNvSpPr txBox="1"/>
            <p:nvPr>
              <p:custDataLst>
                <p:tags r:id="rId16"/>
              </p:custDataLst>
            </p:nvPr>
          </p:nvSpPr>
          <p:spPr>
            <a:xfrm>
              <a:off x="4553331" y="4179633"/>
              <a:ext cx="489814" cy="492442"/>
            </a:xfrm>
            <a:prstGeom prst="rect">
              <a:avLst/>
            </a:prstGeom>
            <a:grpFill/>
            <a:ln>
              <a:noFill/>
            </a:ln>
          </p:spPr>
          <p:txBody>
            <a:bodyPr wrap="none" rtlCol="0" anchor="ctr">
              <a:spAutoFit/>
            </a:bodyPr>
            <a:lstStyle/>
            <a:p>
              <a:pPr algn="ctr"/>
              <a:r>
                <a:rPr lang="en-US" altLang="zh-CN" b="1" dirty="0">
                  <a:solidFill>
                    <a:schemeClr val="bg1"/>
                  </a:solidFill>
                  <a:latin typeface="微软雅黑" panose="020B0503020204020204" pitchFamily="34" charset="-122"/>
                  <a:ea typeface="微软雅黑" panose="020B0503020204020204" pitchFamily="34" charset="-122"/>
                </a:rPr>
                <a:t>D</a:t>
              </a:r>
              <a:endParaRPr lang="zh-CN" altLang="en-US" b="1" dirty="0">
                <a:solidFill>
                  <a:schemeClr val="bg1"/>
                </a:solidFill>
                <a:latin typeface="微软雅黑" panose="020B0503020204020204" pitchFamily="34" charset="-122"/>
                <a:ea typeface="微软雅黑" panose="020B0503020204020204" pitchFamily="34" charset="-122"/>
              </a:endParaRPr>
            </a:p>
          </p:txBody>
        </p:sp>
      </p:grpSp>
      <p:sp>
        <p:nvSpPr>
          <p:cNvPr id="56" name="椭圆 55"/>
          <p:cNvSpPr/>
          <p:nvPr>
            <p:custDataLst>
              <p:tags r:id="rId17"/>
            </p:custDataLst>
          </p:nvPr>
        </p:nvSpPr>
        <p:spPr>
          <a:xfrm>
            <a:off x="3129551" y="1480858"/>
            <a:ext cx="1102468" cy="1102323"/>
          </a:xfrm>
          <a:prstGeom prst="ellipse">
            <a:avLst/>
          </a:prstGeom>
          <a:gradFill flip="none" rotWithShape="1">
            <a:gsLst>
              <a:gs pos="49000">
                <a:schemeClr val="bg1">
                  <a:lumMod val="93000"/>
                </a:schemeClr>
              </a:gs>
              <a:gs pos="0">
                <a:srgbClr val="E2E2E2">
                  <a:lumMod val="85000"/>
                </a:srgbClr>
              </a:gs>
              <a:gs pos="100000">
                <a:schemeClr val="bg1"/>
              </a:gs>
            </a:gsLst>
            <a:lin ang="2700000" scaled="1"/>
            <a:tileRect/>
          </a:gradFill>
          <a:ln w="38100">
            <a:gradFill flip="none" rotWithShape="1">
              <a:gsLst>
                <a:gs pos="100000">
                  <a:srgbClr val="E0E0E0"/>
                </a:gs>
                <a:gs pos="0">
                  <a:schemeClr val="bg1"/>
                </a:gs>
              </a:gsLst>
              <a:lin ang="0" scaled="0"/>
              <a:tileRect/>
            </a:gradFill>
          </a:ln>
          <a:effectLst>
            <a:outerShdw blurRad="368300" dist="368300" dir="2700000" algn="tr" rotWithShape="0">
              <a:prstClr val="black">
                <a:alpha val="20000"/>
              </a:prstClr>
            </a:outerShdw>
          </a:effectLst>
          <a:scene3d>
            <a:camera prst="orthographicFront"/>
            <a:lightRig rig="threePt" dir="t"/>
          </a:scene3d>
          <a:sp3d prstMaterial="metal"/>
        </p:spPr>
        <p:style>
          <a:lnRef idx="2">
            <a:schemeClr val="accent1">
              <a:shade val="50000"/>
            </a:schemeClr>
          </a:lnRef>
          <a:fillRef idx="1">
            <a:schemeClr val="accent1"/>
          </a:fillRef>
          <a:effectRef idx="0">
            <a:schemeClr val="accent1"/>
          </a:effectRef>
          <a:fontRef idx="minor">
            <a:schemeClr val="lt1"/>
          </a:fontRef>
        </p:style>
        <p:txBody>
          <a:bodyPr lIns="0" tIns="34290" rIns="0" bIns="34290" rtlCol="0" anchor="ctr"/>
          <a:lstStyle/>
          <a:p>
            <a:pPr algn="ctr"/>
            <a:r>
              <a:rPr lang="zh-CN" altLang="en-US" dirty="0">
                <a:solidFill>
                  <a:schemeClr val="tx1">
                    <a:lumMod val="75000"/>
                    <a:lumOff val="25000"/>
                  </a:schemeClr>
                </a:solidFill>
                <a:latin typeface="微软雅黑" panose="020B0503020204020204" pitchFamily="34" charset="-122"/>
                <a:ea typeface="微软雅黑" panose="020B0503020204020204" pitchFamily="34" charset="-122"/>
              </a:rPr>
              <a:t>安全</a:t>
            </a:r>
            <a:endParaRPr lang="zh-CN" altLang="en-US" dirty="0">
              <a:solidFill>
                <a:schemeClr val="tx1">
                  <a:lumMod val="75000"/>
                  <a:lumOff val="25000"/>
                </a:schemeClr>
              </a:solidFill>
              <a:latin typeface="微软雅黑" panose="020B0503020204020204" pitchFamily="34" charset="-122"/>
              <a:ea typeface="微软雅黑" panose="020B0503020204020204" pitchFamily="34" charset="-122"/>
            </a:endParaRPr>
          </a:p>
          <a:p>
            <a:pPr algn="ctr"/>
            <a:r>
              <a:rPr lang="zh-CN" altLang="en-US" dirty="0">
                <a:solidFill>
                  <a:schemeClr val="tx1">
                    <a:lumMod val="75000"/>
                    <a:lumOff val="25000"/>
                  </a:schemeClr>
                </a:solidFill>
                <a:latin typeface="微软雅黑" panose="020B0503020204020204" pitchFamily="34" charset="-122"/>
                <a:ea typeface="微软雅黑" panose="020B0503020204020204" pitchFamily="34" charset="-122"/>
              </a:rPr>
              <a:t>漏洞</a:t>
            </a:r>
            <a:endParaRPr lang="zh-CN" altLang="en-US"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57" name="椭圆 56"/>
          <p:cNvSpPr/>
          <p:nvPr>
            <p:custDataLst>
              <p:tags r:id="rId18"/>
            </p:custDataLst>
          </p:nvPr>
        </p:nvSpPr>
        <p:spPr>
          <a:xfrm>
            <a:off x="4911981" y="1480858"/>
            <a:ext cx="1102468" cy="1102323"/>
          </a:xfrm>
          <a:prstGeom prst="ellipse">
            <a:avLst/>
          </a:prstGeom>
          <a:gradFill flip="none" rotWithShape="1">
            <a:gsLst>
              <a:gs pos="49000">
                <a:schemeClr val="bg1">
                  <a:lumMod val="93000"/>
                </a:schemeClr>
              </a:gs>
              <a:gs pos="0">
                <a:srgbClr val="E2E2E2">
                  <a:lumMod val="85000"/>
                </a:srgbClr>
              </a:gs>
              <a:gs pos="100000">
                <a:schemeClr val="bg1"/>
              </a:gs>
            </a:gsLst>
            <a:lin ang="2700000" scaled="1"/>
            <a:tileRect/>
          </a:gradFill>
          <a:ln w="38100">
            <a:gradFill flip="none" rotWithShape="1">
              <a:gsLst>
                <a:gs pos="100000">
                  <a:srgbClr val="E0E0E0"/>
                </a:gs>
                <a:gs pos="0">
                  <a:schemeClr val="bg1"/>
                </a:gs>
              </a:gsLst>
              <a:lin ang="0" scaled="0"/>
              <a:tileRect/>
            </a:gradFill>
          </a:ln>
          <a:effectLst>
            <a:outerShdw blurRad="368300" dist="368300" dir="2700000" algn="tr" rotWithShape="0">
              <a:prstClr val="black">
                <a:alpha val="20000"/>
              </a:prstClr>
            </a:outerShdw>
          </a:effectLst>
          <a:scene3d>
            <a:camera prst="orthographicFront"/>
            <a:lightRig rig="threePt" dir="t"/>
          </a:scene3d>
          <a:sp3d prstMaterial="metal"/>
        </p:spPr>
        <p:style>
          <a:lnRef idx="2">
            <a:schemeClr val="accent1">
              <a:shade val="50000"/>
            </a:schemeClr>
          </a:lnRef>
          <a:fillRef idx="1">
            <a:schemeClr val="accent1"/>
          </a:fillRef>
          <a:effectRef idx="0">
            <a:schemeClr val="accent1"/>
          </a:effectRef>
          <a:fontRef idx="minor">
            <a:schemeClr val="lt1"/>
          </a:fontRef>
        </p:style>
        <p:txBody>
          <a:bodyPr lIns="0" tIns="34290" rIns="0" bIns="34290" rtlCol="0" anchor="ctr"/>
          <a:lstStyle/>
          <a:p>
            <a:pPr algn="ctr"/>
            <a:r>
              <a:rPr lang="zh-CN" altLang="en-US" dirty="0">
                <a:solidFill>
                  <a:schemeClr val="tx1">
                    <a:lumMod val="75000"/>
                    <a:lumOff val="25000"/>
                  </a:schemeClr>
                </a:solidFill>
                <a:latin typeface="微软雅黑" panose="020B0503020204020204" pitchFamily="34" charset="-122"/>
                <a:ea typeface="微软雅黑" panose="020B0503020204020204" pitchFamily="34" charset="-122"/>
              </a:rPr>
              <a:t>攻击</a:t>
            </a:r>
            <a:endParaRPr lang="zh-CN" altLang="en-US" dirty="0">
              <a:solidFill>
                <a:schemeClr val="tx1">
                  <a:lumMod val="75000"/>
                  <a:lumOff val="25000"/>
                </a:schemeClr>
              </a:solidFill>
              <a:latin typeface="微软雅黑" panose="020B0503020204020204" pitchFamily="34" charset="-122"/>
              <a:ea typeface="微软雅黑" panose="020B0503020204020204" pitchFamily="34" charset="-122"/>
            </a:endParaRPr>
          </a:p>
          <a:p>
            <a:pPr algn="ctr"/>
            <a:r>
              <a:rPr lang="zh-CN" altLang="en-US" dirty="0">
                <a:solidFill>
                  <a:schemeClr val="tx1">
                    <a:lumMod val="75000"/>
                    <a:lumOff val="25000"/>
                  </a:schemeClr>
                </a:solidFill>
                <a:latin typeface="微软雅黑" panose="020B0503020204020204" pitchFamily="34" charset="-122"/>
                <a:ea typeface="微软雅黑" panose="020B0503020204020204" pitchFamily="34" charset="-122"/>
              </a:rPr>
              <a:t>建模</a:t>
            </a:r>
            <a:endParaRPr lang="zh-CN" altLang="en-US"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58" name="椭圆 57"/>
          <p:cNvSpPr/>
          <p:nvPr>
            <p:custDataLst>
              <p:tags r:id="rId19"/>
            </p:custDataLst>
          </p:nvPr>
        </p:nvSpPr>
        <p:spPr>
          <a:xfrm>
            <a:off x="3129551" y="3035601"/>
            <a:ext cx="1102468" cy="1102323"/>
          </a:xfrm>
          <a:prstGeom prst="ellipse">
            <a:avLst/>
          </a:prstGeom>
          <a:gradFill flip="none" rotWithShape="1">
            <a:gsLst>
              <a:gs pos="49000">
                <a:schemeClr val="bg1">
                  <a:lumMod val="93000"/>
                </a:schemeClr>
              </a:gs>
              <a:gs pos="0">
                <a:srgbClr val="E2E2E2">
                  <a:lumMod val="85000"/>
                </a:srgbClr>
              </a:gs>
              <a:gs pos="100000">
                <a:schemeClr val="bg1"/>
              </a:gs>
            </a:gsLst>
            <a:lin ang="2700000" scaled="1"/>
            <a:tileRect/>
          </a:gradFill>
          <a:ln w="38100">
            <a:gradFill flip="none" rotWithShape="1">
              <a:gsLst>
                <a:gs pos="100000">
                  <a:srgbClr val="E0E0E0"/>
                </a:gs>
                <a:gs pos="0">
                  <a:schemeClr val="bg1"/>
                </a:gs>
              </a:gsLst>
              <a:lin ang="0" scaled="0"/>
              <a:tileRect/>
            </a:gradFill>
          </a:ln>
          <a:effectLst>
            <a:outerShdw blurRad="368300" dist="368300" dir="2700000" algn="tr" rotWithShape="0">
              <a:prstClr val="black">
                <a:alpha val="20000"/>
              </a:prstClr>
            </a:outerShdw>
          </a:effectLst>
          <a:scene3d>
            <a:camera prst="orthographicFront"/>
            <a:lightRig rig="threePt" dir="t"/>
          </a:scene3d>
          <a:sp3d prstMaterial="metal"/>
        </p:spPr>
        <p:style>
          <a:lnRef idx="2">
            <a:schemeClr val="accent1">
              <a:shade val="50000"/>
            </a:schemeClr>
          </a:lnRef>
          <a:fillRef idx="1">
            <a:schemeClr val="accent1"/>
          </a:fillRef>
          <a:effectRef idx="0">
            <a:schemeClr val="accent1"/>
          </a:effectRef>
          <a:fontRef idx="minor">
            <a:schemeClr val="lt1"/>
          </a:fontRef>
        </p:style>
        <p:txBody>
          <a:bodyPr lIns="0" tIns="34290" rIns="0" bIns="34290" rtlCol="0" anchor="ctr"/>
          <a:lstStyle/>
          <a:p>
            <a:pPr algn="ctr"/>
            <a:r>
              <a:rPr lang="zh-CN" altLang="en-US" dirty="0">
                <a:solidFill>
                  <a:schemeClr val="tx1">
                    <a:lumMod val="75000"/>
                    <a:lumOff val="25000"/>
                  </a:schemeClr>
                </a:solidFill>
                <a:latin typeface="微软雅黑" panose="020B0503020204020204" pitchFamily="34" charset="-122"/>
                <a:ea typeface="微软雅黑" panose="020B0503020204020204" pitchFamily="34" charset="-122"/>
              </a:rPr>
              <a:t>模拟</a:t>
            </a:r>
            <a:endParaRPr lang="zh-CN" altLang="en-US" dirty="0">
              <a:solidFill>
                <a:schemeClr val="tx1">
                  <a:lumMod val="75000"/>
                  <a:lumOff val="25000"/>
                </a:schemeClr>
              </a:solidFill>
              <a:latin typeface="微软雅黑" panose="020B0503020204020204" pitchFamily="34" charset="-122"/>
              <a:ea typeface="微软雅黑" panose="020B0503020204020204" pitchFamily="34" charset="-122"/>
            </a:endParaRPr>
          </a:p>
          <a:p>
            <a:pPr algn="ctr"/>
            <a:r>
              <a:rPr lang="zh-CN" altLang="en-US" dirty="0">
                <a:solidFill>
                  <a:schemeClr val="tx1">
                    <a:lumMod val="75000"/>
                    <a:lumOff val="25000"/>
                  </a:schemeClr>
                </a:solidFill>
                <a:latin typeface="微软雅黑" panose="020B0503020204020204" pitchFamily="34" charset="-122"/>
                <a:ea typeface="微软雅黑" panose="020B0503020204020204" pitchFamily="34" charset="-122"/>
              </a:rPr>
              <a:t>攻击</a:t>
            </a:r>
            <a:endParaRPr lang="zh-CN" altLang="en-US"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59" name="椭圆 58"/>
          <p:cNvSpPr/>
          <p:nvPr>
            <p:custDataLst>
              <p:tags r:id="rId20"/>
            </p:custDataLst>
          </p:nvPr>
        </p:nvSpPr>
        <p:spPr>
          <a:xfrm>
            <a:off x="4911981" y="3035601"/>
            <a:ext cx="1102468" cy="1102323"/>
          </a:xfrm>
          <a:prstGeom prst="ellipse">
            <a:avLst/>
          </a:prstGeom>
          <a:gradFill flip="none" rotWithShape="1">
            <a:gsLst>
              <a:gs pos="49000">
                <a:schemeClr val="bg1">
                  <a:lumMod val="93000"/>
                </a:schemeClr>
              </a:gs>
              <a:gs pos="0">
                <a:srgbClr val="E2E2E2">
                  <a:lumMod val="85000"/>
                </a:srgbClr>
              </a:gs>
              <a:gs pos="100000">
                <a:schemeClr val="bg1"/>
              </a:gs>
            </a:gsLst>
            <a:lin ang="2700000" scaled="1"/>
            <a:tileRect/>
          </a:gradFill>
          <a:ln w="38100">
            <a:gradFill flip="none" rotWithShape="1">
              <a:gsLst>
                <a:gs pos="100000">
                  <a:srgbClr val="E0E0E0"/>
                </a:gs>
                <a:gs pos="0">
                  <a:schemeClr val="bg1"/>
                </a:gs>
              </a:gsLst>
              <a:lin ang="0" scaled="0"/>
              <a:tileRect/>
            </a:gradFill>
          </a:ln>
          <a:effectLst>
            <a:outerShdw blurRad="368300" dist="368300" dir="2700000" algn="tr" rotWithShape="0">
              <a:prstClr val="black">
                <a:alpha val="20000"/>
              </a:prstClr>
            </a:outerShdw>
          </a:effectLst>
          <a:scene3d>
            <a:camera prst="orthographicFront"/>
            <a:lightRig rig="threePt" dir="t"/>
          </a:scene3d>
          <a:sp3d prstMaterial="metal"/>
        </p:spPr>
        <p:style>
          <a:lnRef idx="2">
            <a:schemeClr val="accent1">
              <a:shade val="50000"/>
            </a:schemeClr>
          </a:lnRef>
          <a:fillRef idx="1">
            <a:schemeClr val="accent1"/>
          </a:fillRef>
          <a:effectRef idx="0">
            <a:schemeClr val="accent1"/>
          </a:effectRef>
          <a:fontRef idx="minor">
            <a:schemeClr val="lt1"/>
          </a:fontRef>
        </p:style>
        <p:txBody>
          <a:bodyPr lIns="0" tIns="34290" rIns="0" bIns="34290" rtlCol="0" anchor="ctr"/>
          <a:lstStyle/>
          <a:p>
            <a:pPr algn="ctr"/>
            <a:r>
              <a:rPr lang="en-US" altLang="zh-CN" dirty="0">
                <a:solidFill>
                  <a:schemeClr val="tx1">
                    <a:lumMod val="75000"/>
                    <a:lumOff val="25000"/>
                  </a:schemeClr>
                </a:solidFill>
                <a:latin typeface="微软雅黑" panose="020B0503020204020204" pitchFamily="34" charset="-122"/>
                <a:ea typeface="微软雅黑" panose="020B0503020204020204" pitchFamily="34" charset="-122"/>
              </a:rPr>
              <a:t>SSO</a:t>
            </a:r>
            <a:endParaRPr lang="en-US" altLang="zh-CN" dirty="0">
              <a:solidFill>
                <a:schemeClr val="tx1">
                  <a:lumMod val="75000"/>
                  <a:lumOff val="25000"/>
                </a:schemeClr>
              </a:solidFill>
              <a:latin typeface="微软雅黑" panose="020B0503020204020204" pitchFamily="34" charset="-122"/>
              <a:ea typeface="微软雅黑" panose="020B0503020204020204" pitchFamily="34" charset="-122"/>
            </a:endParaRPr>
          </a:p>
          <a:p>
            <a:pPr algn="ctr"/>
            <a:r>
              <a:rPr lang="zh-CN" altLang="en-US" dirty="0">
                <a:solidFill>
                  <a:schemeClr val="tx1">
                    <a:lumMod val="75000"/>
                    <a:lumOff val="25000"/>
                  </a:schemeClr>
                </a:solidFill>
                <a:latin typeface="微软雅黑" panose="020B0503020204020204" pitchFamily="34" charset="-122"/>
                <a:ea typeface="微软雅黑" panose="020B0503020204020204" pitchFamily="34" charset="-122"/>
              </a:rPr>
              <a:t>测量</a:t>
            </a:r>
            <a:endParaRPr lang="zh-CN" altLang="en-US" dirty="0">
              <a:solidFill>
                <a:schemeClr val="tx1">
                  <a:lumMod val="75000"/>
                  <a:lumOff val="25000"/>
                </a:schemeClr>
              </a:solidFill>
              <a:latin typeface="微软雅黑" panose="020B0503020204020204" pitchFamily="34" charset="-122"/>
              <a:ea typeface="微软雅黑" panose="020B0503020204020204" pitchFamily="34" charset="-122"/>
            </a:endParaRPr>
          </a:p>
        </p:txBody>
      </p:sp>
      <p:pic>
        <p:nvPicPr>
          <p:cNvPr id="29" name="图片 28" descr="图片包含 物体&#10;&#10;描述已自动生成"/>
          <p:cNvPicPr>
            <a:picLocks noChangeAspect="1"/>
          </p:cNvPicPr>
          <p:nvPr/>
        </p:nvPicPr>
        <p:blipFill>
          <a:blip r:embed="rId21" cstate="print">
            <a:extLst>
              <a:ext uri="{28A0092B-C50C-407E-A947-70E740481C1C}">
                <a14:useLocalDpi xmlns:a14="http://schemas.microsoft.com/office/drawing/2010/main" val="0"/>
              </a:ext>
            </a:extLst>
          </a:blip>
          <a:stretch>
            <a:fillRect/>
          </a:stretch>
        </p:blipFill>
        <p:spPr>
          <a:xfrm>
            <a:off x="94423" y="655329"/>
            <a:ext cx="388986" cy="1907371"/>
          </a:xfrm>
          <a:prstGeom prst="rect">
            <a:avLst/>
          </a:prstGeom>
        </p:spPr>
      </p:pic>
    </p:spTree>
    <p:custDataLst>
      <p:tags r:id="rId22"/>
    </p:custDataLst>
  </p:cSld>
  <p:clrMapOvr>
    <a:masterClrMapping/>
  </p:clrMapOvr>
  <p:transition spd="slow" advClick="0" advTm="0">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wipe(left)">
                                      <p:cBhvr>
                                        <p:cTn id="7" dur="300"/>
                                        <p:tgtEl>
                                          <p:spTgt spid="24"/>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25"/>
                                        </p:tgtEl>
                                        <p:attrNameLst>
                                          <p:attrName>style.visibility</p:attrName>
                                        </p:attrNameLst>
                                      </p:cBhvr>
                                      <p:to>
                                        <p:strVal val="visible"/>
                                      </p:to>
                                    </p:set>
                                    <p:animEffect transition="in" filter="wipe(down)">
                                      <p:cBhvr>
                                        <p:cTn id="11" dur="300"/>
                                        <p:tgtEl>
                                          <p:spTgt spid="25"/>
                                        </p:tgtEl>
                                      </p:cBhvr>
                                    </p:animEffect>
                                  </p:childTnLst>
                                </p:cTn>
                              </p:par>
                            </p:childTnLst>
                          </p:cTn>
                        </p:par>
                        <p:par>
                          <p:cTn id="12" fill="hold">
                            <p:stCondLst>
                              <p:cond delay="1000"/>
                            </p:stCondLst>
                            <p:childTnLst>
                              <p:par>
                                <p:cTn id="13" presetID="12" presetClass="entr" presetSubtype="8" fill="hold" grpId="0" nodeType="afterEffect">
                                  <p:stCondLst>
                                    <p:cond delay="0"/>
                                  </p:stCondLst>
                                  <p:childTnLst>
                                    <p:set>
                                      <p:cBhvr>
                                        <p:cTn id="14" dur="1" fill="hold">
                                          <p:stCondLst>
                                            <p:cond delay="0"/>
                                          </p:stCondLst>
                                        </p:cTn>
                                        <p:tgtEl>
                                          <p:spTgt spid="26"/>
                                        </p:tgtEl>
                                        <p:attrNameLst>
                                          <p:attrName>style.visibility</p:attrName>
                                        </p:attrNameLst>
                                      </p:cBhvr>
                                      <p:to>
                                        <p:strVal val="visible"/>
                                      </p:to>
                                    </p:set>
                                    <p:anim calcmode="lin" valueType="num">
                                      <p:cBhvr additive="base">
                                        <p:cTn id="15" dur="500"/>
                                        <p:tgtEl>
                                          <p:spTgt spid="26"/>
                                        </p:tgtEl>
                                        <p:attrNameLst>
                                          <p:attrName>ppt_x</p:attrName>
                                        </p:attrNameLst>
                                      </p:cBhvr>
                                      <p:tavLst>
                                        <p:tav tm="0">
                                          <p:val>
                                            <p:strVal val="#ppt_x-#ppt_w*1.125000"/>
                                          </p:val>
                                        </p:tav>
                                        <p:tav tm="100000">
                                          <p:val>
                                            <p:strVal val="#ppt_x"/>
                                          </p:val>
                                        </p:tav>
                                      </p:tavLst>
                                    </p:anim>
                                    <p:animEffect transition="in" filter="wipe(right)">
                                      <p:cBhvr>
                                        <p:cTn id="16" dur="500"/>
                                        <p:tgtEl>
                                          <p:spTgt spid="26"/>
                                        </p:tgtEl>
                                      </p:cBhvr>
                                    </p:animEffect>
                                  </p:childTnLst>
                                </p:cTn>
                              </p:par>
                              <p:par>
                                <p:cTn id="17" presetID="12" presetClass="entr" presetSubtype="8" fill="hold" nodeType="withEffect">
                                  <p:stCondLst>
                                    <p:cond delay="0"/>
                                  </p:stCondLst>
                                  <p:childTnLst>
                                    <p:set>
                                      <p:cBhvr>
                                        <p:cTn id="18" dur="1" fill="hold">
                                          <p:stCondLst>
                                            <p:cond delay="0"/>
                                          </p:stCondLst>
                                        </p:cTn>
                                        <p:tgtEl>
                                          <p:spTgt spid="28"/>
                                        </p:tgtEl>
                                        <p:attrNameLst>
                                          <p:attrName>style.visibility</p:attrName>
                                        </p:attrNameLst>
                                      </p:cBhvr>
                                      <p:to>
                                        <p:strVal val="visible"/>
                                      </p:to>
                                    </p:set>
                                    <p:anim calcmode="lin" valueType="num">
                                      <p:cBhvr additive="base">
                                        <p:cTn id="19" dur="500"/>
                                        <p:tgtEl>
                                          <p:spTgt spid="28"/>
                                        </p:tgtEl>
                                        <p:attrNameLst>
                                          <p:attrName>ppt_x</p:attrName>
                                        </p:attrNameLst>
                                      </p:cBhvr>
                                      <p:tavLst>
                                        <p:tav tm="0">
                                          <p:val>
                                            <p:strVal val="#ppt_x-#ppt_w*1.125000"/>
                                          </p:val>
                                        </p:tav>
                                        <p:tav tm="100000">
                                          <p:val>
                                            <p:strVal val="#ppt_x"/>
                                          </p:val>
                                        </p:tav>
                                      </p:tavLst>
                                    </p:anim>
                                    <p:animEffect transition="in" filter="wipe(right)">
                                      <p:cBhvr>
                                        <p:cTn id="20" dur="500"/>
                                        <p:tgtEl>
                                          <p:spTgt spid="28"/>
                                        </p:tgtEl>
                                      </p:cBhvr>
                                    </p:animEffect>
                                  </p:childTnLst>
                                </p:cTn>
                              </p:par>
                              <p:par>
                                <p:cTn id="21" presetID="12" presetClass="entr" presetSubtype="8" fill="hold" grpId="0" nodeType="withEffect">
                                  <p:stCondLst>
                                    <p:cond delay="0"/>
                                  </p:stCondLst>
                                  <p:childTnLst>
                                    <p:set>
                                      <p:cBhvr>
                                        <p:cTn id="22" dur="1" fill="hold">
                                          <p:stCondLst>
                                            <p:cond delay="0"/>
                                          </p:stCondLst>
                                        </p:cTn>
                                        <p:tgtEl>
                                          <p:spTgt spid="27"/>
                                        </p:tgtEl>
                                        <p:attrNameLst>
                                          <p:attrName>style.visibility</p:attrName>
                                        </p:attrNameLst>
                                      </p:cBhvr>
                                      <p:to>
                                        <p:strVal val="visible"/>
                                      </p:to>
                                    </p:set>
                                    <p:anim calcmode="lin" valueType="num">
                                      <p:cBhvr additive="base">
                                        <p:cTn id="23" dur="500"/>
                                        <p:tgtEl>
                                          <p:spTgt spid="27"/>
                                        </p:tgtEl>
                                        <p:attrNameLst>
                                          <p:attrName>ppt_x</p:attrName>
                                        </p:attrNameLst>
                                      </p:cBhvr>
                                      <p:tavLst>
                                        <p:tav tm="0">
                                          <p:val>
                                            <p:strVal val="#ppt_x-#ppt_w*1.125000"/>
                                          </p:val>
                                        </p:tav>
                                        <p:tav tm="100000">
                                          <p:val>
                                            <p:strVal val="#ppt_x"/>
                                          </p:val>
                                        </p:tav>
                                      </p:tavLst>
                                    </p:anim>
                                    <p:animEffect transition="in" filter="wipe(right)">
                                      <p:cBhvr>
                                        <p:cTn id="24" dur="500"/>
                                        <p:tgtEl>
                                          <p:spTgt spid="27"/>
                                        </p:tgtEl>
                                      </p:cBhvr>
                                    </p:animEffect>
                                  </p:childTnLst>
                                </p:cTn>
                              </p:par>
                            </p:childTnLst>
                          </p:cTn>
                        </p:par>
                        <p:par>
                          <p:cTn id="25" fill="hold">
                            <p:stCondLst>
                              <p:cond delay="1500"/>
                            </p:stCondLst>
                            <p:childTnLst>
                              <p:par>
                                <p:cTn id="26" presetID="53" presetClass="entr" presetSubtype="16" fill="hold" nodeType="afterEffect">
                                  <p:stCondLst>
                                    <p:cond delay="0"/>
                                  </p:stCondLst>
                                  <p:childTnLst>
                                    <p:set>
                                      <p:cBhvr>
                                        <p:cTn id="27" dur="1" fill="hold">
                                          <p:stCondLst>
                                            <p:cond delay="0"/>
                                          </p:stCondLst>
                                        </p:cTn>
                                        <p:tgtEl>
                                          <p:spTgt spid="44"/>
                                        </p:tgtEl>
                                        <p:attrNameLst>
                                          <p:attrName>style.visibility</p:attrName>
                                        </p:attrNameLst>
                                      </p:cBhvr>
                                      <p:to>
                                        <p:strVal val="visible"/>
                                      </p:to>
                                    </p:set>
                                    <p:anim calcmode="lin" valueType="num">
                                      <p:cBhvr>
                                        <p:cTn id="28" dur="500" fill="hold"/>
                                        <p:tgtEl>
                                          <p:spTgt spid="44"/>
                                        </p:tgtEl>
                                        <p:attrNameLst>
                                          <p:attrName>ppt_w</p:attrName>
                                        </p:attrNameLst>
                                      </p:cBhvr>
                                      <p:tavLst>
                                        <p:tav tm="0">
                                          <p:val>
                                            <p:fltVal val="0"/>
                                          </p:val>
                                        </p:tav>
                                        <p:tav tm="100000">
                                          <p:val>
                                            <p:strVal val="#ppt_w"/>
                                          </p:val>
                                        </p:tav>
                                      </p:tavLst>
                                    </p:anim>
                                    <p:anim calcmode="lin" valueType="num">
                                      <p:cBhvr>
                                        <p:cTn id="29" dur="500" fill="hold"/>
                                        <p:tgtEl>
                                          <p:spTgt spid="44"/>
                                        </p:tgtEl>
                                        <p:attrNameLst>
                                          <p:attrName>ppt_h</p:attrName>
                                        </p:attrNameLst>
                                      </p:cBhvr>
                                      <p:tavLst>
                                        <p:tav tm="0">
                                          <p:val>
                                            <p:fltVal val="0"/>
                                          </p:val>
                                        </p:tav>
                                        <p:tav tm="100000">
                                          <p:val>
                                            <p:strVal val="#ppt_h"/>
                                          </p:val>
                                        </p:tav>
                                      </p:tavLst>
                                    </p:anim>
                                    <p:animEffect transition="in" filter="fade">
                                      <p:cBhvr>
                                        <p:cTn id="30" dur="500"/>
                                        <p:tgtEl>
                                          <p:spTgt spid="44"/>
                                        </p:tgtEl>
                                      </p:cBhvr>
                                    </p:animEffect>
                                  </p:childTnLst>
                                </p:cTn>
                              </p:par>
                              <p:par>
                                <p:cTn id="31" presetID="53" presetClass="entr" presetSubtype="16" fill="hold" nodeType="withEffect">
                                  <p:stCondLst>
                                    <p:cond delay="100"/>
                                  </p:stCondLst>
                                  <p:childTnLst>
                                    <p:set>
                                      <p:cBhvr>
                                        <p:cTn id="32" dur="1" fill="hold">
                                          <p:stCondLst>
                                            <p:cond delay="0"/>
                                          </p:stCondLst>
                                        </p:cTn>
                                        <p:tgtEl>
                                          <p:spTgt spid="47"/>
                                        </p:tgtEl>
                                        <p:attrNameLst>
                                          <p:attrName>style.visibility</p:attrName>
                                        </p:attrNameLst>
                                      </p:cBhvr>
                                      <p:to>
                                        <p:strVal val="visible"/>
                                      </p:to>
                                    </p:set>
                                    <p:anim calcmode="lin" valueType="num">
                                      <p:cBhvr>
                                        <p:cTn id="33" dur="500" fill="hold"/>
                                        <p:tgtEl>
                                          <p:spTgt spid="47"/>
                                        </p:tgtEl>
                                        <p:attrNameLst>
                                          <p:attrName>ppt_w</p:attrName>
                                        </p:attrNameLst>
                                      </p:cBhvr>
                                      <p:tavLst>
                                        <p:tav tm="0">
                                          <p:val>
                                            <p:fltVal val="0"/>
                                          </p:val>
                                        </p:tav>
                                        <p:tav tm="100000">
                                          <p:val>
                                            <p:strVal val="#ppt_w"/>
                                          </p:val>
                                        </p:tav>
                                      </p:tavLst>
                                    </p:anim>
                                    <p:anim calcmode="lin" valueType="num">
                                      <p:cBhvr>
                                        <p:cTn id="34" dur="500" fill="hold"/>
                                        <p:tgtEl>
                                          <p:spTgt spid="47"/>
                                        </p:tgtEl>
                                        <p:attrNameLst>
                                          <p:attrName>ppt_h</p:attrName>
                                        </p:attrNameLst>
                                      </p:cBhvr>
                                      <p:tavLst>
                                        <p:tav tm="0">
                                          <p:val>
                                            <p:fltVal val="0"/>
                                          </p:val>
                                        </p:tav>
                                        <p:tav tm="100000">
                                          <p:val>
                                            <p:strVal val="#ppt_h"/>
                                          </p:val>
                                        </p:tav>
                                      </p:tavLst>
                                    </p:anim>
                                    <p:animEffect transition="in" filter="fade">
                                      <p:cBhvr>
                                        <p:cTn id="35" dur="500"/>
                                        <p:tgtEl>
                                          <p:spTgt spid="47"/>
                                        </p:tgtEl>
                                      </p:cBhvr>
                                    </p:animEffect>
                                  </p:childTnLst>
                                </p:cTn>
                              </p:par>
                              <p:par>
                                <p:cTn id="36" presetID="53" presetClass="entr" presetSubtype="16" fill="hold" nodeType="withEffect">
                                  <p:stCondLst>
                                    <p:cond delay="200"/>
                                  </p:stCondLst>
                                  <p:childTnLst>
                                    <p:set>
                                      <p:cBhvr>
                                        <p:cTn id="37" dur="1" fill="hold">
                                          <p:stCondLst>
                                            <p:cond delay="0"/>
                                          </p:stCondLst>
                                        </p:cTn>
                                        <p:tgtEl>
                                          <p:spTgt spid="50"/>
                                        </p:tgtEl>
                                        <p:attrNameLst>
                                          <p:attrName>style.visibility</p:attrName>
                                        </p:attrNameLst>
                                      </p:cBhvr>
                                      <p:to>
                                        <p:strVal val="visible"/>
                                      </p:to>
                                    </p:set>
                                    <p:anim calcmode="lin" valueType="num">
                                      <p:cBhvr>
                                        <p:cTn id="38" dur="500" fill="hold"/>
                                        <p:tgtEl>
                                          <p:spTgt spid="50"/>
                                        </p:tgtEl>
                                        <p:attrNameLst>
                                          <p:attrName>ppt_w</p:attrName>
                                        </p:attrNameLst>
                                      </p:cBhvr>
                                      <p:tavLst>
                                        <p:tav tm="0">
                                          <p:val>
                                            <p:fltVal val="0"/>
                                          </p:val>
                                        </p:tav>
                                        <p:tav tm="100000">
                                          <p:val>
                                            <p:strVal val="#ppt_w"/>
                                          </p:val>
                                        </p:tav>
                                      </p:tavLst>
                                    </p:anim>
                                    <p:anim calcmode="lin" valueType="num">
                                      <p:cBhvr>
                                        <p:cTn id="39" dur="500" fill="hold"/>
                                        <p:tgtEl>
                                          <p:spTgt spid="50"/>
                                        </p:tgtEl>
                                        <p:attrNameLst>
                                          <p:attrName>ppt_h</p:attrName>
                                        </p:attrNameLst>
                                      </p:cBhvr>
                                      <p:tavLst>
                                        <p:tav tm="0">
                                          <p:val>
                                            <p:fltVal val="0"/>
                                          </p:val>
                                        </p:tav>
                                        <p:tav tm="100000">
                                          <p:val>
                                            <p:strVal val="#ppt_h"/>
                                          </p:val>
                                        </p:tav>
                                      </p:tavLst>
                                    </p:anim>
                                    <p:animEffect transition="in" filter="fade">
                                      <p:cBhvr>
                                        <p:cTn id="40" dur="500"/>
                                        <p:tgtEl>
                                          <p:spTgt spid="50"/>
                                        </p:tgtEl>
                                      </p:cBhvr>
                                    </p:animEffect>
                                  </p:childTnLst>
                                </p:cTn>
                              </p:par>
                              <p:par>
                                <p:cTn id="41" presetID="53" presetClass="entr" presetSubtype="16" fill="hold" nodeType="withEffect">
                                  <p:stCondLst>
                                    <p:cond delay="300"/>
                                  </p:stCondLst>
                                  <p:childTnLst>
                                    <p:set>
                                      <p:cBhvr>
                                        <p:cTn id="42" dur="1" fill="hold">
                                          <p:stCondLst>
                                            <p:cond delay="0"/>
                                          </p:stCondLst>
                                        </p:cTn>
                                        <p:tgtEl>
                                          <p:spTgt spid="53"/>
                                        </p:tgtEl>
                                        <p:attrNameLst>
                                          <p:attrName>style.visibility</p:attrName>
                                        </p:attrNameLst>
                                      </p:cBhvr>
                                      <p:to>
                                        <p:strVal val="visible"/>
                                      </p:to>
                                    </p:set>
                                    <p:anim calcmode="lin" valueType="num">
                                      <p:cBhvr>
                                        <p:cTn id="43" dur="500" fill="hold"/>
                                        <p:tgtEl>
                                          <p:spTgt spid="53"/>
                                        </p:tgtEl>
                                        <p:attrNameLst>
                                          <p:attrName>ppt_w</p:attrName>
                                        </p:attrNameLst>
                                      </p:cBhvr>
                                      <p:tavLst>
                                        <p:tav tm="0">
                                          <p:val>
                                            <p:fltVal val="0"/>
                                          </p:val>
                                        </p:tav>
                                        <p:tav tm="100000">
                                          <p:val>
                                            <p:strVal val="#ppt_w"/>
                                          </p:val>
                                        </p:tav>
                                      </p:tavLst>
                                    </p:anim>
                                    <p:anim calcmode="lin" valueType="num">
                                      <p:cBhvr>
                                        <p:cTn id="44" dur="500" fill="hold"/>
                                        <p:tgtEl>
                                          <p:spTgt spid="53"/>
                                        </p:tgtEl>
                                        <p:attrNameLst>
                                          <p:attrName>ppt_h</p:attrName>
                                        </p:attrNameLst>
                                      </p:cBhvr>
                                      <p:tavLst>
                                        <p:tav tm="0">
                                          <p:val>
                                            <p:fltVal val="0"/>
                                          </p:val>
                                        </p:tav>
                                        <p:tav tm="100000">
                                          <p:val>
                                            <p:strVal val="#ppt_h"/>
                                          </p:val>
                                        </p:tav>
                                      </p:tavLst>
                                    </p:anim>
                                    <p:animEffect transition="in" filter="fade">
                                      <p:cBhvr>
                                        <p:cTn id="45" dur="500"/>
                                        <p:tgtEl>
                                          <p:spTgt spid="53"/>
                                        </p:tgtEl>
                                      </p:cBhvr>
                                    </p:animEffect>
                                  </p:childTnLst>
                                </p:cTn>
                              </p:par>
                              <p:par>
                                <p:cTn id="46" presetID="23" presetClass="entr" presetSubtype="16" fill="hold" grpId="0" nodeType="withEffect">
                                  <p:stCondLst>
                                    <p:cond delay="500"/>
                                  </p:stCondLst>
                                  <p:childTnLst>
                                    <p:set>
                                      <p:cBhvr>
                                        <p:cTn id="47" dur="1" fill="hold">
                                          <p:stCondLst>
                                            <p:cond delay="0"/>
                                          </p:stCondLst>
                                        </p:cTn>
                                        <p:tgtEl>
                                          <p:spTgt spid="56"/>
                                        </p:tgtEl>
                                        <p:attrNameLst>
                                          <p:attrName>style.visibility</p:attrName>
                                        </p:attrNameLst>
                                      </p:cBhvr>
                                      <p:to>
                                        <p:strVal val="visible"/>
                                      </p:to>
                                    </p:set>
                                    <p:anim calcmode="lin" valueType="num">
                                      <p:cBhvr>
                                        <p:cTn id="48" dur="300" fill="hold"/>
                                        <p:tgtEl>
                                          <p:spTgt spid="56"/>
                                        </p:tgtEl>
                                        <p:attrNameLst>
                                          <p:attrName>ppt_w</p:attrName>
                                        </p:attrNameLst>
                                      </p:cBhvr>
                                      <p:tavLst>
                                        <p:tav tm="0">
                                          <p:val>
                                            <p:fltVal val="0"/>
                                          </p:val>
                                        </p:tav>
                                        <p:tav tm="100000">
                                          <p:val>
                                            <p:strVal val="#ppt_w"/>
                                          </p:val>
                                        </p:tav>
                                      </p:tavLst>
                                    </p:anim>
                                    <p:anim calcmode="lin" valueType="num">
                                      <p:cBhvr>
                                        <p:cTn id="49" dur="300" fill="hold"/>
                                        <p:tgtEl>
                                          <p:spTgt spid="56"/>
                                        </p:tgtEl>
                                        <p:attrNameLst>
                                          <p:attrName>ppt_h</p:attrName>
                                        </p:attrNameLst>
                                      </p:cBhvr>
                                      <p:tavLst>
                                        <p:tav tm="0">
                                          <p:val>
                                            <p:fltVal val="0"/>
                                          </p:val>
                                        </p:tav>
                                        <p:tav tm="100000">
                                          <p:val>
                                            <p:strVal val="#ppt_h"/>
                                          </p:val>
                                        </p:tav>
                                      </p:tavLst>
                                    </p:anim>
                                  </p:childTnLst>
                                </p:cTn>
                              </p:par>
                              <p:par>
                                <p:cTn id="50" presetID="6" presetClass="emph" presetSubtype="0" autoRev="1" fill="hold" grpId="1" nodeType="withEffect">
                                  <p:stCondLst>
                                    <p:cond delay="750"/>
                                  </p:stCondLst>
                                  <p:childTnLst>
                                    <p:animScale>
                                      <p:cBhvr>
                                        <p:cTn id="51" dur="200" fill="hold"/>
                                        <p:tgtEl>
                                          <p:spTgt spid="56"/>
                                        </p:tgtEl>
                                      </p:cBhvr>
                                      <p:by x="110000" y="110000"/>
                                    </p:animScale>
                                  </p:childTnLst>
                                </p:cTn>
                              </p:par>
                              <p:par>
                                <p:cTn id="52" presetID="23" presetClass="entr" presetSubtype="16" fill="hold" grpId="0" nodeType="withEffect">
                                  <p:stCondLst>
                                    <p:cond delay="750"/>
                                  </p:stCondLst>
                                  <p:childTnLst>
                                    <p:set>
                                      <p:cBhvr>
                                        <p:cTn id="53" dur="1" fill="hold">
                                          <p:stCondLst>
                                            <p:cond delay="0"/>
                                          </p:stCondLst>
                                        </p:cTn>
                                        <p:tgtEl>
                                          <p:spTgt spid="57"/>
                                        </p:tgtEl>
                                        <p:attrNameLst>
                                          <p:attrName>style.visibility</p:attrName>
                                        </p:attrNameLst>
                                      </p:cBhvr>
                                      <p:to>
                                        <p:strVal val="visible"/>
                                      </p:to>
                                    </p:set>
                                    <p:anim calcmode="lin" valueType="num">
                                      <p:cBhvr>
                                        <p:cTn id="54" dur="300" fill="hold"/>
                                        <p:tgtEl>
                                          <p:spTgt spid="57"/>
                                        </p:tgtEl>
                                        <p:attrNameLst>
                                          <p:attrName>ppt_w</p:attrName>
                                        </p:attrNameLst>
                                      </p:cBhvr>
                                      <p:tavLst>
                                        <p:tav tm="0">
                                          <p:val>
                                            <p:fltVal val="0"/>
                                          </p:val>
                                        </p:tav>
                                        <p:tav tm="100000">
                                          <p:val>
                                            <p:strVal val="#ppt_w"/>
                                          </p:val>
                                        </p:tav>
                                      </p:tavLst>
                                    </p:anim>
                                    <p:anim calcmode="lin" valueType="num">
                                      <p:cBhvr>
                                        <p:cTn id="55" dur="300" fill="hold"/>
                                        <p:tgtEl>
                                          <p:spTgt spid="57"/>
                                        </p:tgtEl>
                                        <p:attrNameLst>
                                          <p:attrName>ppt_h</p:attrName>
                                        </p:attrNameLst>
                                      </p:cBhvr>
                                      <p:tavLst>
                                        <p:tav tm="0">
                                          <p:val>
                                            <p:fltVal val="0"/>
                                          </p:val>
                                        </p:tav>
                                        <p:tav tm="100000">
                                          <p:val>
                                            <p:strVal val="#ppt_h"/>
                                          </p:val>
                                        </p:tav>
                                      </p:tavLst>
                                    </p:anim>
                                  </p:childTnLst>
                                </p:cTn>
                              </p:par>
                              <p:par>
                                <p:cTn id="56" presetID="6" presetClass="emph" presetSubtype="0" autoRev="1" fill="hold" grpId="1" nodeType="withEffect">
                                  <p:stCondLst>
                                    <p:cond delay="1000"/>
                                  </p:stCondLst>
                                  <p:childTnLst>
                                    <p:animScale>
                                      <p:cBhvr>
                                        <p:cTn id="57" dur="200" fill="hold"/>
                                        <p:tgtEl>
                                          <p:spTgt spid="57"/>
                                        </p:tgtEl>
                                      </p:cBhvr>
                                      <p:by x="110000" y="110000"/>
                                    </p:animScale>
                                  </p:childTnLst>
                                </p:cTn>
                              </p:par>
                              <p:par>
                                <p:cTn id="58" presetID="23" presetClass="entr" presetSubtype="16" fill="hold" grpId="0" nodeType="withEffect">
                                  <p:stCondLst>
                                    <p:cond delay="1000"/>
                                  </p:stCondLst>
                                  <p:childTnLst>
                                    <p:set>
                                      <p:cBhvr>
                                        <p:cTn id="59" dur="1" fill="hold">
                                          <p:stCondLst>
                                            <p:cond delay="0"/>
                                          </p:stCondLst>
                                        </p:cTn>
                                        <p:tgtEl>
                                          <p:spTgt spid="58"/>
                                        </p:tgtEl>
                                        <p:attrNameLst>
                                          <p:attrName>style.visibility</p:attrName>
                                        </p:attrNameLst>
                                      </p:cBhvr>
                                      <p:to>
                                        <p:strVal val="visible"/>
                                      </p:to>
                                    </p:set>
                                    <p:anim calcmode="lin" valueType="num">
                                      <p:cBhvr>
                                        <p:cTn id="60" dur="300" fill="hold"/>
                                        <p:tgtEl>
                                          <p:spTgt spid="58"/>
                                        </p:tgtEl>
                                        <p:attrNameLst>
                                          <p:attrName>ppt_w</p:attrName>
                                        </p:attrNameLst>
                                      </p:cBhvr>
                                      <p:tavLst>
                                        <p:tav tm="0">
                                          <p:val>
                                            <p:fltVal val="0"/>
                                          </p:val>
                                        </p:tav>
                                        <p:tav tm="100000">
                                          <p:val>
                                            <p:strVal val="#ppt_w"/>
                                          </p:val>
                                        </p:tav>
                                      </p:tavLst>
                                    </p:anim>
                                    <p:anim calcmode="lin" valueType="num">
                                      <p:cBhvr>
                                        <p:cTn id="61" dur="300" fill="hold"/>
                                        <p:tgtEl>
                                          <p:spTgt spid="58"/>
                                        </p:tgtEl>
                                        <p:attrNameLst>
                                          <p:attrName>ppt_h</p:attrName>
                                        </p:attrNameLst>
                                      </p:cBhvr>
                                      <p:tavLst>
                                        <p:tav tm="0">
                                          <p:val>
                                            <p:fltVal val="0"/>
                                          </p:val>
                                        </p:tav>
                                        <p:tav tm="100000">
                                          <p:val>
                                            <p:strVal val="#ppt_h"/>
                                          </p:val>
                                        </p:tav>
                                      </p:tavLst>
                                    </p:anim>
                                  </p:childTnLst>
                                </p:cTn>
                              </p:par>
                              <p:par>
                                <p:cTn id="62" presetID="6" presetClass="emph" presetSubtype="0" autoRev="1" fill="hold" grpId="1" nodeType="withEffect">
                                  <p:stCondLst>
                                    <p:cond delay="1250"/>
                                  </p:stCondLst>
                                  <p:childTnLst>
                                    <p:animScale>
                                      <p:cBhvr>
                                        <p:cTn id="63" dur="200" fill="hold"/>
                                        <p:tgtEl>
                                          <p:spTgt spid="58"/>
                                        </p:tgtEl>
                                      </p:cBhvr>
                                      <p:by x="110000" y="110000"/>
                                    </p:animScale>
                                  </p:childTnLst>
                                </p:cTn>
                              </p:par>
                              <p:par>
                                <p:cTn id="64" presetID="23" presetClass="entr" presetSubtype="16" fill="hold" grpId="0" nodeType="withEffect">
                                  <p:stCondLst>
                                    <p:cond delay="1250"/>
                                  </p:stCondLst>
                                  <p:childTnLst>
                                    <p:set>
                                      <p:cBhvr>
                                        <p:cTn id="65" dur="1" fill="hold">
                                          <p:stCondLst>
                                            <p:cond delay="0"/>
                                          </p:stCondLst>
                                        </p:cTn>
                                        <p:tgtEl>
                                          <p:spTgt spid="59"/>
                                        </p:tgtEl>
                                        <p:attrNameLst>
                                          <p:attrName>style.visibility</p:attrName>
                                        </p:attrNameLst>
                                      </p:cBhvr>
                                      <p:to>
                                        <p:strVal val="visible"/>
                                      </p:to>
                                    </p:set>
                                    <p:anim calcmode="lin" valueType="num">
                                      <p:cBhvr>
                                        <p:cTn id="66" dur="300" fill="hold"/>
                                        <p:tgtEl>
                                          <p:spTgt spid="59"/>
                                        </p:tgtEl>
                                        <p:attrNameLst>
                                          <p:attrName>ppt_w</p:attrName>
                                        </p:attrNameLst>
                                      </p:cBhvr>
                                      <p:tavLst>
                                        <p:tav tm="0">
                                          <p:val>
                                            <p:fltVal val="0"/>
                                          </p:val>
                                        </p:tav>
                                        <p:tav tm="100000">
                                          <p:val>
                                            <p:strVal val="#ppt_w"/>
                                          </p:val>
                                        </p:tav>
                                      </p:tavLst>
                                    </p:anim>
                                    <p:anim calcmode="lin" valueType="num">
                                      <p:cBhvr>
                                        <p:cTn id="67" dur="300" fill="hold"/>
                                        <p:tgtEl>
                                          <p:spTgt spid="59"/>
                                        </p:tgtEl>
                                        <p:attrNameLst>
                                          <p:attrName>ppt_h</p:attrName>
                                        </p:attrNameLst>
                                      </p:cBhvr>
                                      <p:tavLst>
                                        <p:tav tm="0">
                                          <p:val>
                                            <p:fltVal val="0"/>
                                          </p:val>
                                        </p:tav>
                                        <p:tav tm="100000">
                                          <p:val>
                                            <p:strVal val="#ppt_h"/>
                                          </p:val>
                                        </p:tav>
                                      </p:tavLst>
                                    </p:anim>
                                  </p:childTnLst>
                                </p:cTn>
                              </p:par>
                              <p:par>
                                <p:cTn id="68" presetID="6" presetClass="emph" presetSubtype="0" autoRev="1" fill="hold" grpId="1" nodeType="withEffect">
                                  <p:stCondLst>
                                    <p:cond delay="1500"/>
                                  </p:stCondLst>
                                  <p:childTnLst>
                                    <p:animScale>
                                      <p:cBhvr>
                                        <p:cTn id="69" dur="200" fill="hold"/>
                                        <p:tgtEl>
                                          <p:spTgt spid="59"/>
                                        </p:tgtEl>
                                      </p:cBhvr>
                                      <p:by x="110000" y="110000"/>
                                    </p:animScale>
                                  </p:childTnLst>
                                </p:cTn>
                              </p:par>
                            </p:childTnLst>
                          </p:cTn>
                        </p:par>
                        <p:par>
                          <p:cTn id="70" fill="hold">
                            <p:stCondLst>
                              <p:cond delay="2000"/>
                            </p:stCondLst>
                            <p:childTnLst>
                              <p:par>
                                <p:cTn id="71" presetID="2" presetClass="entr" presetSubtype="6" accel="100000" fill="hold" grpId="0" nodeType="afterEffect">
                                  <p:stCondLst>
                                    <p:cond delay="0"/>
                                  </p:stCondLst>
                                  <p:childTnLst>
                                    <p:set>
                                      <p:cBhvr>
                                        <p:cTn id="72" dur="1" fill="hold">
                                          <p:stCondLst>
                                            <p:cond delay="0"/>
                                          </p:stCondLst>
                                        </p:cTn>
                                        <p:tgtEl>
                                          <p:spTgt spid="40"/>
                                        </p:tgtEl>
                                        <p:attrNameLst>
                                          <p:attrName>style.visibility</p:attrName>
                                        </p:attrNameLst>
                                      </p:cBhvr>
                                      <p:to>
                                        <p:strVal val="visible"/>
                                      </p:to>
                                    </p:set>
                                    <p:anim calcmode="lin" valueType="num">
                                      <p:cBhvr additive="base">
                                        <p:cTn id="73" dur="500" fill="hold"/>
                                        <p:tgtEl>
                                          <p:spTgt spid="40"/>
                                        </p:tgtEl>
                                        <p:attrNameLst>
                                          <p:attrName>ppt_x</p:attrName>
                                        </p:attrNameLst>
                                      </p:cBhvr>
                                      <p:tavLst>
                                        <p:tav tm="0">
                                          <p:val>
                                            <p:strVal val="1+#ppt_w/2"/>
                                          </p:val>
                                        </p:tav>
                                        <p:tav tm="100000">
                                          <p:val>
                                            <p:strVal val="#ppt_x"/>
                                          </p:val>
                                        </p:tav>
                                      </p:tavLst>
                                    </p:anim>
                                    <p:anim calcmode="lin" valueType="num">
                                      <p:cBhvr additive="base">
                                        <p:cTn id="74" dur="500" fill="hold"/>
                                        <p:tgtEl>
                                          <p:spTgt spid="40"/>
                                        </p:tgtEl>
                                        <p:attrNameLst>
                                          <p:attrName>ppt_y</p:attrName>
                                        </p:attrNameLst>
                                      </p:cBhvr>
                                      <p:tavLst>
                                        <p:tav tm="0">
                                          <p:val>
                                            <p:strVal val="1+#ppt_h/2"/>
                                          </p:val>
                                        </p:tav>
                                        <p:tav tm="100000">
                                          <p:val>
                                            <p:strVal val="#ppt_y"/>
                                          </p:val>
                                        </p:tav>
                                      </p:tavLst>
                                    </p:anim>
                                  </p:childTnLst>
                                </p:cTn>
                              </p:par>
                              <p:par>
                                <p:cTn id="75" presetID="2" presetClass="entr" presetSubtype="12" accel="100000" fill="hold" grpId="0" nodeType="withEffect">
                                  <p:stCondLst>
                                    <p:cond delay="0"/>
                                  </p:stCondLst>
                                  <p:childTnLst>
                                    <p:set>
                                      <p:cBhvr>
                                        <p:cTn id="76" dur="1" fill="hold">
                                          <p:stCondLst>
                                            <p:cond delay="0"/>
                                          </p:stCondLst>
                                        </p:cTn>
                                        <p:tgtEl>
                                          <p:spTgt spid="41"/>
                                        </p:tgtEl>
                                        <p:attrNameLst>
                                          <p:attrName>style.visibility</p:attrName>
                                        </p:attrNameLst>
                                      </p:cBhvr>
                                      <p:to>
                                        <p:strVal val="visible"/>
                                      </p:to>
                                    </p:set>
                                    <p:anim calcmode="lin" valueType="num">
                                      <p:cBhvr additive="base">
                                        <p:cTn id="77" dur="500" fill="hold"/>
                                        <p:tgtEl>
                                          <p:spTgt spid="41"/>
                                        </p:tgtEl>
                                        <p:attrNameLst>
                                          <p:attrName>ppt_x</p:attrName>
                                        </p:attrNameLst>
                                      </p:cBhvr>
                                      <p:tavLst>
                                        <p:tav tm="0">
                                          <p:val>
                                            <p:strVal val="0-#ppt_w/2"/>
                                          </p:val>
                                        </p:tav>
                                        <p:tav tm="100000">
                                          <p:val>
                                            <p:strVal val="#ppt_x"/>
                                          </p:val>
                                        </p:tav>
                                      </p:tavLst>
                                    </p:anim>
                                    <p:anim calcmode="lin" valueType="num">
                                      <p:cBhvr additive="base">
                                        <p:cTn id="78" dur="500" fill="hold"/>
                                        <p:tgtEl>
                                          <p:spTgt spid="41"/>
                                        </p:tgtEl>
                                        <p:attrNameLst>
                                          <p:attrName>ppt_y</p:attrName>
                                        </p:attrNameLst>
                                      </p:cBhvr>
                                      <p:tavLst>
                                        <p:tav tm="0">
                                          <p:val>
                                            <p:strVal val="1+#ppt_h/2"/>
                                          </p:val>
                                        </p:tav>
                                        <p:tav tm="100000">
                                          <p:val>
                                            <p:strVal val="#ppt_y"/>
                                          </p:val>
                                        </p:tav>
                                      </p:tavLst>
                                    </p:anim>
                                  </p:childTnLst>
                                </p:cTn>
                              </p:par>
                              <p:par>
                                <p:cTn id="79" presetID="2" presetClass="entr" presetSubtype="3" accel="100000" fill="hold" grpId="0" nodeType="withEffect">
                                  <p:stCondLst>
                                    <p:cond delay="0"/>
                                  </p:stCondLst>
                                  <p:childTnLst>
                                    <p:set>
                                      <p:cBhvr>
                                        <p:cTn id="80" dur="1" fill="hold">
                                          <p:stCondLst>
                                            <p:cond delay="0"/>
                                          </p:stCondLst>
                                        </p:cTn>
                                        <p:tgtEl>
                                          <p:spTgt spid="42"/>
                                        </p:tgtEl>
                                        <p:attrNameLst>
                                          <p:attrName>style.visibility</p:attrName>
                                        </p:attrNameLst>
                                      </p:cBhvr>
                                      <p:to>
                                        <p:strVal val="visible"/>
                                      </p:to>
                                    </p:set>
                                    <p:anim calcmode="lin" valueType="num">
                                      <p:cBhvr additive="base">
                                        <p:cTn id="81" dur="500" fill="hold"/>
                                        <p:tgtEl>
                                          <p:spTgt spid="42"/>
                                        </p:tgtEl>
                                        <p:attrNameLst>
                                          <p:attrName>ppt_x</p:attrName>
                                        </p:attrNameLst>
                                      </p:cBhvr>
                                      <p:tavLst>
                                        <p:tav tm="0">
                                          <p:val>
                                            <p:strVal val="1+#ppt_w/2"/>
                                          </p:val>
                                        </p:tav>
                                        <p:tav tm="100000">
                                          <p:val>
                                            <p:strVal val="#ppt_x"/>
                                          </p:val>
                                        </p:tav>
                                      </p:tavLst>
                                    </p:anim>
                                    <p:anim calcmode="lin" valueType="num">
                                      <p:cBhvr additive="base">
                                        <p:cTn id="82" dur="500" fill="hold"/>
                                        <p:tgtEl>
                                          <p:spTgt spid="42"/>
                                        </p:tgtEl>
                                        <p:attrNameLst>
                                          <p:attrName>ppt_y</p:attrName>
                                        </p:attrNameLst>
                                      </p:cBhvr>
                                      <p:tavLst>
                                        <p:tav tm="0">
                                          <p:val>
                                            <p:strVal val="0-#ppt_h/2"/>
                                          </p:val>
                                        </p:tav>
                                        <p:tav tm="100000">
                                          <p:val>
                                            <p:strVal val="#ppt_y"/>
                                          </p:val>
                                        </p:tav>
                                      </p:tavLst>
                                    </p:anim>
                                  </p:childTnLst>
                                </p:cTn>
                              </p:par>
                              <p:par>
                                <p:cTn id="83" presetID="2" presetClass="entr" presetSubtype="9" accel="100000" fill="hold" grpId="0" nodeType="withEffect">
                                  <p:stCondLst>
                                    <p:cond delay="0"/>
                                  </p:stCondLst>
                                  <p:childTnLst>
                                    <p:set>
                                      <p:cBhvr>
                                        <p:cTn id="84" dur="1" fill="hold">
                                          <p:stCondLst>
                                            <p:cond delay="0"/>
                                          </p:stCondLst>
                                        </p:cTn>
                                        <p:tgtEl>
                                          <p:spTgt spid="43"/>
                                        </p:tgtEl>
                                        <p:attrNameLst>
                                          <p:attrName>style.visibility</p:attrName>
                                        </p:attrNameLst>
                                      </p:cBhvr>
                                      <p:to>
                                        <p:strVal val="visible"/>
                                      </p:to>
                                    </p:set>
                                    <p:anim calcmode="lin" valueType="num">
                                      <p:cBhvr additive="base">
                                        <p:cTn id="85" dur="500" fill="hold"/>
                                        <p:tgtEl>
                                          <p:spTgt spid="43"/>
                                        </p:tgtEl>
                                        <p:attrNameLst>
                                          <p:attrName>ppt_x</p:attrName>
                                        </p:attrNameLst>
                                      </p:cBhvr>
                                      <p:tavLst>
                                        <p:tav tm="0">
                                          <p:val>
                                            <p:strVal val="0-#ppt_w/2"/>
                                          </p:val>
                                        </p:tav>
                                        <p:tav tm="100000">
                                          <p:val>
                                            <p:strVal val="#ppt_x"/>
                                          </p:val>
                                        </p:tav>
                                      </p:tavLst>
                                    </p:anim>
                                    <p:anim calcmode="lin" valueType="num">
                                      <p:cBhvr additive="base">
                                        <p:cTn id="86" dur="500" fill="hold"/>
                                        <p:tgtEl>
                                          <p:spTgt spid="43"/>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6" grpId="0"/>
      <p:bldP spid="27" grpId="0"/>
      <p:bldP spid="40" grpId="0"/>
      <p:bldP spid="41" grpId="0"/>
      <p:bldP spid="42" grpId="0"/>
      <p:bldP spid="43" grpId="0"/>
      <p:bldP spid="56" grpId="0" animBg="1"/>
      <p:bldP spid="56" grpId="1" animBg="1"/>
      <p:bldP spid="57" grpId="0" animBg="1"/>
      <p:bldP spid="57" grpId="1" animBg="1"/>
      <p:bldP spid="58" grpId="0" animBg="1"/>
      <p:bldP spid="58" grpId="1" animBg="1"/>
      <p:bldP spid="59" grpId="0" animBg="1"/>
      <p:bldP spid="59" grpId="1"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4" name="直接连接符 23"/>
          <p:cNvCxnSpPr/>
          <p:nvPr/>
        </p:nvCxnSpPr>
        <p:spPr>
          <a:xfrm>
            <a:off x="515257" y="624114"/>
            <a:ext cx="8113486" cy="0"/>
          </a:xfrm>
          <a:prstGeom prst="line">
            <a:avLst/>
          </a:prstGeom>
          <a:ln w="12700">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25" name="椭圆 24"/>
          <p:cNvSpPr/>
          <p:nvPr/>
        </p:nvSpPr>
        <p:spPr>
          <a:xfrm>
            <a:off x="646880" y="242192"/>
            <a:ext cx="274777" cy="274777"/>
          </a:xfrm>
          <a:prstGeom prst="ellipse">
            <a:avLst/>
          </a:prstGeom>
          <a:solidFill>
            <a:srgbClr val="679E2A"/>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pitchFamily="34" charset="-122"/>
            </a:endParaRPr>
          </a:p>
        </p:txBody>
      </p:sp>
      <p:sp>
        <p:nvSpPr>
          <p:cNvPr id="26" name="TextBox 25"/>
          <p:cNvSpPr txBox="1"/>
          <p:nvPr/>
        </p:nvSpPr>
        <p:spPr>
          <a:xfrm>
            <a:off x="908957" y="206330"/>
            <a:ext cx="1351280" cy="398780"/>
          </a:xfrm>
          <a:prstGeom prst="rect">
            <a:avLst/>
          </a:prstGeom>
          <a:noFill/>
          <a:ln>
            <a:noFill/>
          </a:ln>
        </p:spPr>
        <p:txBody>
          <a:bodyPr wrap="none" rtlCol="0">
            <a:spAutoFit/>
          </a:bodyPr>
          <a:lstStyle/>
          <a:p>
            <a:r>
              <a:rPr lang="zh-CN" altLang="en-US" sz="2000" spc="300" dirty="0">
                <a:solidFill>
                  <a:schemeClr val="tx1">
                    <a:lumMod val="65000"/>
                    <a:lumOff val="35000"/>
                  </a:schemeClr>
                </a:solidFill>
                <a:latin typeface="微软雅黑" panose="020B0503020204020204" pitchFamily="34" charset="-122"/>
                <a:ea typeface="微软雅黑" panose="020B0503020204020204" pitchFamily="34" charset="-122"/>
              </a:rPr>
              <a:t>科研基础</a:t>
            </a:r>
            <a:endParaRPr lang="zh-CN" altLang="en-US" sz="2000" spc="3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27" name="TextBox 26"/>
          <p:cNvSpPr txBox="1"/>
          <p:nvPr/>
        </p:nvSpPr>
        <p:spPr>
          <a:xfrm>
            <a:off x="2390916" y="237108"/>
            <a:ext cx="682625" cy="337185"/>
          </a:xfrm>
          <a:prstGeom prst="rect">
            <a:avLst/>
          </a:prstGeom>
          <a:noFill/>
        </p:spPr>
        <p:txBody>
          <a:bodyPr wrap="none" rtlCol="0">
            <a:spAutoFit/>
          </a:bodyPr>
          <a:lstStyle/>
          <a:p>
            <a:r>
              <a:rPr lang="en-US" altLang="zh-CN" sz="1600" dirty="0">
                <a:solidFill>
                  <a:schemeClr val="tx1">
                    <a:lumMod val="50000"/>
                    <a:lumOff val="50000"/>
                  </a:schemeClr>
                </a:solidFill>
                <a:latin typeface="微软雅黑" panose="020B0503020204020204" pitchFamily="34" charset="-122"/>
                <a:ea typeface="微软雅黑" panose="020B0503020204020204" pitchFamily="34" charset="-122"/>
              </a:rPr>
              <a:t>BASE</a:t>
            </a:r>
            <a:endParaRPr lang="en-US" altLang="zh-CN" sz="1600" dirty="0">
              <a:solidFill>
                <a:schemeClr val="tx1">
                  <a:lumMod val="50000"/>
                  <a:lumOff val="50000"/>
                </a:schemeClr>
              </a:solidFill>
              <a:latin typeface="微软雅黑" panose="020B0503020204020204" pitchFamily="34" charset="-122"/>
              <a:ea typeface="微软雅黑" panose="020B0503020204020204" pitchFamily="34" charset="-122"/>
            </a:endParaRPr>
          </a:p>
        </p:txBody>
      </p:sp>
      <p:cxnSp>
        <p:nvCxnSpPr>
          <p:cNvPr id="28" name="直接连接符 27"/>
          <p:cNvCxnSpPr/>
          <p:nvPr/>
        </p:nvCxnSpPr>
        <p:spPr>
          <a:xfrm>
            <a:off x="2332175" y="302089"/>
            <a:ext cx="0" cy="208592"/>
          </a:xfrm>
          <a:prstGeom prst="line">
            <a:avLst/>
          </a:prstGeom>
          <a:ln w="190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86" name="TextBox 85"/>
          <p:cNvSpPr txBox="1"/>
          <p:nvPr>
            <p:custDataLst>
              <p:tags r:id="rId1"/>
            </p:custDataLst>
          </p:nvPr>
        </p:nvSpPr>
        <p:spPr>
          <a:xfrm>
            <a:off x="1324610" y="1718945"/>
            <a:ext cx="2757170" cy="991870"/>
          </a:xfrm>
          <a:prstGeom prst="rect">
            <a:avLst/>
          </a:prstGeom>
          <a:noFill/>
        </p:spPr>
        <p:txBody>
          <a:bodyPr wrap="square" lIns="68580" tIns="34290" rIns="68580" bIns="34290" rtlCol="0">
            <a:spAutoFit/>
          </a:bodyPr>
          <a:lstStyle/>
          <a:p>
            <a:pPr algn="just">
              <a:lnSpc>
                <a:spcPct val="150000"/>
              </a:lnSpc>
            </a:pPr>
            <a:r>
              <a:rPr lang="zh-CN" altLang="en-US" sz="1000" dirty="0">
                <a:solidFill>
                  <a:schemeClr val="tx1">
                    <a:lumMod val="65000"/>
                    <a:lumOff val="35000"/>
                  </a:schemeClr>
                </a:solidFill>
                <a:latin typeface="微软雅黑" panose="020B0503020204020204" pitchFamily="34" charset="-122"/>
                <a:ea typeface="微软雅黑" panose="020B0503020204020204" pitchFamily="34" charset="-122"/>
              </a:rPr>
              <a:t>目前已针对</a:t>
            </a:r>
            <a:r>
              <a:rPr lang="en-US" altLang="zh-CN" sz="1000" dirty="0">
                <a:solidFill>
                  <a:schemeClr val="tx1">
                    <a:lumMod val="65000"/>
                    <a:lumOff val="35000"/>
                  </a:schemeClr>
                </a:solidFill>
                <a:latin typeface="微软雅黑" panose="020B0503020204020204" pitchFamily="34" charset="-122"/>
                <a:ea typeface="微软雅黑" panose="020B0503020204020204" pitchFamily="34" charset="-122"/>
              </a:rPr>
              <a:t>OAuth</a:t>
            </a:r>
            <a:r>
              <a:rPr lang="zh-CN" altLang="en-US" sz="1000" dirty="0">
                <a:solidFill>
                  <a:schemeClr val="tx1">
                    <a:lumMod val="65000"/>
                    <a:lumOff val="35000"/>
                  </a:schemeClr>
                </a:solidFill>
                <a:latin typeface="微软雅黑" panose="020B0503020204020204" pitchFamily="34" charset="-122"/>
                <a:ea typeface="微软雅黑" panose="020B0503020204020204" pitchFamily="34" charset="-122"/>
              </a:rPr>
              <a:t>协议流和常见的安全漏洞进行了系统性研究，完全了解</a:t>
            </a:r>
            <a:r>
              <a:rPr lang="en-US" altLang="zh-CN" sz="1000" dirty="0">
                <a:solidFill>
                  <a:schemeClr val="tx1">
                    <a:lumMod val="65000"/>
                    <a:lumOff val="35000"/>
                  </a:schemeClr>
                </a:solidFill>
                <a:latin typeface="微软雅黑" panose="020B0503020204020204" pitchFamily="34" charset="-122"/>
                <a:ea typeface="微软雅黑" panose="020B0503020204020204" pitchFamily="34" charset="-122"/>
              </a:rPr>
              <a:t>OAuth</a:t>
            </a:r>
            <a:r>
              <a:rPr lang="zh-CN" altLang="en-US" sz="1000" dirty="0">
                <a:solidFill>
                  <a:schemeClr val="tx1">
                    <a:lumMod val="65000"/>
                    <a:lumOff val="35000"/>
                  </a:schemeClr>
                </a:solidFill>
                <a:latin typeface="微软雅黑" panose="020B0503020204020204" pitchFamily="34" charset="-122"/>
                <a:ea typeface="微软雅黑" panose="020B0503020204020204" pitchFamily="34" charset="-122"/>
              </a:rPr>
              <a:t>协议流程中的关键参数和安全机制，并熟悉与之相关的攻击流程和防护策略。</a:t>
            </a:r>
            <a:endParaRPr lang="zh-CN" altLang="en-US" sz="10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87" name="TextBox 86"/>
          <p:cNvSpPr txBox="1"/>
          <p:nvPr>
            <p:custDataLst>
              <p:tags r:id="rId2"/>
            </p:custDataLst>
          </p:nvPr>
        </p:nvSpPr>
        <p:spPr>
          <a:xfrm>
            <a:off x="2332302" y="1287036"/>
            <a:ext cx="756182" cy="276860"/>
          </a:xfrm>
          <a:prstGeom prst="rect">
            <a:avLst/>
          </a:prstGeom>
          <a:noFill/>
        </p:spPr>
        <p:txBody>
          <a:bodyPr wrap="square" lIns="68580" tIns="0" rIns="68580" bIns="0" rtlCol="0" anchor="t">
            <a:spAutoFit/>
          </a:bodyPr>
          <a:lstStyle/>
          <a:p>
            <a:pPr algn="ctr">
              <a:lnSpc>
                <a:spcPct val="150000"/>
              </a:lnSpc>
            </a:pPr>
            <a:r>
              <a:rPr lang="zh-CN" altLang="en-US" sz="1200" b="1" dirty="0">
                <a:solidFill>
                  <a:schemeClr val="tx1">
                    <a:lumMod val="65000"/>
                    <a:lumOff val="35000"/>
                  </a:schemeClr>
                </a:solidFill>
                <a:latin typeface="微软雅黑" panose="020B0503020204020204" pitchFamily="34" charset="-122"/>
                <a:ea typeface="微软雅黑" panose="020B0503020204020204" pitchFamily="34" charset="-122"/>
                <a:cs typeface="华文黑体" pitchFamily="2" charset="-122"/>
              </a:rPr>
              <a:t>理论基础</a:t>
            </a:r>
            <a:endParaRPr lang="zh-CN" altLang="en-US" sz="1200" b="1" dirty="0">
              <a:solidFill>
                <a:schemeClr val="tx1">
                  <a:lumMod val="65000"/>
                  <a:lumOff val="35000"/>
                </a:schemeClr>
              </a:solidFill>
              <a:latin typeface="微软雅黑" panose="020B0503020204020204" pitchFamily="34" charset="-122"/>
              <a:ea typeface="微软雅黑" panose="020B0503020204020204" pitchFamily="34" charset="-122"/>
              <a:cs typeface="华文黑体" pitchFamily="2" charset="-122"/>
            </a:endParaRPr>
          </a:p>
        </p:txBody>
      </p:sp>
      <p:sp>
        <p:nvSpPr>
          <p:cNvPr id="90" name="TextBox 89"/>
          <p:cNvSpPr txBox="1"/>
          <p:nvPr>
            <p:custDataLst>
              <p:tags r:id="rId3"/>
            </p:custDataLst>
          </p:nvPr>
        </p:nvSpPr>
        <p:spPr>
          <a:xfrm>
            <a:off x="5233035" y="1676400"/>
            <a:ext cx="2580005" cy="991870"/>
          </a:xfrm>
          <a:prstGeom prst="rect">
            <a:avLst/>
          </a:prstGeom>
          <a:noFill/>
        </p:spPr>
        <p:txBody>
          <a:bodyPr wrap="square" lIns="68580" tIns="34290" rIns="68580" bIns="34290" rtlCol="0">
            <a:spAutoFit/>
          </a:bodyPr>
          <a:lstStyle/>
          <a:p>
            <a:pPr algn="just">
              <a:lnSpc>
                <a:spcPct val="150000"/>
              </a:lnSpc>
            </a:pPr>
            <a:r>
              <a:rPr lang="zh-CN" altLang="en-US" sz="1000" dirty="0">
                <a:solidFill>
                  <a:schemeClr val="tx1">
                    <a:lumMod val="65000"/>
                    <a:lumOff val="35000"/>
                  </a:schemeClr>
                </a:solidFill>
                <a:latin typeface="微软雅黑" panose="020B0503020204020204" pitchFamily="34" charset="-122"/>
                <a:ea typeface="微软雅黑" panose="020B0503020204020204" pitchFamily="34" charset="-122"/>
              </a:rPr>
              <a:t>目前已复现</a:t>
            </a:r>
            <a:r>
              <a:rPr lang="en-US" altLang="zh-CN" sz="1000" dirty="0">
                <a:solidFill>
                  <a:schemeClr val="tx1">
                    <a:lumMod val="65000"/>
                    <a:lumOff val="35000"/>
                  </a:schemeClr>
                </a:solidFill>
                <a:latin typeface="微软雅黑" panose="020B0503020204020204" pitchFamily="34" charset="-122"/>
                <a:ea typeface="微软雅黑" panose="020B0503020204020204" pitchFamily="34" charset="-122"/>
              </a:rPr>
              <a:t>SSO-moniter</a:t>
            </a:r>
            <a:r>
              <a:rPr lang="zh-CN" altLang="en-US" sz="1000" dirty="0">
                <a:solidFill>
                  <a:schemeClr val="tx1">
                    <a:lumMod val="65000"/>
                    <a:lumOff val="35000"/>
                  </a:schemeClr>
                </a:solidFill>
                <a:latin typeface="微软雅黑" panose="020B0503020204020204" pitchFamily="34" charset="-122"/>
                <a:ea typeface="微软雅黑" panose="020B0503020204020204" pitchFamily="34" charset="-122"/>
              </a:rPr>
              <a:t>，并在原论文数据集上进行前期实验，其次已在</a:t>
            </a:r>
            <a:r>
              <a:rPr lang="en-US" altLang="zh-CN" sz="1000" dirty="0">
                <a:solidFill>
                  <a:schemeClr val="tx1">
                    <a:lumMod val="65000"/>
                    <a:lumOff val="35000"/>
                  </a:schemeClr>
                </a:solidFill>
                <a:latin typeface="微软雅黑" panose="020B0503020204020204" pitchFamily="34" charset="-122"/>
                <a:ea typeface="微软雅黑" panose="020B0503020204020204" pitchFamily="34" charset="-122"/>
              </a:rPr>
              <a:t>F5 BIG-IP</a:t>
            </a:r>
            <a:r>
              <a:rPr lang="zh-CN" altLang="en-US" sz="1000" dirty="0">
                <a:solidFill>
                  <a:schemeClr val="tx1">
                    <a:lumMod val="65000"/>
                    <a:lumOff val="35000"/>
                  </a:schemeClr>
                </a:solidFill>
                <a:latin typeface="微软雅黑" panose="020B0503020204020204" pitchFamily="34" charset="-122"/>
                <a:ea typeface="微软雅黑" panose="020B0503020204020204" pitchFamily="34" charset="-122"/>
              </a:rPr>
              <a:t>平台上部署</a:t>
            </a:r>
            <a:r>
              <a:rPr lang="en-US" altLang="zh-CN" sz="1000" dirty="0">
                <a:solidFill>
                  <a:schemeClr val="tx1">
                    <a:lumMod val="65000"/>
                    <a:lumOff val="35000"/>
                  </a:schemeClr>
                </a:solidFill>
                <a:latin typeface="微软雅黑" panose="020B0503020204020204" pitchFamily="34" charset="-122"/>
                <a:ea typeface="微软雅黑" panose="020B0503020204020204" pitchFamily="34" charset="-122"/>
              </a:rPr>
              <a:t>OAuth</a:t>
            </a:r>
            <a:r>
              <a:rPr lang="zh-CN" altLang="en-US" sz="1000" dirty="0">
                <a:solidFill>
                  <a:schemeClr val="tx1">
                    <a:lumMod val="65000"/>
                    <a:lumOff val="35000"/>
                  </a:schemeClr>
                </a:solidFill>
                <a:latin typeface="微软雅黑" panose="020B0503020204020204" pitchFamily="34" charset="-122"/>
                <a:ea typeface="微软雅黑" panose="020B0503020204020204" pitchFamily="34" charset="-122"/>
              </a:rPr>
              <a:t>服务器，进行了相关参数的前期设置工作。</a:t>
            </a:r>
            <a:endParaRPr lang="zh-CN" altLang="en-US" sz="10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91" name="TextBox 90"/>
          <p:cNvSpPr txBox="1"/>
          <p:nvPr>
            <p:custDataLst>
              <p:tags r:id="rId4"/>
            </p:custDataLst>
          </p:nvPr>
        </p:nvSpPr>
        <p:spPr>
          <a:xfrm>
            <a:off x="6196998" y="1287036"/>
            <a:ext cx="756182" cy="276860"/>
          </a:xfrm>
          <a:prstGeom prst="rect">
            <a:avLst/>
          </a:prstGeom>
          <a:noFill/>
        </p:spPr>
        <p:txBody>
          <a:bodyPr wrap="square" lIns="68580" tIns="0" rIns="68580" bIns="0" rtlCol="0" anchor="t">
            <a:spAutoFit/>
          </a:bodyPr>
          <a:lstStyle/>
          <a:p>
            <a:pPr algn="ctr">
              <a:lnSpc>
                <a:spcPct val="150000"/>
              </a:lnSpc>
            </a:pPr>
            <a:r>
              <a:rPr lang="zh-CN" altLang="en-US" sz="1200" b="1" dirty="0">
                <a:solidFill>
                  <a:schemeClr val="tx1">
                    <a:lumMod val="65000"/>
                    <a:lumOff val="35000"/>
                  </a:schemeClr>
                </a:solidFill>
                <a:latin typeface="微软雅黑" panose="020B0503020204020204" pitchFamily="34" charset="-122"/>
                <a:ea typeface="微软雅黑" panose="020B0503020204020204" pitchFamily="34" charset="-122"/>
                <a:cs typeface="华文黑体" pitchFamily="2" charset="-122"/>
              </a:rPr>
              <a:t>实验基础</a:t>
            </a:r>
            <a:endParaRPr lang="zh-CN" altLang="en-US" sz="1200" b="1" dirty="0">
              <a:solidFill>
                <a:schemeClr val="tx1">
                  <a:lumMod val="65000"/>
                  <a:lumOff val="35000"/>
                </a:schemeClr>
              </a:solidFill>
              <a:latin typeface="微软雅黑" panose="020B0503020204020204" pitchFamily="34" charset="-122"/>
              <a:ea typeface="微软雅黑" panose="020B0503020204020204" pitchFamily="34" charset="-122"/>
              <a:cs typeface="华文黑体" pitchFamily="2" charset="-122"/>
            </a:endParaRPr>
          </a:p>
        </p:txBody>
      </p:sp>
      <p:sp>
        <p:nvSpPr>
          <p:cNvPr id="94" name="Flowchart: Manual Input 11"/>
          <p:cNvSpPr/>
          <p:nvPr>
            <p:custDataLst>
              <p:tags r:id="rId5"/>
            </p:custDataLst>
          </p:nvPr>
        </p:nvSpPr>
        <p:spPr>
          <a:xfrm>
            <a:off x="849189" y="3057804"/>
            <a:ext cx="1840269" cy="1144329"/>
          </a:xfrm>
          <a:prstGeom prst="flowChartManualInput">
            <a:avLst/>
          </a:prstGeom>
          <a:gradFill flip="none" rotWithShape="1">
            <a:gsLst>
              <a:gs pos="49000">
                <a:schemeClr val="bg1">
                  <a:lumMod val="93000"/>
                </a:schemeClr>
              </a:gs>
              <a:gs pos="0">
                <a:srgbClr val="E2E2E2">
                  <a:lumMod val="85000"/>
                </a:srgbClr>
              </a:gs>
              <a:gs pos="100000">
                <a:schemeClr val="bg1"/>
              </a:gs>
            </a:gsLst>
            <a:lin ang="2700000" scaled="1"/>
            <a:tileRect/>
          </a:gradFill>
          <a:ln w="38100">
            <a:gradFill flip="none" rotWithShape="1">
              <a:gsLst>
                <a:gs pos="100000">
                  <a:srgbClr val="E0E0E0"/>
                </a:gs>
                <a:gs pos="0">
                  <a:schemeClr val="bg1"/>
                </a:gs>
              </a:gsLst>
              <a:lin ang="0" scaled="0"/>
              <a:tileRect/>
            </a:gradFill>
          </a:ln>
          <a:effectLst>
            <a:outerShdw blurRad="368300" dist="368300" dir="2700000" algn="tr" rotWithShape="0">
              <a:prstClr val="black">
                <a:alpha val="20000"/>
              </a:prstClr>
            </a:outerShdw>
          </a:effectLst>
          <a:scene3d>
            <a:camera prst="orthographicFront"/>
            <a:lightRig rig="threePt" dir="t"/>
          </a:scene3d>
          <a:sp3d prstMaterial="metal"/>
        </p:spPr>
        <p:style>
          <a:lnRef idx="2">
            <a:schemeClr val="accent1">
              <a:shade val="50000"/>
            </a:schemeClr>
          </a:lnRef>
          <a:fillRef idx="1">
            <a:schemeClr val="accent1"/>
          </a:fillRef>
          <a:effectRef idx="0">
            <a:schemeClr val="accent1"/>
          </a:effectRef>
          <a:fontRef idx="minor">
            <a:schemeClr val="lt1"/>
          </a:fontRef>
        </p:style>
        <p:txBody>
          <a:bodyPr lIns="0" tIns="34290" rIns="0" bIns="34290" rtlCol="0" anchor="ctr"/>
          <a:lstStyle/>
          <a:p>
            <a:pPr algn="ctr"/>
            <a:endParaRPr lang="en-US" sz="1500" b="1">
              <a:solidFill>
                <a:srgbClr val="CE0000"/>
              </a:solidFill>
              <a:latin typeface="微软雅黑" panose="020B0503020204020204" pitchFamily="34" charset="-122"/>
              <a:ea typeface="微软雅黑" panose="020B0503020204020204" pitchFamily="34" charset="-122"/>
            </a:endParaRPr>
          </a:p>
        </p:txBody>
      </p:sp>
      <p:sp>
        <p:nvSpPr>
          <p:cNvPr id="95" name="Flowchart: Manual Input 11"/>
          <p:cNvSpPr/>
          <p:nvPr>
            <p:custDataLst>
              <p:tags r:id="rId6"/>
            </p:custDataLst>
          </p:nvPr>
        </p:nvSpPr>
        <p:spPr>
          <a:xfrm flipH="1">
            <a:off x="2718037" y="3057804"/>
            <a:ext cx="1840269" cy="1144329"/>
          </a:xfrm>
          <a:prstGeom prst="flowChartManualInput">
            <a:avLst/>
          </a:prstGeom>
          <a:solidFill>
            <a:srgbClr val="679E2A"/>
          </a:solidFill>
          <a:ln w="38100">
            <a:noFill/>
          </a:ln>
          <a:effectLst>
            <a:innerShdw blurRad="88900" dist="63500" dir="13500000">
              <a:prstClr val="black">
                <a:alpha val="30000"/>
              </a:prstClr>
            </a:innerShdw>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en-US">
              <a:solidFill>
                <a:srgbClr val="FFFFFF"/>
              </a:solidFill>
              <a:latin typeface="微软雅黑" panose="020B0503020204020204" pitchFamily="34" charset="-122"/>
              <a:ea typeface="微软雅黑" panose="020B0503020204020204" pitchFamily="34" charset="-122"/>
            </a:endParaRPr>
          </a:p>
        </p:txBody>
      </p:sp>
      <p:sp>
        <p:nvSpPr>
          <p:cNvPr id="96" name="Flowchart: Manual Input 11"/>
          <p:cNvSpPr/>
          <p:nvPr>
            <p:custDataLst>
              <p:tags r:id="rId7"/>
            </p:custDataLst>
          </p:nvPr>
        </p:nvSpPr>
        <p:spPr>
          <a:xfrm>
            <a:off x="4586885" y="3057804"/>
            <a:ext cx="1840269" cy="1144329"/>
          </a:xfrm>
          <a:prstGeom prst="flowChartManualInput">
            <a:avLst/>
          </a:prstGeom>
          <a:gradFill flip="none" rotWithShape="1">
            <a:gsLst>
              <a:gs pos="49000">
                <a:schemeClr val="bg1">
                  <a:lumMod val="93000"/>
                </a:schemeClr>
              </a:gs>
              <a:gs pos="0">
                <a:srgbClr val="E2E2E2">
                  <a:lumMod val="85000"/>
                </a:srgbClr>
              </a:gs>
              <a:gs pos="100000">
                <a:schemeClr val="bg1"/>
              </a:gs>
            </a:gsLst>
            <a:lin ang="2700000" scaled="1"/>
            <a:tileRect/>
          </a:gradFill>
          <a:ln w="38100">
            <a:gradFill flip="none" rotWithShape="1">
              <a:gsLst>
                <a:gs pos="100000">
                  <a:srgbClr val="E0E0E0"/>
                </a:gs>
                <a:gs pos="0">
                  <a:schemeClr val="bg1"/>
                </a:gs>
              </a:gsLst>
              <a:lin ang="0" scaled="0"/>
              <a:tileRect/>
            </a:gradFill>
          </a:ln>
          <a:effectLst>
            <a:outerShdw blurRad="368300" dist="368300" dir="2700000" algn="tr" rotWithShape="0">
              <a:prstClr val="black">
                <a:alpha val="20000"/>
              </a:prstClr>
            </a:outerShdw>
          </a:effectLst>
          <a:scene3d>
            <a:camera prst="orthographicFront"/>
            <a:lightRig rig="threePt" dir="t"/>
          </a:scene3d>
          <a:sp3d prstMaterial="metal"/>
        </p:spPr>
        <p:style>
          <a:lnRef idx="2">
            <a:schemeClr val="accent1">
              <a:shade val="50000"/>
            </a:schemeClr>
          </a:lnRef>
          <a:fillRef idx="1">
            <a:schemeClr val="accent1"/>
          </a:fillRef>
          <a:effectRef idx="0">
            <a:schemeClr val="accent1"/>
          </a:effectRef>
          <a:fontRef idx="minor">
            <a:schemeClr val="lt1"/>
          </a:fontRef>
        </p:style>
        <p:txBody>
          <a:bodyPr lIns="0" tIns="34290" rIns="0" bIns="34290" rtlCol="0" anchor="ctr"/>
          <a:lstStyle/>
          <a:p>
            <a:pPr algn="ctr"/>
            <a:endParaRPr lang="en-US" sz="1500" b="1">
              <a:solidFill>
                <a:srgbClr val="CE0000"/>
              </a:solidFill>
              <a:latin typeface="微软雅黑" panose="020B0503020204020204" pitchFamily="34" charset="-122"/>
              <a:ea typeface="微软雅黑" panose="020B0503020204020204" pitchFamily="34" charset="-122"/>
            </a:endParaRPr>
          </a:p>
        </p:txBody>
      </p:sp>
      <p:sp>
        <p:nvSpPr>
          <p:cNvPr id="97" name="Flowchart: Manual Input 11"/>
          <p:cNvSpPr/>
          <p:nvPr>
            <p:custDataLst>
              <p:tags r:id="rId8"/>
            </p:custDataLst>
          </p:nvPr>
        </p:nvSpPr>
        <p:spPr>
          <a:xfrm flipH="1">
            <a:off x="6455733" y="3057804"/>
            <a:ext cx="1840269" cy="1144329"/>
          </a:xfrm>
          <a:prstGeom prst="flowChartManualInput">
            <a:avLst/>
          </a:prstGeom>
          <a:solidFill>
            <a:srgbClr val="679E2A"/>
          </a:solidFill>
          <a:ln w="38100">
            <a:noFill/>
          </a:ln>
          <a:effectLst>
            <a:innerShdw blurRad="88900" dist="63500" dir="13500000">
              <a:prstClr val="black">
                <a:alpha val="30000"/>
              </a:prstClr>
            </a:innerShdw>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en-US">
              <a:solidFill>
                <a:srgbClr val="FFFFFF"/>
              </a:solidFill>
              <a:latin typeface="微软雅黑" panose="020B0503020204020204" pitchFamily="34" charset="-122"/>
              <a:ea typeface="微软雅黑" panose="020B0503020204020204" pitchFamily="34" charset="-122"/>
            </a:endParaRPr>
          </a:p>
        </p:txBody>
      </p:sp>
      <p:sp>
        <p:nvSpPr>
          <p:cNvPr id="98" name="Freeform 6"/>
          <p:cNvSpPr>
            <a:spLocks noEditPoints="1"/>
          </p:cNvSpPr>
          <p:nvPr>
            <p:custDataLst>
              <p:tags r:id="rId9"/>
            </p:custDataLst>
          </p:nvPr>
        </p:nvSpPr>
        <p:spPr bwMode="auto">
          <a:xfrm>
            <a:off x="5239730" y="3439534"/>
            <a:ext cx="534578" cy="516479"/>
          </a:xfrm>
          <a:custGeom>
            <a:avLst/>
            <a:gdLst>
              <a:gd name="T0" fmla="*/ 161 w 502"/>
              <a:gd name="T1" fmla="*/ 58 h 485"/>
              <a:gd name="T2" fmla="*/ 406 w 502"/>
              <a:gd name="T3" fmla="*/ 100 h 485"/>
              <a:gd name="T4" fmla="*/ 371 w 502"/>
              <a:gd name="T5" fmla="*/ 58 h 485"/>
              <a:gd name="T6" fmla="*/ 181 w 502"/>
              <a:gd name="T7" fmla="*/ 459 h 485"/>
              <a:gd name="T8" fmla="*/ 124 w 502"/>
              <a:gd name="T9" fmla="*/ 294 h 485"/>
              <a:gd name="T10" fmla="*/ 71 w 502"/>
              <a:gd name="T11" fmla="*/ 294 h 485"/>
              <a:gd name="T12" fmla="*/ 67 w 502"/>
              <a:gd name="T13" fmla="*/ 268 h 485"/>
              <a:gd name="T14" fmla="*/ 12 w 502"/>
              <a:gd name="T15" fmla="*/ 225 h 485"/>
              <a:gd name="T16" fmla="*/ 4 w 502"/>
              <a:gd name="T17" fmla="*/ 209 h 485"/>
              <a:gd name="T18" fmla="*/ 3 w 502"/>
              <a:gd name="T19" fmla="*/ 207 h 485"/>
              <a:gd name="T20" fmla="*/ 6 w 502"/>
              <a:gd name="T21" fmla="*/ 181 h 485"/>
              <a:gd name="T22" fmla="*/ 79 w 502"/>
              <a:gd name="T23" fmla="*/ 111 h 485"/>
              <a:gd name="T24" fmla="*/ 97 w 502"/>
              <a:gd name="T25" fmla="*/ 110 h 485"/>
              <a:gd name="T26" fmla="*/ 92 w 502"/>
              <a:gd name="T27" fmla="*/ 145 h 485"/>
              <a:gd name="T28" fmla="*/ 115 w 502"/>
              <a:gd name="T29" fmla="*/ 122 h 485"/>
              <a:gd name="T30" fmla="*/ 138 w 502"/>
              <a:gd name="T31" fmla="*/ 122 h 485"/>
              <a:gd name="T32" fmla="*/ 161 w 502"/>
              <a:gd name="T33" fmla="*/ 145 h 485"/>
              <a:gd name="T34" fmla="*/ 155 w 502"/>
              <a:gd name="T35" fmla="*/ 110 h 485"/>
              <a:gd name="T36" fmla="*/ 174 w 502"/>
              <a:gd name="T37" fmla="*/ 111 h 485"/>
              <a:gd name="T38" fmla="*/ 157 w 502"/>
              <a:gd name="T39" fmla="*/ 314 h 485"/>
              <a:gd name="T40" fmla="*/ 70 w 502"/>
              <a:gd name="T41" fmla="*/ 173 h 485"/>
              <a:gd name="T42" fmla="*/ 62 w 502"/>
              <a:gd name="T43" fmla="*/ 222 h 485"/>
              <a:gd name="T44" fmla="*/ 502 w 502"/>
              <a:gd name="T45" fmla="*/ 211 h 485"/>
              <a:gd name="T46" fmla="*/ 502 w 502"/>
              <a:gd name="T47" fmla="*/ 210 h 485"/>
              <a:gd name="T48" fmla="*/ 453 w 502"/>
              <a:gd name="T49" fmla="*/ 111 h 485"/>
              <a:gd name="T50" fmla="*/ 435 w 502"/>
              <a:gd name="T51" fmla="*/ 110 h 485"/>
              <a:gd name="T52" fmla="*/ 440 w 502"/>
              <a:gd name="T53" fmla="*/ 145 h 485"/>
              <a:gd name="T54" fmla="*/ 417 w 502"/>
              <a:gd name="T55" fmla="*/ 122 h 485"/>
              <a:gd name="T56" fmla="*/ 394 w 502"/>
              <a:gd name="T57" fmla="*/ 122 h 485"/>
              <a:gd name="T58" fmla="*/ 371 w 502"/>
              <a:gd name="T59" fmla="*/ 145 h 485"/>
              <a:gd name="T60" fmla="*/ 377 w 502"/>
              <a:gd name="T61" fmla="*/ 110 h 485"/>
              <a:gd name="T62" fmla="*/ 358 w 502"/>
              <a:gd name="T63" fmla="*/ 111 h 485"/>
              <a:gd name="T64" fmla="*/ 362 w 502"/>
              <a:gd name="T65" fmla="*/ 314 h 485"/>
              <a:gd name="T66" fmla="*/ 403 w 502"/>
              <a:gd name="T67" fmla="*/ 459 h 485"/>
              <a:gd name="T68" fmla="*/ 413 w 502"/>
              <a:gd name="T69" fmla="*/ 459 h 485"/>
              <a:gd name="T70" fmla="*/ 469 w 502"/>
              <a:gd name="T71" fmla="*/ 303 h 485"/>
              <a:gd name="T72" fmla="*/ 498 w 502"/>
              <a:gd name="T73" fmla="*/ 233 h 485"/>
              <a:gd name="T74" fmla="*/ 501 w 502"/>
              <a:gd name="T75" fmla="*/ 227 h 485"/>
              <a:gd name="T76" fmla="*/ 260 w 502"/>
              <a:gd name="T77" fmla="*/ 94 h 485"/>
              <a:gd name="T78" fmla="*/ 222 w 502"/>
              <a:gd name="T79" fmla="*/ 47 h 485"/>
              <a:gd name="T80" fmla="*/ 310 w 502"/>
              <a:gd name="T81" fmla="*/ 105 h 485"/>
              <a:gd name="T82" fmla="*/ 308 w 502"/>
              <a:gd name="T83" fmla="*/ 118 h 485"/>
              <a:gd name="T84" fmla="*/ 272 w 502"/>
              <a:gd name="T85" fmla="*/ 197 h 485"/>
              <a:gd name="T86" fmla="*/ 267 w 502"/>
              <a:gd name="T87" fmla="*/ 102 h 485"/>
              <a:gd name="T88" fmla="*/ 251 w 502"/>
              <a:gd name="T89" fmla="*/ 120 h 485"/>
              <a:gd name="T90" fmla="*/ 231 w 502"/>
              <a:gd name="T91" fmla="*/ 127 h 485"/>
              <a:gd name="T92" fmla="*/ 228 w 502"/>
              <a:gd name="T93" fmla="*/ 103 h 485"/>
              <a:gd name="T94" fmla="*/ 187 w 502"/>
              <a:gd name="T95" fmla="*/ 126 h 485"/>
              <a:gd name="T96" fmla="*/ 195 w 502"/>
              <a:gd name="T97" fmla="*/ 305 h 485"/>
              <a:gd name="T98" fmla="*/ 205 w 502"/>
              <a:gd name="T99" fmla="*/ 485 h 485"/>
              <a:gd name="T100" fmla="*/ 262 w 502"/>
              <a:gd name="T101" fmla="*/ 305 h 485"/>
              <a:gd name="T102" fmla="*/ 319 w 502"/>
              <a:gd name="T103" fmla="*/ 305 h 485"/>
              <a:gd name="T104" fmla="*/ 325 w 502"/>
              <a:gd name="T105" fmla="*/ 305 h 485"/>
              <a:gd name="T106" fmla="*/ 311 w 502"/>
              <a:gd name="T107" fmla="*/ 105 h 4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02" h="485">
                <a:moveTo>
                  <a:pt x="92" y="58"/>
                </a:moveTo>
                <a:cubicBezTo>
                  <a:pt x="92" y="34"/>
                  <a:pt x="107" y="15"/>
                  <a:pt x="126" y="15"/>
                </a:cubicBezTo>
                <a:cubicBezTo>
                  <a:pt x="145" y="15"/>
                  <a:pt x="161" y="34"/>
                  <a:pt x="161" y="58"/>
                </a:cubicBezTo>
                <a:cubicBezTo>
                  <a:pt x="161" y="81"/>
                  <a:pt x="145" y="100"/>
                  <a:pt x="126" y="100"/>
                </a:cubicBezTo>
                <a:cubicBezTo>
                  <a:pt x="107" y="100"/>
                  <a:pt x="92" y="81"/>
                  <a:pt x="92" y="58"/>
                </a:cubicBezTo>
                <a:close/>
                <a:moveTo>
                  <a:pt x="406" y="100"/>
                </a:moveTo>
                <a:cubicBezTo>
                  <a:pt x="425" y="100"/>
                  <a:pt x="440" y="81"/>
                  <a:pt x="440" y="58"/>
                </a:cubicBezTo>
                <a:cubicBezTo>
                  <a:pt x="440" y="34"/>
                  <a:pt x="425" y="15"/>
                  <a:pt x="406" y="15"/>
                </a:cubicBezTo>
                <a:cubicBezTo>
                  <a:pt x="386" y="15"/>
                  <a:pt x="371" y="34"/>
                  <a:pt x="371" y="58"/>
                </a:cubicBezTo>
                <a:cubicBezTo>
                  <a:pt x="371" y="81"/>
                  <a:pt x="386" y="100"/>
                  <a:pt x="406" y="100"/>
                </a:cubicBezTo>
                <a:close/>
                <a:moveTo>
                  <a:pt x="181" y="316"/>
                </a:moveTo>
                <a:cubicBezTo>
                  <a:pt x="182" y="355"/>
                  <a:pt x="182" y="419"/>
                  <a:pt x="181" y="459"/>
                </a:cubicBezTo>
                <a:cubicBezTo>
                  <a:pt x="134" y="459"/>
                  <a:pt x="134" y="459"/>
                  <a:pt x="134" y="459"/>
                </a:cubicBezTo>
                <a:cubicBezTo>
                  <a:pt x="129" y="294"/>
                  <a:pt x="129" y="294"/>
                  <a:pt x="129" y="294"/>
                </a:cubicBezTo>
                <a:cubicBezTo>
                  <a:pt x="127" y="294"/>
                  <a:pt x="125" y="294"/>
                  <a:pt x="124" y="294"/>
                </a:cubicBezTo>
                <a:cubicBezTo>
                  <a:pt x="124" y="326"/>
                  <a:pt x="125" y="411"/>
                  <a:pt x="124" y="459"/>
                </a:cubicBezTo>
                <a:cubicBezTo>
                  <a:pt x="77" y="459"/>
                  <a:pt x="77" y="459"/>
                  <a:pt x="77" y="459"/>
                </a:cubicBezTo>
                <a:cubicBezTo>
                  <a:pt x="71" y="294"/>
                  <a:pt x="71" y="294"/>
                  <a:pt x="71" y="294"/>
                </a:cubicBezTo>
                <a:cubicBezTo>
                  <a:pt x="70" y="294"/>
                  <a:pt x="68" y="294"/>
                  <a:pt x="67" y="294"/>
                </a:cubicBezTo>
                <a:cubicBezTo>
                  <a:pt x="67" y="293"/>
                  <a:pt x="67" y="293"/>
                  <a:pt x="67" y="293"/>
                </a:cubicBezTo>
                <a:cubicBezTo>
                  <a:pt x="67" y="285"/>
                  <a:pt x="67" y="277"/>
                  <a:pt x="67" y="268"/>
                </a:cubicBezTo>
                <a:cubicBezTo>
                  <a:pt x="59" y="273"/>
                  <a:pt x="50" y="278"/>
                  <a:pt x="41" y="282"/>
                </a:cubicBezTo>
                <a:cubicBezTo>
                  <a:pt x="22" y="244"/>
                  <a:pt x="22" y="244"/>
                  <a:pt x="22" y="244"/>
                </a:cubicBezTo>
                <a:cubicBezTo>
                  <a:pt x="12" y="225"/>
                  <a:pt x="12" y="225"/>
                  <a:pt x="12" y="225"/>
                </a:cubicBezTo>
                <a:cubicBezTo>
                  <a:pt x="7" y="216"/>
                  <a:pt x="7" y="216"/>
                  <a:pt x="7" y="216"/>
                </a:cubicBezTo>
                <a:cubicBezTo>
                  <a:pt x="5" y="211"/>
                  <a:pt x="5" y="211"/>
                  <a:pt x="5" y="211"/>
                </a:cubicBezTo>
                <a:cubicBezTo>
                  <a:pt x="4" y="209"/>
                  <a:pt x="4" y="209"/>
                  <a:pt x="4" y="209"/>
                </a:cubicBezTo>
                <a:cubicBezTo>
                  <a:pt x="3" y="207"/>
                  <a:pt x="3" y="207"/>
                  <a:pt x="3" y="207"/>
                </a:cubicBezTo>
                <a:cubicBezTo>
                  <a:pt x="3" y="207"/>
                  <a:pt x="3" y="207"/>
                  <a:pt x="3" y="207"/>
                </a:cubicBezTo>
                <a:cubicBezTo>
                  <a:pt x="3" y="207"/>
                  <a:pt x="3" y="207"/>
                  <a:pt x="3" y="207"/>
                </a:cubicBezTo>
                <a:cubicBezTo>
                  <a:pt x="3" y="207"/>
                  <a:pt x="3" y="207"/>
                  <a:pt x="3" y="207"/>
                </a:cubicBezTo>
                <a:cubicBezTo>
                  <a:pt x="4" y="195"/>
                  <a:pt x="0" y="231"/>
                  <a:pt x="5" y="182"/>
                </a:cubicBezTo>
                <a:cubicBezTo>
                  <a:pt x="6" y="181"/>
                  <a:pt x="6" y="181"/>
                  <a:pt x="6" y="181"/>
                </a:cubicBezTo>
                <a:cubicBezTo>
                  <a:pt x="6" y="181"/>
                  <a:pt x="6" y="181"/>
                  <a:pt x="6" y="181"/>
                </a:cubicBezTo>
                <a:cubicBezTo>
                  <a:pt x="64" y="119"/>
                  <a:pt x="64" y="119"/>
                  <a:pt x="64" y="119"/>
                </a:cubicBezTo>
                <a:cubicBezTo>
                  <a:pt x="68" y="114"/>
                  <a:pt x="73" y="112"/>
                  <a:pt x="79" y="111"/>
                </a:cubicBezTo>
                <a:cubicBezTo>
                  <a:pt x="79" y="111"/>
                  <a:pt x="80" y="111"/>
                  <a:pt x="80" y="111"/>
                </a:cubicBezTo>
                <a:cubicBezTo>
                  <a:pt x="86" y="110"/>
                  <a:pt x="92" y="110"/>
                  <a:pt x="97" y="109"/>
                </a:cubicBezTo>
                <a:cubicBezTo>
                  <a:pt x="97" y="110"/>
                  <a:pt x="97" y="110"/>
                  <a:pt x="97" y="110"/>
                </a:cubicBezTo>
                <a:cubicBezTo>
                  <a:pt x="83" y="122"/>
                  <a:pt x="83" y="122"/>
                  <a:pt x="83" y="122"/>
                </a:cubicBezTo>
                <a:cubicBezTo>
                  <a:pt x="100" y="131"/>
                  <a:pt x="100" y="131"/>
                  <a:pt x="100" y="131"/>
                </a:cubicBezTo>
                <a:cubicBezTo>
                  <a:pt x="92" y="145"/>
                  <a:pt x="92" y="145"/>
                  <a:pt x="92" y="145"/>
                </a:cubicBezTo>
                <a:cubicBezTo>
                  <a:pt x="115" y="195"/>
                  <a:pt x="115" y="195"/>
                  <a:pt x="115" y="195"/>
                </a:cubicBezTo>
                <a:cubicBezTo>
                  <a:pt x="118" y="125"/>
                  <a:pt x="118" y="125"/>
                  <a:pt x="118" y="125"/>
                </a:cubicBezTo>
                <a:cubicBezTo>
                  <a:pt x="115" y="122"/>
                  <a:pt x="115" y="122"/>
                  <a:pt x="115" y="122"/>
                </a:cubicBezTo>
                <a:cubicBezTo>
                  <a:pt x="119" y="108"/>
                  <a:pt x="119" y="108"/>
                  <a:pt x="119" y="108"/>
                </a:cubicBezTo>
                <a:cubicBezTo>
                  <a:pt x="133" y="108"/>
                  <a:pt x="133" y="108"/>
                  <a:pt x="133" y="108"/>
                </a:cubicBezTo>
                <a:cubicBezTo>
                  <a:pt x="138" y="122"/>
                  <a:pt x="138" y="122"/>
                  <a:pt x="138" y="122"/>
                </a:cubicBezTo>
                <a:cubicBezTo>
                  <a:pt x="134" y="125"/>
                  <a:pt x="134" y="125"/>
                  <a:pt x="134" y="125"/>
                </a:cubicBezTo>
                <a:cubicBezTo>
                  <a:pt x="138" y="195"/>
                  <a:pt x="138" y="195"/>
                  <a:pt x="138" y="195"/>
                </a:cubicBezTo>
                <a:cubicBezTo>
                  <a:pt x="161" y="145"/>
                  <a:pt x="161" y="145"/>
                  <a:pt x="161" y="145"/>
                </a:cubicBezTo>
                <a:cubicBezTo>
                  <a:pt x="152" y="131"/>
                  <a:pt x="152" y="131"/>
                  <a:pt x="152" y="131"/>
                </a:cubicBezTo>
                <a:cubicBezTo>
                  <a:pt x="170" y="122"/>
                  <a:pt x="170" y="122"/>
                  <a:pt x="170" y="122"/>
                </a:cubicBezTo>
                <a:cubicBezTo>
                  <a:pt x="155" y="110"/>
                  <a:pt x="155" y="110"/>
                  <a:pt x="155" y="110"/>
                </a:cubicBezTo>
                <a:cubicBezTo>
                  <a:pt x="155" y="109"/>
                  <a:pt x="155" y="109"/>
                  <a:pt x="155" y="109"/>
                </a:cubicBezTo>
                <a:cubicBezTo>
                  <a:pt x="161" y="110"/>
                  <a:pt x="167" y="110"/>
                  <a:pt x="172" y="111"/>
                </a:cubicBezTo>
                <a:cubicBezTo>
                  <a:pt x="173" y="111"/>
                  <a:pt x="173" y="111"/>
                  <a:pt x="174" y="111"/>
                </a:cubicBezTo>
                <a:cubicBezTo>
                  <a:pt x="174" y="111"/>
                  <a:pt x="175" y="112"/>
                  <a:pt x="176" y="112"/>
                </a:cubicBezTo>
                <a:cubicBezTo>
                  <a:pt x="174" y="116"/>
                  <a:pt x="173" y="121"/>
                  <a:pt x="172" y="126"/>
                </a:cubicBezTo>
                <a:cubicBezTo>
                  <a:pt x="157" y="314"/>
                  <a:pt x="157" y="314"/>
                  <a:pt x="157" y="314"/>
                </a:cubicBezTo>
                <a:cubicBezTo>
                  <a:pt x="169" y="315"/>
                  <a:pt x="169" y="315"/>
                  <a:pt x="169" y="315"/>
                </a:cubicBezTo>
                <a:cubicBezTo>
                  <a:pt x="173" y="315"/>
                  <a:pt x="177" y="315"/>
                  <a:pt x="181" y="316"/>
                </a:cubicBezTo>
                <a:close/>
                <a:moveTo>
                  <a:pt x="70" y="173"/>
                </a:moveTo>
                <a:cubicBezTo>
                  <a:pt x="49" y="198"/>
                  <a:pt x="49" y="198"/>
                  <a:pt x="49" y="198"/>
                </a:cubicBezTo>
                <a:cubicBezTo>
                  <a:pt x="52" y="204"/>
                  <a:pt x="52" y="204"/>
                  <a:pt x="52" y="204"/>
                </a:cubicBezTo>
                <a:cubicBezTo>
                  <a:pt x="62" y="222"/>
                  <a:pt x="62" y="222"/>
                  <a:pt x="62" y="222"/>
                </a:cubicBezTo>
                <a:cubicBezTo>
                  <a:pt x="68" y="232"/>
                  <a:pt x="68" y="232"/>
                  <a:pt x="68" y="232"/>
                </a:cubicBezTo>
                <a:cubicBezTo>
                  <a:pt x="68" y="212"/>
                  <a:pt x="69" y="192"/>
                  <a:pt x="70" y="173"/>
                </a:cubicBezTo>
                <a:close/>
                <a:moveTo>
                  <a:pt x="502" y="211"/>
                </a:moveTo>
                <a:cubicBezTo>
                  <a:pt x="502" y="210"/>
                  <a:pt x="502" y="210"/>
                  <a:pt x="502" y="210"/>
                </a:cubicBezTo>
                <a:cubicBezTo>
                  <a:pt x="502" y="210"/>
                  <a:pt x="502" y="210"/>
                  <a:pt x="502" y="210"/>
                </a:cubicBezTo>
                <a:cubicBezTo>
                  <a:pt x="502" y="210"/>
                  <a:pt x="502" y="210"/>
                  <a:pt x="502" y="210"/>
                </a:cubicBezTo>
                <a:cubicBezTo>
                  <a:pt x="501" y="207"/>
                  <a:pt x="501" y="207"/>
                  <a:pt x="501" y="207"/>
                </a:cubicBezTo>
                <a:cubicBezTo>
                  <a:pt x="471" y="126"/>
                  <a:pt x="471" y="126"/>
                  <a:pt x="471" y="126"/>
                </a:cubicBezTo>
                <a:cubicBezTo>
                  <a:pt x="468" y="118"/>
                  <a:pt x="460" y="112"/>
                  <a:pt x="453" y="111"/>
                </a:cubicBezTo>
                <a:cubicBezTo>
                  <a:pt x="452" y="111"/>
                  <a:pt x="452" y="111"/>
                  <a:pt x="452" y="111"/>
                </a:cubicBezTo>
                <a:cubicBezTo>
                  <a:pt x="446" y="110"/>
                  <a:pt x="440" y="110"/>
                  <a:pt x="435" y="109"/>
                </a:cubicBezTo>
                <a:cubicBezTo>
                  <a:pt x="435" y="110"/>
                  <a:pt x="435" y="110"/>
                  <a:pt x="435" y="110"/>
                </a:cubicBezTo>
                <a:cubicBezTo>
                  <a:pt x="449" y="122"/>
                  <a:pt x="449" y="122"/>
                  <a:pt x="449" y="122"/>
                </a:cubicBezTo>
                <a:cubicBezTo>
                  <a:pt x="432" y="131"/>
                  <a:pt x="432" y="131"/>
                  <a:pt x="432" y="131"/>
                </a:cubicBezTo>
                <a:cubicBezTo>
                  <a:pt x="440" y="145"/>
                  <a:pt x="440" y="145"/>
                  <a:pt x="440" y="145"/>
                </a:cubicBezTo>
                <a:cubicBezTo>
                  <a:pt x="417" y="195"/>
                  <a:pt x="417" y="195"/>
                  <a:pt x="417" y="195"/>
                </a:cubicBezTo>
                <a:cubicBezTo>
                  <a:pt x="414" y="125"/>
                  <a:pt x="414" y="125"/>
                  <a:pt x="414" y="125"/>
                </a:cubicBezTo>
                <a:cubicBezTo>
                  <a:pt x="417" y="122"/>
                  <a:pt x="417" y="122"/>
                  <a:pt x="417" y="122"/>
                </a:cubicBezTo>
                <a:cubicBezTo>
                  <a:pt x="413" y="109"/>
                  <a:pt x="413" y="109"/>
                  <a:pt x="413" y="109"/>
                </a:cubicBezTo>
                <a:cubicBezTo>
                  <a:pt x="399" y="109"/>
                  <a:pt x="399" y="109"/>
                  <a:pt x="399" y="109"/>
                </a:cubicBezTo>
                <a:cubicBezTo>
                  <a:pt x="394" y="122"/>
                  <a:pt x="394" y="122"/>
                  <a:pt x="394" y="122"/>
                </a:cubicBezTo>
                <a:cubicBezTo>
                  <a:pt x="398" y="125"/>
                  <a:pt x="398" y="125"/>
                  <a:pt x="398" y="125"/>
                </a:cubicBezTo>
                <a:cubicBezTo>
                  <a:pt x="394" y="195"/>
                  <a:pt x="394" y="195"/>
                  <a:pt x="394" y="195"/>
                </a:cubicBezTo>
                <a:cubicBezTo>
                  <a:pt x="371" y="145"/>
                  <a:pt x="371" y="145"/>
                  <a:pt x="371" y="145"/>
                </a:cubicBezTo>
                <a:cubicBezTo>
                  <a:pt x="379" y="131"/>
                  <a:pt x="379" y="131"/>
                  <a:pt x="379" y="131"/>
                </a:cubicBezTo>
                <a:cubicBezTo>
                  <a:pt x="362" y="122"/>
                  <a:pt x="362" y="122"/>
                  <a:pt x="362" y="122"/>
                </a:cubicBezTo>
                <a:cubicBezTo>
                  <a:pt x="377" y="110"/>
                  <a:pt x="377" y="110"/>
                  <a:pt x="377" y="110"/>
                </a:cubicBezTo>
                <a:cubicBezTo>
                  <a:pt x="376" y="109"/>
                  <a:pt x="376" y="109"/>
                  <a:pt x="376" y="109"/>
                </a:cubicBezTo>
                <a:cubicBezTo>
                  <a:pt x="371" y="110"/>
                  <a:pt x="365" y="110"/>
                  <a:pt x="360" y="111"/>
                </a:cubicBezTo>
                <a:cubicBezTo>
                  <a:pt x="359" y="111"/>
                  <a:pt x="358" y="111"/>
                  <a:pt x="358" y="111"/>
                </a:cubicBezTo>
                <a:cubicBezTo>
                  <a:pt x="353" y="112"/>
                  <a:pt x="349" y="113"/>
                  <a:pt x="345" y="117"/>
                </a:cubicBezTo>
                <a:cubicBezTo>
                  <a:pt x="346" y="120"/>
                  <a:pt x="347" y="123"/>
                  <a:pt x="347" y="126"/>
                </a:cubicBezTo>
                <a:cubicBezTo>
                  <a:pt x="362" y="314"/>
                  <a:pt x="362" y="314"/>
                  <a:pt x="362" y="314"/>
                </a:cubicBezTo>
                <a:cubicBezTo>
                  <a:pt x="351" y="315"/>
                  <a:pt x="351" y="315"/>
                  <a:pt x="351" y="315"/>
                </a:cubicBezTo>
                <a:cubicBezTo>
                  <a:pt x="356" y="459"/>
                  <a:pt x="356" y="459"/>
                  <a:pt x="356" y="459"/>
                </a:cubicBezTo>
                <a:cubicBezTo>
                  <a:pt x="403" y="459"/>
                  <a:pt x="403" y="459"/>
                  <a:pt x="403" y="459"/>
                </a:cubicBezTo>
                <a:cubicBezTo>
                  <a:pt x="404" y="411"/>
                  <a:pt x="403" y="326"/>
                  <a:pt x="403" y="294"/>
                </a:cubicBezTo>
                <a:cubicBezTo>
                  <a:pt x="405" y="294"/>
                  <a:pt x="406" y="294"/>
                  <a:pt x="408" y="294"/>
                </a:cubicBezTo>
                <a:cubicBezTo>
                  <a:pt x="413" y="459"/>
                  <a:pt x="413" y="459"/>
                  <a:pt x="413" y="459"/>
                </a:cubicBezTo>
                <a:cubicBezTo>
                  <a:pt x="460" y="459"/>
                  <a:pt x="460" y="459"/>
                  <a:pt x="460" y="459"/>
                </a:cubicBezTo>
                <a:cubicBezTo>
                  <a:pt x="462" y="414"/>
                  <a:pt x="461" y="335"/>
                  <a:pt x="460" y="299"/>
                </a:cubicBezTo>
                <a:cubicBezTo>
                  <a:pt x="463" y="301"/>
                  <a:pt x="466" y="302"/>
                  <a:pt x="469" y="303"/>
                </a:cubicBezTo>
                <a:cubicBezTo>
                  <a:pt x="486" y="263"/>
                  <a:pt x="486" y="263"/>
                  <a:pt x="486" y="263"/>
                </a:cubicBezTo>
                <a:cubicBezTo>
                  <a:pt x="494" y="243"/>
                  <a:pt x="494" y="243"/>
                  <a:pt x="494" y="243"/>
                </a:cubicBezTo>
                <a:cubicBezTo>
                  <a:pt x="498" y="233"/>
                  <a:pt x="498" y="233"/>
                  <a:pt x="498" y="233"/>
                </a:cubicBezTo>
                <a:cubicBezTo>
                  <a:pt x="501" y="228"/>
                  <a:pt x="501" y="228"/>
                  <a:pt x="501" y="228"/>
                </a:cubicBezTo>
                <a:cubicBezTo>
                  <a:pt x="501" y="227"/>
                  <a:pt x="501" y="227"/>
                  <a:pt x="501" y="227"/>
                </a:cubicBezTo>
                <a:cubicBezTo>
                  <a:pt x="501" y="227"/>
                  <a:pt x="501" y="227"/>
                  <a:pt x="501" y="227"/>
                </a:cubicBezTo>
                <a:cubicBezTo>
                  <a:pt x="501" y="227"/>
                  <a:pt x="501" y="227"/>
                  <a:pt x="501" y="227"/>
                </a:cubicBezTo>
                <a:cubicBezTo>
                  <a:pt x="502" y="220"/>
                  <a:pt x="500" y="243"/>
                  <a:pt x="502" y="211"/>
                </a:cubicBezTo>
                <a:close/>
                <a:moveTo>
                  <a:pt x="260" y="94"/>
                </a:moveTo>
                <a:cubicBezTo>
                  <a:pt x="281" y="94"/>
                  <a:pt x="297" y="73"/>
                  <a:pt x="297" y="47"/>
                </a:cubicBezTo>
                <a:cubicBezTo>
                  <a:pt x="297" y="21"/>
                  <a:pt x="281" y="0"/>
                  <a:pt x="260" y="0"/>
                </a:cubicBezTo>
                <a:cubicBezTo>
                  <a:pt x="239" y="0"/>
                  <a:pt x="222" y="21"/>
                  <a:pt x="222" y="47"/>
                </a:cubicBezTo>
                <a:cubicBezTo>
                  <a:pt x="222" y="73"/>
                  <a:pt x="239" y="94"/>
                  <a:pt x="260" y="94"/>
                </a:cubicBezTo>
                <a:close/>
                <a:moveTo>
                  <a:pt x="311" y="105"/>
                </a:moveTo>
                <a:cubicBezTo>
                  <a:pt x="311" y="105"/>
                  <a:pt x="310" y="105"/>
                  <a:pt x="310" y="105"/>
                </a:cubicBezTo>
                <a:cubicBezTo>
                  <a:pt x="304" y="104"/>
                  <a:pt x="298" y="104"/>
                  <a:pt x="291" y="103"/>
                </a:cubicBezTo>
                <a:cubicBezTo>
                  <a:pt x="291" y="104"/>
                  <a:pt x="291" y="104"/>
                  <a:pt x="291" y="104"/>
                </a:cubicBezTo>
                <a:cubicBezTo>
                  <a:pt x="308" y="118"/>
                  <a:pt x="308" y="118"/>
                  <a:pt x="308" y="118"/>
                </a:cubicBezTo>
                <a:cubicBezTo>
                  <a:pt x="288" y="127"/>
                  <a:pt x="288" y="127"/>
                  <a:pt x="288" y="127"/>
                </a:cubicBezTo>
                <a:cubicBezTo>
                  <a:pt x="297" y="143"/>
                  <a:pt x="297" y="143"/>
                  <a:pt x="297" y="143"/>
                </a:cubicBezTo>
                <a:cubicBezTo>
                  <a:pt x="272" y="197"/>
                  <a:pt x="272" y="197"/>
                  <a:pt x="272" y="197"/>
                </a:cubicBezTo>
                <a:cubicBezTo>
                  <a:pt x="268" y="120"/>
                  <a:pt x="268" y="120"/>
                  <a:pt x="268" y="120"/>
                </a:cubicBezTo>
                <a:cubicBezTo>
                  <a:pt x="272" y="117"/>
                  <a:pt x="272" y="117"/>
                  <a:pt x="272" y="117"/>
                </a:cubicBezTo>
                <a:cubicBezTo>
                  <a:pt x="267" y="102"/>
                  <a:pt x="267" y="102"/>
                  <a:pt x="267" y="102"/>
                </a:cubicBezTo>
                <a:cubicBezTo>
                  <a:pt x="252" y="102"/>
                  <a:pt x="252" y="102"/>
                  <a:pt x="252" y="102"/>
                </a:cubicBezTo>
                <a:cubicBezTo>
                  <a:pt x="247" y="117"/>
                  <a:pt x="247" y="117"/>
                  <a:pt x="247" y="117"/>
                </a:cubicBezTo>
                <a:cubicBezTo>
                  <a:pt x="251" y="120"/>
                  <a:pt x="251" y="120"/>
                  <a:pt x="251" y="120"/>
                </a:cubicBezTo>
                <a:cubicBezTo>
                  <a:pt x="247" y="197"/>
                  <a:pt x="247" y="197"/>
                  <a:pt x="247" y="197"/>
                </a:cubicBezTo>
                <a:cubicBezTo>
                  <a:pt x="222" y="143"/>
                  <a:pt x="222" y="143"/>
                  <a:pt x="222" y="143"/>
                </a:cubicBezTo>
                <a:cubicBezTo>
                  <a:pt x="231" y="127"/>
                  <a:pt x="231" y="127"/>
                  <a:pt x="231" y="127"/>
                </a:cubicBezTo>
                <a:cubicBezTo>
                  <a:pt x="212" y="118"/>
                  <a:pt x="212" y="118"/>
                  <a:pt x="212" y="118"/>
                </a:cubicBezTo>
                <a:cubicBezTo>
                  <a:pt x="228" y="104"/>
                  <a:pt x="228" y="104"/>
                  <a:pt x="228" y="104"/>
                </a:cubicBezTo>
                <a:cubicBezTo>
                  <a:pt x="228" y="103"/>
                  <a:pt x="228" y="103"/>
                  <a:pt x="228" y="103"/>
                </a:cubicBezTo>
                <a:cubicBezTo>
                  <a:pt x="222" y="104"/>
                  <a:pt x="216" y="104"/>
                  <a:pt x="210" y="105"/>
                </a:cubicBezTo>
                <a:cubicBezTo>
                  <a:pt x="209" y="105"/>
                  <a:pt x="209" y="105"/>
                  <a:pt x="208" y="105"/>
                </a:cubicBezTo>
                <a:cubicBezTo>
                  <a:pt x="197" y="106"/>
                  <a:pt x="188" y="114"/>
                  <a:pt x="187" y="126"/>
                </a:cubicBezTo>
                <a:cubicBezTo>
                  <a:pt x="171" y="303"/>
                  <a:pt x="171" y="303"/>
                  <a:pt x="171" y="303"/>
                </a:cubicBezTo>
                <a:cubicBezTo>
                  <a:pt x="179" y="303"/>
                  <a:pt x="187" y="304"/>
                  <a:pt x="195" y="304"/>
                </a:cubicBezTo>
                <a:cubicBezTo>
                  <a:pt x="195" y="305"/>
                  <a:pt x="195" y="305"/>
                  <a:pt x="195" y="305"/>
                </a:cubicBezTo>
                <a:cubicBezTo>
                  <a:pt x="196" y="305"/>
                  <a:pt x="196" y="305"/>
                  <a:pt x="197" y="305"/>
                </a:cubicBezTo>
                <a:cubicBezTo>
                  <a:pt x="198" y="305"/>
                  <a:pt x="199" y="305"/>
                  <a:pt x="200" y="305"/>
                </a:cubicBezTo>
                <a:cubicBezTo>
                  <a:pt x="205" y="485"/>
                  <a:pt x="205" y="485"/>
                  <a:pt x="205" y="485"/>
                </a:cubicBezTo>
                <a:cubicBezTo>
                  <a:pt x="257" y="485"/>
                  <a:pt x="257" y="485"/>
                  <a:pt x="257" y="485"/>
                </a:cubicBezTo>
                <a:cubicBezTo>
                  <a:pt x="258" y="433"/>
                  <a:pt x="257" y="340"/>
                  <a:pt x="257" y="305"/>
                </a:cubicBezTo>
                <a:cubicBezTo>
                  <a:pt x="259" y="305"/>
                  <a:pt x="260" y="305"/>
                  <a:pt x="262" y="305"/>
                </a:cubicBezTo>
                <a:cubicBezTo>
                  <a:pt x="268" y="485"/>
                  <a:pt x="268" y="485"/>
                  <a:pt x="268" y="485"/>
                </a:cubicBezTo>
                <a:cubicBezTo>
                  <a:pt x="319" y="485"/>
                  <a:pt x="319" y="485"/>
                  <a:pt x="319" y="485"/>
                </a:cubicBezTo>
                <a:cubicBezTo>
                  <a:pt x="321" y="433"/>
                  <a:pt x="320" y="341"/>
                  <a:pt x="319" y="305"/>
                </a:cubicBezTo>
                <a:cubicBezTo>
                  <a:pt x="321" y="305"/>
                  <a:pt x="322" y="305"/>
                  <a:pt x="324" y="305"/>
                </a:cubicBezTo>
                <a:cubicBezTo>
                  <a:pt x="324" y="305"/>
                  <a:pt x="324" y="305"/>
                  <a:pt x="325" y="305"/>
                </a:cubicBezTo>
                <a:cubicBezTo>
                  <a:pt x="325" y="305"/>
                  <a:pt x="325" y="305"/>
                  <a:pt x="325" y="305"/>
                </a:cubicBezTo>
                <a:cubicBezTo>
                  <a:pt x="333" y="304"/>
                  <a:pt x="342" y="303"/>
                  <a:pt x="350" y="302"/>
                </a:cubicBezTo>
                <a:cubicBezTo>
                  <a:pt x="333" y="126"/>
                  <a:pt x="333" y="126"/>
                  <a:pt x="333" y="126"/>
                </a:cubicBezTo>
                <a:cubicBezTo>
                  <a:pt x="332" y="114"/>
                  <a:pt x="322" y="105"/>
                  <a:pt x="311" y="105"/>
                </a:cubicBezTo>
                <a:close/>
              </a:path>
            </a:pathLst>
          </a:custGeom>
          <a:solidFill>
            <a:srgbClr val="679E2A"/>
          </a:solidFill>
          <a:ln>
            <a:noFill/>
          </a:ln>
        </p:spPr>
        <p:txBody>
          <a:bodyPr vert="horz" wrap="square" lIns="68580" tIns="34290" rIns="68580" bIns="34290" numCol="1" anchor="t" anchorCtr="0" compatLnSpc="1"/>
          <a:lstStyle/>
          <a:p>
            <a:endParaRPr lang="zh-CN" altLang="en-US"/>
          </a:p>
        </p:txBody>
      </p:sp>
      <p:sp>
        <p:nvSpPr>
          <p:cNvPr id="99" name="Freeform 7"/>
          <p:cNvSpPr>
            <a:spLocks noEditPoints="1"/>
          </p:cNvSpPr>
          <p:nvPr>
            <p:custDataLst>
              <p:tags r:id="rId10"/>
            </p:custDataLst>
          </p:nvPr>
        </p:nvSpPr>
        <p:spPr bwMode="auto">
          <a:xfrm>
            <a:off x="1509472" y="3350298"/>
            <a:ext cx="519701" cy="605715"/>
          </a:xfrm>
          <a:custGeom>
            <a:avLst/>
            <a:gdLst>
              <a:gd name="T0" fmla="*/ 206 w 488"/>
              <a:gd name="T1" fmla="*/ 54 h 569"/>
              <a:gd name="T2" fmla="*/ 147 w 488"/>
              <a:gd name="T3" fmla="*/ 407 h 569"/>
              <a:gd name="T4" fmla="*/ 98 w 488"/>
              <a:gd name="T5" fmla="*/ 566 h 569"/>
              <a:gd name="T6" fmla="*/ 85 w 488"/>
              <a:gd name="T7" fmla="*/ 354 h 569"/>
              <a:gd name="T8" fmla="*/ 28 w 488"/>
              <a:gd name="T9" fmla="*/ 292 h 569"/>
              <a:gd name="T10" fmla="*/ 6 w 488"/>
              <a:gd name="T11" fmla="*/ 250 h 569"/>
              <a:gd name="T12" fmla="*/ 4 w 488"/>
              <a:gd name="T13" fmla="*/ 245 h 569"/>
              <a:gd name="T14" fmla="*/ 7 w 488"/>
              <a:gd name="T15" fmla="*/ 212 h 569"/>
              <a:gd name="T16" fmla="*/ 82 w 488"/>
              <a:gd name="T17" fmla="*/ 132 h 569"/>
              <a:gd name="T18" fmla="*/ 124 w 488"/>
              <a:gd name="T19" fmla="*/ 120 h 569"/>
              <a:gd name="T20" fmla="*/ 128 w 488"/>
              <a:gd name="T21" fmla="*/ 148 h 569"/>
              <a:gd name="T22" fmla="*/ 151 w 488"/>
              <a:gd name="T23" fmla="*/ 142 h 569"/>
              <a:gd name="T24" fmla="*/ 170 w 488"/>
              <a:gd name="T25" fmla="*/ 119 h 569"/>
              <a:gd name="T26" fmla="*/ 176 w 488"/>
              <a:gd name="T27" fmla="*/ 230 h 569"/>
              <a:gd name="T28" fmla="*/ 217 w 488"/>
              <a:gd name="T29" fmla="*/ 137 h 569"/>
              <a:gd name="T30" fmla="*/ 220 w 488"/>
              <a:gd name="T31" fmla="*/ 122 h 569"/>
              <a:gd name="T32" fmla="*/ 278 w 488"/>
              <a:gd name="T33" fmla="*/ 159 h 569"/>
              <a:gd name="T34" fmla="*/ 315 w 488"/>
              <a:gd name="T35" fmla="*/ 187 h 569"/>
              <a:gd name="T36" fmla="*/ 314 w 488"/>
              <a:gd name="T37" fmla="*/ 228 h 569"/>
              <a:gd name="T38" fmla="*/ 198 w 488"/>
              <a:gd name="T39" fmla="*/ 237 h 569"/>
              <a:gd name="T40" fmla="*/ 233 w 488"/>
              <a:gd name="T41" fmla="*/ 191 h 569"/>
              <a:gd name="T42" fmla="*/ 89 w 488"/>
              <a:gd name="T43" fmla="*/ 201 h 569"/>
              <a:gd name="T44" fmla="*/ 80 w 488"/>
              <a:gd name="T45" fmla="*/ 264 h 569"/>
              <a:gd name="T46" fmla="*/ 169 w 488"/>
              <a:gd name="T47" fmla="*/ 492 h 569"/>
              <a:gd name="T48" fmla="*/ 231 w 488"/>
              <a:gd name="T49" fmla="*/ 558 h 569"/>
              <a:gd name="T50" fmla="*/ 326 w 488"/>
              <a:gd name="T51" fmla="*/ 569 h 569"/>
              <a:gd name="T52" fmla="*/ 488 w 488"/>
              <a:gd name="T53" fmla="*/ 407 h 569"/>
              <a:gd name="T54" fmla="*/ 428 w 488"/>
              <a:gd name="T55" fmla="*/ 407 h 569"/>
              <a:gd name="T56" fmla="*/ 340 w 488"/>
              <a:gd name="T57" fmla="*/ 275 h 569"/>
              <a:gd name="T58" fmla="*/ 311 w 488"/>
              <a:gd name="T59" fmla="*/ 306 h 569"/>
              <a:gd name="T60" fmla="*/ 225 w 488"/>
              <a:gd name="T61" fmla="*/ 392 h 569"/>
              <a:gd name="T62" fmla="*/ 194 w 488"/>
              <a:gd name="T63" fmla="*/ 422 h 569"/>
              <a:gd name="T64" fmla="*/ 326 w 488"/>
              <a:gd name="T65" fmla="*/ 509 h 569"/>
              <a:gd name="T66" fmla="*/ 457 w 488"/>
              <a:gd name="T67" fmla="*/ 422 h 569"/>
              <a:gd name="T68" fmla="*/ 275 w 488"/>
              <a:gd name="T69" fmla="*/ 300 h 569"/>
              <a:gd name="T70" fmla="*/ 261 w 488"/>
              <a:gd name="T71" fmla="*/ 302 h 569"/>
              <a:gd name="T72" fmla="*/ 387 w 488"/>
              <a:gd name="T73" fmla="*/ 297 h 569"/>
              <a:gd name="T74" fmla="*/ 369 w 488"/>
              <a:gd name="T75" fmla="*/ 314 h 569"/>
              <a:gd name="T76" fmla="*/ 387 w 488"/>
              <a:gd name="T77" fmla="*/ 297 h 569"/>
              <a:gd name="T78" fmla="*/ 432 w 488"/>
              <a:gd name="T79" fmla="*/ 344 h 569"/>
              <a:gd name="T80" fmla="*/ 409 w 488"/>
              <a:gd name="T81" fmla="*/ 348 h 569"/>
              <a:gd name="T82" fmla="*/ 226 w 488"/>
              <a:gd name="T83" fmla="*/ 340 h 569"/>
              <a:gd name="T84" fmla="*/ 222 w 488"/>
              <a:gd name="T85" fmla="*/ 354 h 569"/>
              <a:gd name="T86" fmla="*/ 230 w 488"/>
              <a:gd name="T87" fmla="*/ 341 h 569"/>
              <a:gd name="T88" fmla="*/ 421 w 488"/>
              <a:gd name="T89" fmla="*/ 473 h 569"/>
              <a:gd name="T90" fmla="*/ 433 w 488"/>
              <a:gd name="T91" fmla="*/ 464 h 569"/>
              <a:gd name="T92" fmla="*/ 409 w 488"/>
              <a:gd name="T93" fmla="*/ 465 h 569"/>
              <a:gd name="T94" fmla="*/ 219 w 488"/>
              <a:gd name="T95" fmla="*/ 470 h 569"/>
              <a:gd name="T96" fmla="*/ 242 w 488"/>
              <a:gd name="T97" fmla="*/ 465 h 569"/>
              <a:gd name="T98" fmla="*/ 382 w 488"/>
              <a:gd name="T99" fmla="*/ 492 h 569"/>
              <a:gd name="T100" fmla="*/ 383 w 488"/>
              <a:gd name="T101" fmla="*/ 517 h 569"/>
              <a:gd name="T102" fmla="*/ 382 w 488"/>
              <a:gd name="T103" fmla="*/ 492 h 569"/>
              <a:gd name="T104" fmla="*/ 264 w 488"/>
              <a:gd name="T105" fmla="*/ 516 h 569"/>
              <a:gd name="T106" fmla="*/ 283 w 488"/>
              <a:gd name="T107" fmla="*/ 499 h 569"/>
              <a:gd name="T108" fmla="*/ 325 w 488"/>
              <a:gd name="T109" fmla="*/ 395 h 569"/>
              <a:gd name="T110" fmla="*/ 337 w 488"/>
              <a:gd name="T111" fmla="*/ 407 h 569"/>
              <a:gd name="T112" fmla="*/ 334 w 488"/>
              <a:gd name="T113" fmla="*/ 344 h 569"/>
              <a:gd name="T114" fmla="*/ 315 w 488"/>
              <a:gd name="T115" fmla="*/ 372 h 569"/>
              <a:gd name="T116" fmla="*/ 281 w 488"/>
              <a:gd name="T117" fmla="*/ 337 h 569"/>
              <a:gd name="T118" fmla="*/ 335 w 488"/>
              <a:gd name="T119" fmla="*/ 392 h 5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488" h="569">
                <a:moveTo>
                  <a:pt x="117" y="54"/>
                </a:moveTo>
                <a:cubicBezTo>
                  <a:pt x="117" y="24"/>
                  <a:pt x="137" y="0"/>
                  <a:pt x="161" y="0"/>
                </a:cubicBezTo>
                <a:cubicBezTo>
                  <a:pt x="186" y="0"/>
                  <a:pt x="206" y="24"/>
                  <a:pt x="206" y="54"/>
                </a:cubicBezTo>
                <a:cubicBezTo>
                  <a:pt x="206" y="85"/>
                  <a:pt x="186" y="109"/>
                  <a:pt x="161" y="109"/>
                </a:cubicBezTo>
                <a:cubicBezTo>
                  <a:pt x="137" y="109"/>
                  <a:pt x="117" y="85"/>
                  <a:pt x="117" y="54"/>
                </a:cubicBezTo>
                <a:close/>
                <a:moveTo>
                  <a:pt x="147" y="407"/>
                </a:moveTo>
                <a:cubicBezTo>
                  <a:pt x="147" y="430"/>
                  <a:pt x="151" y="451"/>
                  <a:pt x="159" y="471"/>
                </a:cubicBezTo>
                <a:cubicBezTo>
                  <a:pt x="159" y="506"/>
                  <a:pt x="159" y="540"/>
                  <a:pt x="158" y="566"/>
                </a:cubicBezTo>
                <a:cubicBezTo>
                  <a:pt x="98" y="566"/>
                  <a:pt x="98" y="566"/>
                  <a:pt x="98" y="566"/>
                </a:cubicBezTo>
                <a:cubicBezTo>
                  <a:pt x="91" y="355"/>
                  <a:pt x="91" y="355"/>
                  <a:pt x="91" y="355"/>
                </a:cubicBezTo>
                <a:cubicBezTo>
                  <a:pt x="89" y="355"/>
                  <a:pt x="87" y="355"/>
                  <a:pt x="85" y="355"/>
                </a:cubicBezTo>
                <a:cubicBezTo>
                  <a:pt x="85" y="355"/>
                  <a:pt x="85" y="355"/>
                  <a:pt x="85" y="354"/>
                </a:cubicBezTo>
                <a:cubicBezTo>
                  <a:pt x="85" y="344"/>
                  <a:pt x="86" y="334"/>
                  <a:pt x="86" y="323"/>
                </a:cubicBezTo>
                <a:cubicBezTo>
                  <a:pt x="75" y="329"/>
                  <a:pt x="64" y="335"/>
                  <a:pt x="53" y="341"/>
                </a:cubicBezTo>
                <a:cubicBezTo>
                  <a:pt x="28" y="292"/>
                  <a:pt x="28" y="292"/>
                  <a:pt x="28" y="292"/>
                </a:cubicBezTo>
                <a:cubicBezTo>
                  <a:pt x="16" y="268"/>
                  <a:pt x="16" y="268"/>
                  <a:pt x="16" y="268"/>
                </a:cubicBezTo>
                <a:cubicBezTo>
                  <a:pt x="10" y="256"/>
                  <a:pt x="10" y="256"/>
                  <a:pt x="10" y="256"/>
                </a:cubicBezTo>
                <a:cubicBezTo>
                  <a:pt x="6" y="250"/>
                  <a:pt x="6" y="250"/>
                  <a:pt x="6" y="250"/>
                </a:cubicBezTo>
                <a:cubicBezTo>
                  <a:pt x="5" y="247"/>
                  <a:pt x="5" y="247"/>
                  <a:pt x="5" y="247"/>
                </a:cubicBezTo>
                <a:cubicBezTo>
                  <a:pt x="4" y="245"/>
                  <a:pt x="4" y="245"/>
                  <a:pt x="4" y="245"/>
                </a:cubicBezTo>
                <a:cubicBezTo>
                  <a:pt x="4" y="245"/>
                  <a:pt x="4" y="245"/>
                  <a:pt x="4" y="245"/>
                </a:cubicBezTo>
                <a:cubicBezTo>
                  <a:pt x="4" y="244"/>
                  <a:pt x="4" y="244"/>
                  <a:pt x="4" y="244"/>
                </a:cubicBezTo>
                <a:cubicBezTo>
                  <a:pt x="4" y="244"/>
                  <a:pt x="4" y="244"/>
                  <a:pt x="4" y="244"/>
                </a:cubicBezTo>
                <a:cubicBezTo>
                  <a:pt x="5" y="230"/>
                  <a:pt x="0" y="276"/>
                  <a:pt x="7" y="212"/>
                </a:cubicBezTo>
                <a:cubicBezTo>
                  <a:pt x="7" y="212"/>
                  <a:pt x="7" y="212"/>
                  <a:pt x="7" y="212"/>
                </a:cubicBezTo>
                <a:cubicBezTo>
                  <a:pt x="8" y="212"/>
                  <a:pt x="8" y="212"/>
                  <a:pt x="8" y="212"/>
                </a:cubicBezTo>
                <a:cubicBezTo>
                  <a:pt x="82" y="132"/>
                  <a:pt x="82" y="132"/>
                  <a:pt x="82" y="132"/>
                </a:cubicBezTo>
                <a:cubicBezTo>
                  <a:pt x="87" y="127"/>
                  <a:pt x="94" y="123"/>
                  <a:pt x="101" y="123"/>
                </a:cubicBezTo>
                <a:cubicBezTo>
                  <a:pt x="101" y="123"/>
                  <a:pt x="102" y="122"/>
                  <a:pt x="103" y="122"/>
                </a:cubicBezTo>
                <a:cubicBezTo>
                  <a:pt x="110" y="121"/>
                  <a:pt x="117" y="121"/>
                  <a:pt x="124" y="120"/>
                </a:cubicBezTo>
                <a:cubicBezTo>
                  <a:pt x="124" y="121"/>
                  <a:pt x="124" y="121"/>
                  <a:pt x="124" y="121"/>
                </a:cubicBezTo>
                <a:cubicBezTo>
                  <a:pt x="106" y="137"/>
                  <a:pt x="106" y="137"/>
                  <a:pt x="106" y="137"/>
                </a:cubicBezTo>
                <a:cubicBezTo>
                  <a:pt x="128" y="148"/>
                  <a:pt x="128" y="148"/>
                  <a:pt x="128" y="148"/>
                </a:cubicBezTo>
                <a:cubicBezTo>
                  <a:pt x="118" y="166"/>
                  <a:pt x="118" y="166"/>
                  <a:pt x="118" y="166"/>
                </a:cubicBezTo>
                <a:cubicBezTo>
                  <a:pt x="146" y="230"/>
                  <a:pt x="146" y="230"/>
                  <a:pt x="146" y="230"/>
                </a:cubicBezTo>
                <a:cubicBezTo>
                  <a:pt x="151" y="142"/>
                  <a:pt x="151" y="142"/>
                  <a:pt x="151" y="142"/>
                </a:cubicBezTo>
                <a:cubicBezTo>
                  <a:pt x="147" y="139"/>
                  <a:pt x="147" y="139"/>
                  <a:pt x="147" y="139"/>
                </a:cubicBezTo>
                <a:cubicBezTo>
                  <a:pt x="152" y="119"/>
                  <a:pt x="152" y="119"/>
                  <a:pt x="152" y="119"/>
                </a:cubicBezTo>
                <a:cubicBezTo>
                  <a:pt x="170" y="119"/>
                  <a:pt x="170" y="119"/>
                  <a:pt x="170" y="119"/>
                </a:cubicBezTo>
                <a:cubicBezTo>
                  <a:pt x="176" y="139"/>
                  <a:pt x="176" y="139"/>
                  <a:pt x="176" y="139"/>
                </a:cubicBezTo>
                <a:cubicBezTo>
                  <a:pt x="172" y="142"/>
                  <a:pt x="172" y="142"/>
                  <a:pt x="172" y="142"/>
                </a:cubicBezTo>
                <a:cubicBezTo>
                  <a:pt x="176" y="230"/>
                  <a:pt x="176" y="230"/>
                  <a:pt x="176" y="230"/>
                </a:cubicBezTo>
                <a:cubicBezTo>
                  <a:pt x="205" y="166"/>
                  <a:pt x="205" y="166"/>
                  <a:pt x="205" y="166"/>
                </a:cubicBezTo>
                <a:cubicBezTo>
                  <a:pt x="195" y="148"/>
                  <a:pt x="195" y="148"/>
                  <a:pt x="195" y="148"/>
                </a:cubicBezTo>
                <a:cubicBezTo>
                  <a:pt x="217" y="137"/>
                  <a:pt x="217" y="137"/>
                  <a:pt x="217" y="137"/>
                </a:cubicBezTo>
                <a:cubicBezTo>
                  <a:pt x="198" y="121"/>
                  <a:pt x="198" y="121"/>
                  <a:pt x="198" y="121"/>
                </a:cubicBezTo>
                <a:cubicBezTo>
                  <a:pt x="198" y="120"/>
                  <a:pt x="198" y="120"/>
                  <a:pt x="198" y="120"/>
                </a:cubicBezTo>
                <a:cubicBezTo>
                  <a:pt x="206" y="121"/>
                  <a:pt x="213" y="121"/>
                  <a:pt x="220" y="122"/>
                </a:cubicBezTo>
                <a:cubicBezTo>
                  <a:pt x="220" y="122"/>
                  <a:pt x="221" y="122"/>
                  <a:pt x="221" y="123"/>
                </a:cubicBezTo>
                <a:cubicBezTo>
                  <a:pt x="226" y="123"/>
                  <a:pt x="231" y="125"/>
                  <a:pt x="235" y="128"/>
                </a:cubicBezTo>
                <a:cubicBezTo>
                  <a:pt x="278" y="159"/>
                  <a:pt x="278" y="159"/>
                  <a:pt x="278" y="159"/>
                </a:cubicBezTo>
                <a:cubicBezTo>
                  <a:pt x="299" y="175"/>
                  <a:pt x="299" y="175"/>
                  <a:pt x="299" y="175"/>
                </a:cubicBezTo>
                <a:cubicBezTo>
                  <a:pt x="309" y="183"/>
                  <a:pt x="309" y="183"/>
                  <a:pt x="309" y="183"/>
                </a:cubicBezTo>
                <a:cubicBezTo>
                  <a:pt x="315" y="187"/>
                  <a:pt x="315" y="187"/>
                  <a:pt x="315" y="187"/>
                </a:cubicBezTo>
                <a:cubicBezTo>
                  <a:pt x="316" y="188"/>
                  <a:pt x="316" y="188"/>
                  <a:pt x="316" y="188"/>
                </a:cubicBezTo>
                <a:cubicBezTo>
                  <a:pt x="316" y="188"/>
                  <a:pt x="316" y="188"/>
                  <a:pt x="316" y="188"/>
                </a:cubicBezTo>
                <a:cubicBezTo>
                  <a:pt x="316" y="182"/>
                  <a:pt x="315" y="210"/>
                  <a:pt x="314" y="228"/>
                </a:cubicBezTo>
                <a:cubicBezTo>
                  <a:pt x="221" y="234"/>
                  <a:pt x="147" y="312"/>
                  <a:pt x="147" y="407"/>
                </a:cubicBezTo>
                <a:close/>
                <a:moveTo>
                  <a:pt x="193" y="229"/>
                </a:moveTo>
                <a:cubicBezTo>
                  <a:pt x="198" y="237"/>
                  <a:pt x="198" y="237"/>
                  <a:pt x="198" y="237"/>
                </a:cubicBezTo>
                <a:cubicBezTo>
                  <a:pt x="251" y="206"/>
                  <a:pt x="251" y="206"/>
                  <a:pt x="251" y="206"/>
                </a:cubicBezTo>
                <a:cubicBezTo>
                  <a:pt x="245" y="201"/>
                  <a:pt x="245" y="201"/>
                  <a:pt x="245" y="201"/>
                </a:cubicBezTo>
                <a:cubicBezTo>
                  <a:pt x="233" y="191"/>
                  <a:pt x="233" y="191"/>
                  <a:pt x="233" y="191"/>
                </a:cubicBezTo>
                <a:cubicBezTo>
                  <a:pt x="233" y="196"/>
                  <a:pt x="234" y="201"/>
                  <a:pt x="234" y="206"/>
                </a:cubicBezTo>
                <a:lnTo>
                  <a:pt x="193" y="229"/>
                </a:lnTo>
                <a:close/>
                <a:moveTo>
                  <a:pt x="89" y="201"/>
                </a:moveTo>
                <a:cubicBezTo>
                  <a:pt x="62" y="234"/>
                  <a:pt x="62" y="234"/>
                  <a:pt x="62" y="234"/>
                </a:cubicBezTo>
                <a:cubicBezTo>
                  <a:pt x="66" y="241"/>
                  <a:pt x="66" y="241"/>
                  <a:pt x="66" y="241"/>
                </a:cubicBezTo>
                <a:cubicBezTo>
                  <a:pt x="80" y="264"/>
                  <a:pt x="80" y="264"/>
                  <a:pt x="80" y="264"/>
                </a:cubicBezTo>
                <a:cubicBezTo>
                  <a:pt x="87" y="276"/>
                  <a:pt x="87" y="276"/>
                  <a:pt x="87" y="276"/>
                </a:cubicBezTo>
                <a:cubicBezTo>
                  <a:pt x="88" y="251"/>
                  <a:pt x="88" y="226"/>
                  <a:pt x="89" y="201"/>
                </a:cubicBezTo>
                <a:close/>
                <a:moveTo>
                  <a:pt x="169" y="492"/>
                </a:moveTo>
                <a:cubicBezTo>
                  <a:pt x="171" y="566"/>
                  <a:pt x="171" y="566"/>
                  <a:pt x="171" y="566"/>
                </a:cubicBezTo>
                <a:cubicBezTo>
                  <a:pt x="231" y="566"/>
                  <a:pt x="231" y="566"/>
                  <a:pt x="231" y="566"/>
                </a:cubicBezTo>
                <a:cubicBezTo>
                  <a:pt x="231" y="564"/>
                  <a:pt x="231" y="561"/>
                  <a:pt x="231" y="558"/>
                </a:cubicBezTo>
                <a:cubicBezTo>
                  <a:pt x="205" y="542"/>
                  <a:pt x="183" y="519"/>
                  <a:pt x="169" y="492"/>
                </a:cubicBezTo>
                <a:close/>
                <a:moveTo>
                  <a:pt x="488" y="407"/>
                </a:moveTo>
                <a:cubicBezTo>
                  <a:pt x="488" y="496"/>
                  <a:pt x="415" y="569"/>
                  <a:pt x="326" y="569"/>
                </a:cubicBezTo>
                <a:cubicBezTo>
                  <a:pt x="236" y="569"/>
                  <a:pt x="163" y="496"/>
                  <a:pt x="163" y="407"/>
                </a:cubicBezTo>
                <a:cubicBezTo>
                  <a:pt x="163" y="317"/>
                  <a:pt x="236" y="244"/>
                  <a:pt x="326" y="244"/>
                </a:cubicBezTo>
                <a:cubicBezTo>
                  <a:pt x="415" y="244"/>
                  <a:pt x="488" y="317"/>
                  <a:pt x="488" y="407"/>
                </a:cubicBezTo>
                <a:close/>
                <a:moveTo>
                  <a:pt x="457" y="422"/>
                </a:moveTo>
                <a:cubicBezTo>
                  <a:pt x="426" y="422"/>
                  <a:pt x="426" y="422"/>
                  <a:pt x="426" y="422"/>
                </a:cubicBezTo>
                <a:cubicBezTo>
                  <a:pt x="427" y="417"/>
                  <a:pt x="428" y="412"/>
                  <a:pt x="428" y="407"/>
                </a:cubicBezTo>
                <a:cubicBezTo>
                  <a:pt x="428" y="402"/>
                  <a:pt x="427" y="397"/>
                  <a:pt x="426" y="392"/>
                </a:cubicBezTo>
                <a:cubicBezTo>
                  <a:pt x="457" y="392"/>
                  <a:pt x="457" y="392"/>
                  <a:pt x="457" y="392"/>
                </a:cubicBezTo>
                <a:cubicBezTo>
                  <a:pt x="450" y="331"/>
                  <a:pt x="401" y="282"/>
                  <a:pt x="340" y="275"/>
                </a:cubicBezTo>
                <a:cubicBezTo>
                  <a:pt x="340" y="306"/>
                  <a:pt x="340" y="306"/>
                  <a:pt x="340" y="306"/>
                </a:cubicBezTo>
                <a:cubicBezTo>
                  <a:pt x="335" y="305"/>
                  <a:pt x="331" y="305"/>
                  <a:pt x="326" y="305"/>
                </a:cubicBezTo>
                <a:cubicBezTo>
                  <a:pt x="321" y="305"/>
                  <a:pt x="316" y="305"/>
                  <a:pt x="311" y="306"/>
                </a:cubicBezTo>
                <a:cubicBezTo>
                  <a:pt x="311" y="275"/>
                  <a:pt x="311" y="275"/>
                  <a:pt x="311" y="275"/>
                </a:cubicBezTo>
                <a:cubicBezTo>
                  <a:pt x="250" y="282"/>
                  <a:pt x="201" y="331"/>
                  <a:pt x="194" y="392"/>
                </a:cubicBezTo>
                <a:cubicBezTo>
                  <a:pt x="225" y="392"/>
                  <a:pt x="225" y="392"/>
                  <a:pt x="225" y="392"/>
                </a:cubicBezTo>
                <a:cubicBezTo>
                  <a:pt x="224" y="397"/>
                  <a:pt x="224" y="402"/>
                  <a:pt x="224" y="407"/>
                </a:cubicBezTo>
                <a:cubicBezTo>
                  <a:pt x="224" y="412"/>
                  <a:pt x="224" y="417"/>
                  <a:pt x="225" y="422"/>
                </a:cubicBezTo>
                <a:cubicBezTo>
                  <a:pt x="194" y="422"/>
                  <a:pt x="194" y="422"/>
                  <a:pt x="194" y="422"/>
                </a:cubicBezTo>
                <a:cubicBezTo>
                  <a:pt x="201" y="483"/>
                  <a:pt x="250" y="531"/>
                  <a:pt x="311" y="538"/>
                </a:cubicBezTo>
                <a:cubicBezTo>
                  <a:pt x="311" y="508"/>
                  <a:pt x="311" y="508"/>
                  <a:pt x="311" y="508"/>
                </a:cubicBezTo>
                <a:cubicBezTo>
                  <a:pt x="316" y="508"/>
                  <a:pt x="321" y="509"/>
                  <a:pt x="326" y="509"/>
                </a:cubicBezTo>
                <a:cubicBezTo>
                  <a:pt x="331" y="509"/>
                  <a:pt x="335" y="508"/>
                  <a:pt x="340" y="508"/>
                </a:cubicBezTo>
                <a:cubicBezTo>
                  <a:pt x="340" y="538"/>
                  <a:pt x="340" y="538"/>
                  <a:pt x="340" y="538"/>
                </a:cubicBezTo>
                <a:cubicBezTo>
                  <a:pt x="401" y="531"/>
                  <a:pt x="450" y="483"/>
                  <a:pt x="457" y="422"/>
                </a:cubicBezTo>
                <a:close/>
                <a:moveTo>
                  <a:pt x="269" y="322"/>
                </a:moveTo>
                <a:cubicBezTo>
                  <a:pt x="273" y="319"/>
                  <a:pt x="278" y="317"/>
                  <a:pt x="283" y="314"/>
                </a:cubicBezTo>
                <a:cubicBezTo>
                  <a:pt x="275" y="300"/>
                  <a:pt x="275" y="300"/>
                  <a:pt x="275" y="300"/>
                </a:cubicBezTo>
                <a:cubicBezTo>
                  <a:pt x="273" y="298"/>
                  <a:pt x="271" y="296"/>
                  <a:pt x="268" y="296"/>
                </a:cubicBezTo>
                <a:cubicBezTo>
                  <a:pt x="267" y="296"/>
                  <a:pt x="265" y="297"/>
                  <a:pt x="264" y="297"/>
                </a:cubicBezTo>
                <a:cubicBezTo>
                  <a:pt x="262" y="298"/>
                  <a:pt x="261" y="300"/>
                  <a:pt x="261" y="302"/>
                </a:cubicBezTo>
                <a:cubicBezTo>
                  <a:pt x="260" y="304"/>
                  <a:pt x="260" y="306"/>
                  <a:pt x="261" y="308"/>
                </a:cubicBezTo>
                <a:lnTo>
                  <a:pt x="269" y="322"/>
                </a:lnTo>
                <a:close/>
                <a:moveTo>
                  <a:pt x="387" y="297"/>
                </a:moveTo>
                <a:cubicBezTo>
                  <a:pt x="386" y="297"/>
                  <a:pt x="384" y="296"/>
                  <a:pt x="383" y="296"/>
                </a:cubicBezTo>
                <a:cubicBezTo>
                  <a:pt x="380" y="296"/>
                  <a:pt x="378" y="298"/>
                  <a:pt x="377" y="300"/>
                </a:cubicBezTo>
                <a:cubicBezTo>
                  <a:pt x="369" y="314"/>
                  <a:pt x="369" y="314"/>
                  <a:pt x="369" y="314"/>
                </a:cubicBezTo>
                <a:cubicBezTo>
                  <a:pt x="373" y="317"/>
                  <a:pt x="378" y="319"/>
                  <a:pt x="382" y="322"/>
                </a:cubicBezTo>
                <a:cubicBezTo>
                  <a:pt x="390" y="308"/>
                  <a:pt x="390" y="308"/>
                  <a:pt x="390" y="308"/>
                </a:cubicBezTo>
                <a:cubicBezTo>
                  <a:pt x="392" y="304"/>
                  <a:pt x="391" y="299"/>
                  <a:pt x="387" y="297"/>
                </a:cubicBezTo>
                <a:close/>
                <a:moveTo>
                  <a:pt x="429" y="354"/>
                </a:moveTo>
                <a:cubicBezTo>
                  <a:pt x="431" y="353"/>
                  <a:pt x="432" y="351"/>
                  <a:pt x="433" y="349"/>
                </a:cubicBezTo>
                <a:cubicBezTo>
                  <a:pt x="433" y="347"/>
                  <a:pt x="433" y="345"/>
                  <a:pt x="432" y="344"/>
                </a:cubicBezTo>
                <a:cubicBezTo>
                  <a:pt x="431" y="341"/>
                  <a:pt x="428" y="340"/>
                  <a:pt x="425" y="340"/>
                </a:cubicBezTo>
                <a:cubicBezTo>
                  <a:pt x="424" y="340"/>
                  <a:pt x="423" y="340"/>
                  <a:pt x="421" y="341"/>
                </a:cubicBezTo>
                <a:cubicBezTo>
                  <a:pt x="409" y="348"/>
                  <a:pt x="409" y="348"/>
                  <a:pt x="409" y="348"/>
                </a:cubicBezTo>
                <a:cubicBezTo>
                  <a:pt x="412" y="352"/>
                  <a:pt x="415" y="357"/>
                  <a:pt x="417" y="361"/>
                </a:cubicBezTo>
                <a:lnTo>
                  <a:pt x="429" y="354"/>
                </a:lnTo>
                <a:close/>
                <a:moveTo>
                  <a:pt x="226" y="340"/>
                </a:moveTo>
                <a:cubicBezTo>
                  <a:pt x="223" y="340"/>
                  <a:pt x="221" y="341"/>
                  <a:pt x="219" y="344"/>
                </a:cubicBezTo>
                <a:cubicBezTo>
                  <a:pt x="218" y="345"/>
                  <a:pt x="218" y="347"/>
                  <a:pt x="218" y="349"/>
                </a:cubicBezTo>
                <a:cubicBezTo>
                  <a:pt x="219" y="351"/>
                  <a:pt x="220" y="353"/>
                  <a:pt x="222" y="354"/>
                </a:cubicBezTo>
                <a:cubicBezTo>
                  <a:pt x="234" y="361"/>
                  <a:pt x="234" y="361"/>
                  <a:pt x="234" y="361"/>
                </a:cubicBezTo>
                <a:cubicBezTo>
                  <a:pt x="237" y="357"/>
                  <a:pt x="239" y="352"/>
                  <a:pt x="242" y="348"/>
                </a:cubicBezTo>
                <a:cubicBezTo>
                  <a:pt x="230" y="341"/>
                  <a:pt x="230" y="341"/>
                  <a:pt x="230" y="341"/>
                </a:cubicBezTo>
                <a:cubicBezTo>
                  <a:pt x="228" y="340"/>
                  <a:pt x="227" y="340"/>
                  <a:pt x="226" y="340"/>
                </a:cubicBezTo>
                <a:close/>
                <a:moveTo>
                  <a:pt x="409" y="465"/>
                </a:moveTo>
                <a:cubicBezTo>
                  <a:pt x="421" y="473"/>
                  <a:pt x="421" y="473"/>
                  <a:pt x="421" y="473"/>
                </a:cubicBezTo>
                <a:cubicBezTo>
                  <a:pt x="423" y="473"/>
                  <a:pt x="424" y="474"/>
                  <a:pt x="425" y="474"/>
                </a:cubicBezTo>
                <a:cubicBezTo>
                  <a:pt x="428" y="474"/>
                  <a:pt x="430" y="472"/>
                  <a:pt x="432" y="470"/>
                </a:cubicBezTo>
                <a:cubicBezTo>
                  <a:pt x="433" y="468"/>
                  <a:pt x="433" y="466"/>
                  <a:pt x="433" y="464"/>
                </a:cubicBezTo>
                <a:cubicBezTo>
                  <a:pt x="432" y="462"/>
                  <a:pt x="431" y="460"/>
                  <a:pt x="429" y="459"/>
                </a:cubicBezTo>
                <a:cubicBezTo>
                  <a:pt x="417" y="452"/>
                  <a:pt x="417" y="452"/>
                  <a:pt x="417" y="452"/>
                </a:cubicBezTo>
                <a:cubicBezTo>
                  <a:pt x="415" y="457"/>
                  <a:pt x="412" y="461"/>
                  <a:pt x="409" y="465"/>
                </a:cubicBezTo>
                <a:close/>
                <a:moveTo>
                  <a:pt x="222" y="459"/>
                </a:moveTo>
                <a:cubicBezTo>
                  <a:pt x="220" y="460"/>
                  <a:pt x="219" y="462"/>
                  <a:pt x="219" y="464"/>
                </a:cubicBezTo>
                <a:cubicBezTo>
                  <a:pt x="218" y="466"/>
                  <a:pt x="218" y="468"/>
                  <a:pt x="219" y="470"/>
                </a:cubicBezTo>
                <a:cubicBezTo>
                  <a:pt x="221" y="472"/>
                  <a:pt x="223" y="474"/>
                  <a:pt x="226" y="474"/>
                </a:cubicBezTo>
                <a:cubicBezTo>
                  <a:pt x="227" y="474"/>
                  <a:pt x="228" y="473"/>
                  <a:pt x="230" y="473"/>
                </a:cubicBezTo>
                <a:cubicBezTo>
                  <a:pt x="242" y="465"/>
                  <a:pt x="242" y="465"/>
                  <a:pt x="242" y="465"/>
                </a:cubicBezTo>
                <a:cubicBezTo>
                  <a:pt x="239" y="461"/>
                  <a:pt x="237" y="457"/>
                  <a:pt x="234" y="452"/>
                </a:cubicBezTo>
                <a:lnTo>
                  <a:pt x="222" y="459"/>
                </a:lnTo>
                <a:close/>
                <a:moveTo>
                  <a:pt x="382" y="492"/>
                </a:moveTo>
                <a:cubicBezTo>
                  <a:pt x="378" y="495"/>
                  <a:pt x="373" y="497"/>
                  <a:pt x="369" y="499"/>
                </a:cubicBezTo>
                <a:cubicBezTo>
                  <a:pt x="377" y="513"/>
                  <a:pt x="377" y="513"/>
                  <a:pt x="377" y="513"/>
                </a:cubicBezTo>
                <a:cubicBezTo>
                  <a:pt x="378" y="516"/>
                  <a:pt x="380" y="517"/>
                  <a:pt x="383" y="517"/>
                </a:cubicBezTo>
                <a:cubicBezTo>
                  <a:pt x="384" y="517"/>
                  <a:pt x="386" y="517"/>
                  <a:pt x="387" y="516"/>
                </a:cubicBezTo>
                <a:cubicBezTo>
                  <a:pt x="391" y="514"/>
                  <a:pt x="392" y="509"/>
                  <a:pt x="390" y="506"/>
                </a:cubicBezTo>
                <a:lnTo>
                  <a:pt x="382" y="492"/>
                </a:lnTo>
                <a:close/>
                <a:moveTo>
                  <a:pt x="261" y="506"/>
                </a:moveTo>
                <a:cubicBezTo>
                  <a:pt x="260" y="507"/>
                  <a:pt x="260" y="509"/>
                  <a:pt x="261" y="511"/>
                </a:cubicBezTo>
                <a:cubicBezTo>
                  <a:pt x="261" y="514"/>
                  <a:pt x="262" y="515"/>
                  <a:pt x="264" y="516"/>
                </a:cubicBezTo>
                <a:cubicBezTo>
                  <a:pt x="265" y="517"/>
                  <a:pt x="267" y="517"/>
                  <a:pt x="268" y="517"/>
                </a:cubicBezTo>
                <a:cubicBezTo>
                  <a:pt x="271" y="517"/>
                  <a:pt x="273" y="516"/>
                  <a:pt x="275" y="513"/>
                </a:cubicBezTo>
                <a:cubicBezTo>
                  <a:pt x="283" y="499"/>
                  <a:pt x="283" y="499"/>
                  <a:pt x="283" y="499"/>
                </a:cubicBezTo>
                <a:cubicBezTo>
                  <a:pt x="278" y="497"/>
                  <a:pt x="273" y="495"/>
                  <a:pt x="269" y="492"/>
                </a:cubicBezTo>
                <a:lnTo>
                  <a:pt x="261" y="506"/>
                </a:lnTo>
                <a:close/>
                <a:moveTo>
                  <a:pt x="325" y="395"/>
                </a:moveTo>
                <a:cubicBezTo>
                  <a:pt x="319" y="395"/>
                  <a:pt x="313" y="401"/>
                  <a:pt x="313" y="407"/>
                </a:cubicBezTo>
                <a:cubicBezTo>
                  <a:pt x="313" y="414"/>
                  <a:pt x="319" y="420"/>
                  <a:pt x="325" y="420"/>
                </a:cubicBezTo>
                <a:cubicBezTo>
                  <a:pt x="332" y="420"/>
                  <a:pt x="337" y="414"/>
                  <a:pt x="337" y="407"/>
                </a:cubicBezTo>
                <a:cubicBezTo>
                  <a:pt x="337" y="401"/>
                  <a:pt x="332" y="395"/>
                  <a:pt x="325" y="395"/>
                </a:cubicBezTo>
                <a:close/>
                <a:moveTo>
                  <a:pt x="335" y="392"/>
                </a:moveTo>
                <a:cubicBezTo>
                  <a:pt x="334" y="344"/>
                  <a:pt x="334" y="344"/>
                  <a:pt x="334" y="344"/>
                </a:cubicBezTo>
                <a:cubicBezTo>
                  <a:pt x="334" y="339"/>
                  <a:pt x="330" y="334"/>
                  <a:pt x="324" y="334"/>
                </a:cubicBezTo>
                <a:cubicBezTo>
                  <a:pt x="319" y="334"/>
                  <a:pt x="314" y="339"/>
                  <a:pt x="315" y="345"/>
                </a:cubicBezTo>
                <a:cubicBezTo>
                  <a:pt x="315" y="372"/>
                  <a:pt x="315" y="372"/>
                  <a:pt x="315" y="372"/>
                </a:cubicBezTo>
                <a:cubicBezTo>
                  <a:pt x="292" y="330"/>
                  <a:pt x="292" y="330"/>
                  <a:pt x="292" y="330"/>
                </a:cubicBezTo>
                <a:cubicBezTo>
                  <a:pt x="290" y="327"/>
                  <a:pt x="286" y="326"/>
                  <a:pt x="283" y="328"/>
                </a:cubicBezTo>
                <a:cubicBezTo>
                  <a:pt x="280" y="330"/>
                  <a:pt x="279" y="334"/>
                  <a:pt x="281" y="337"/>
                </a:cubicBezTo>
                <a:cubicBezTo>
                  <a:pt x="313" y="394"/>
                  <a:pt x="313" y="394"/>
                  <a:pt x="313" y="394"/>
                </a:cubicBezTo>
                <a:cubicBezTo>
                  <a:pt x="316" y="390"/>
                  <a:pt x="320" y="389"/>
                  <a:pt x="325" y="389"/>
                </a:cubicBezTo>
                <a:cubicBezTo>
                  <a:pt x="329" y="389"/>
                  <a:pt x="332" y="390"/>
                  <a:pt x="335" y="392"/>
                </a:cubicBezTo>
                <a:close/>
              </a:path>
            </a:pathLst>
          </a:custGeom>
          <a:solidFill>
            <a:srgbClr val="679E2A"/>
          </a:solidFill>
          <a:ln>
            <a:noFill/>
          </a:ln>
        </p:spPr>
        <p:txBody>
          <a:bodyPr vert="horz" wrap="square" lIns="68580" tIns="34290" rIns="68580" bIns="34290" numCol="1" anchor="t" anchorCtr="0" compatLnSpc="1"/>
          <a:lstStyle/>
          <a:p>
            <a:endParaRPr lang="zh-CN" altLang="en-US"/>
          </a:p>
        </p:txBody>
      </p:sp>
      <p:sp>
        <p:nvSpPr>
          <p:cNvPr id="100" name="Freeform 26"/>
          <p:cNvSpPr/>
          <p:nvPr>
            <p:custDataLst>
              <p:tags r:id="rId11"/>
            </p:custDataLst>
          </p:nvPr>
        </p:nvSpPr>
        <p:spPr bwMode="auto">
          <a:xfrm>
            <a:off x="7155004" y="3521559"/>
            <a:ext cx="441725" cy="434454"/>
          </a:xfrm>
          <a:custGeom>
            <a:avLst/>
            <a:gdLst>
              <a:gd name="T0" fmla="*/ 405 w 415"/>
              <a:gd name="T1" fmla="*/ 359 h 408"/>
              <a:gd name="T2" fmla="*/ 358 w 415"/>
              <a:gd name="T3" fmla="*/ 313 h 408"/>
              <a:gd name="T4" fmla="*/ 317 w 415"/>
              <a:gd name="T5" fmla="*/ 324 h 408"/>
              <a:gd name="T6" fmla="*/ 306 w 415"/>
              <a:gd name="T7" fmla="*/ 365 h 408"/>
              <a:gd name="T8" fmla="*/ 346 w 415"/>
              <a:gd name="T9" fmla="*/ 405 h 408"/>
              <a:gd name="T10" fmla="*/ 284 w 415"/>
              <a:gd name="T11" fmla="*/ 384 h 408"/>
              <a:gd name="T12" fmla="*/ 267 w 415"/>
              <a:gd name="T13" fmla="*/ 304 h 408"/>
              <a:gd name="T14" fmla="*/ 210 w 415"/>
              <a:gd name="T15" fmla="*/ 247 h 408"/>
              <a:gd name="T16" fmla="*/ 76 w 415"/>
              <a:gd name="T17" fmla="*/ 381 h 408"/>
              <a:gd name="T18" fmla="*/ 37 w 415"/>
              <a:gd name="T19" fmla="*/ 381 h 408"/>
              <a:gd name="T20" fmla="*/ 35 w 415"/>
              <a:gd name="T21" fmla="*/ 379 h 408"/>
              <a:gd name="T22" fmla="*/ 35 w 415"/>
              <a:gd name="T23" fmla="*/ 340 h 408"/>
              <a:gd name="T24" fmla="*/ 169 w 415"/>
              <a:gd name="T25" fmla="*/ 206 h 408"/>
              <a:gd name="T26" fmla="*/ 106 w 415"/>
              <a:gd name="T27" fmla="*/ 143 h 408"/>
              <a:gd name="T28" fmla="*/ 26 w 415"/>
              <a:gd name="T29" fmla="*/ 127 h 408"/>
              <a:gd name="T30" fmla="*/ 8 w 415"/>
              <a:gd name="T31" fmla="*/ 53 h 408"/>
              <a:gd name="T32" fmla="*/ 50 w 415"/>
              <a:gd name="T33" fmla="*/ 95 h 408"/>
              <a:gd name="T34" fmla="*/ 101 w 415"/>
              <a:gd name="T35" fmla="*/ 82 h 408"/>
              <a:gd name="T36" fmla="*/ 114 w 415"/>
              <a:gd name="T37" fmla="*/ 32 h 408"/>
              <a:gd name="T38" fmla="*/ 83 w 415"/>
              <a:gd name="T39" fmla="*/ 0 h 408"/>
              <a:gd name="T40" fmla="*/ 131 w 415"/>
              <a:gd name="T41" fmla="*/ 22 h 408"/>
              <a:gd name="T42" fmla="*/ 147 w 415"/>
              <a:gd name="T43" fmla="*/ 102 h 408"/>
              <a:gd name="T44" fmla="*/ 218 w 415"/>
              <a:gd name="T45" fmla="*/ 173 h 408"/>
              <a:gd name="T46" fmla="*/ 301 w 415"/>
              <a:gd name="T47" fmla="*/ 91 h 408"/>
              <a:gd name="T48" fmla="*/ 304 w 415"/>
              <a:gd name="T49" fmla="*/ 68 h 408"/>
              <a:gd name="T50" fmla="*/ 366 w 415"/>
              <a:gd name="T51" fmla="*/ 28 h 408"/>
              <a:gd name="T52" fmla="*/ 388 w 415"/>
              <a:gd name="T53" fmla="*/ 50 h 408"/>
              <a:gd name="T54" fmla="*/ 348 w 415"/>
              <a:gd name="T55" fmla="*/ 112 h 408"/>
              <a:gd name="T56" fmla="*/ 325 w 415"/>
              <a:gd name="T57" fmla="*/ 115 h 408"/>
              <a:gd name="T58" fmla="*/ 243 w 415"/>
              <a:gd name="T59" fmla="*/ 197 h 408"/>
              <a:gd name="T60" fmla="*/ 309 w 415"/>
              <a:gd name="T61" fmla="*/ 263 h 408"/>
              <a:gd name="T62" fmla="*/ 388 w 415"/>
              <a:gd name="T63" fmla="*/ 279 h 408"/>
              <a:gd name="T64" fmla="*/ 405 w 415"/>
              <a:gd name="T65" fmla="*/ 359 h 4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15" h="408">
                <a:moveTo>
                  <a:pt x="405" y="359"/>
                </a:moveTo>
                <a:cubicBezTo>
                  <a:pt x="358" y="313"/>
                  <a:pt x="358" y="313"/>
                  <a:pt x="358" y="313"/>
                </a:cubicBezTo>
                <a:cubicBezTo>
                  <a:pt x="317" y="324"/>
                  <a:pt x="317" y="324"/>
                  <a:pt x="317" y="324"/>
                </a:cubicBezTo>
                <a:cubicBezTo>
                  <a:pt x="306" y="365"/>
                  <a:pt x="306" y="365"/>
                  <a:pt x="306" y="365"/>
                </a:cubicBezTo>
                <a:cubicBezTo>
                  <a:pt x="346" y="405"/>
                  <a:pt x="346" y="405"/>
                  <a:pt x="346" y="405"/>
                </a:cubicBezTo>
                <a:cubicBezTo>
                  <a:pt x="324" y="408"/>
                  <a:pt x="301" y="401"/>
                  <a:pt x="284" y="384"/>
                </a:cubicBezTo>
                <a:cubicBezTo>
                  <a:pt x="262" y="363"/>
                  <a:pt x="257" y="331"/>
                  <a:pt x="267" y="304"/>
                </a:cubicBezTo>
                <a:cubicBezTo>
                  <a:pt x="210" y="247"/>
                  <a:pt x="210" y="247"/>
                  <a:pt x="210" y="247"/>
                </a:cubicBezTo>
                <a:cubicBezTo>
                  <a:pt x="76" y="381"/>
                  <a:pt x="76" y="381"/>
                  <a:pt x="76" y="381"/>
                </a:cubicBezTo>
                <a:cubicBezTo>
                  <a:pt x="65" y="392"/>
                  <a:pt x="48" y="392"/>
                  <a:pt x="37" y="381"/>
                </a:cubicBezTo>
                <a:cubicBezTo>
                  <a:pt x="35" y="379"/>
                  <a:pt x="35" y="379"/>
                  <a:pt x="35" y="379"/>
                </a:cubicBezTo>
                <a:cubicBezTo>
                  <a:pt x="24" y="368"/>
                  <a:pt x="24" y="351"/>
                  <a:pt x="35" y="340"/>
                </a:cubicBezTo>
                <a:cubicBezTo>
                  <a:pt x="169" y="206"/>
                  <a:pt x="169" y="206"/>
                  <a:pt x="169" y="206"/>
                </a:cubicBezTo>
                <a:cubicBezTo>
                  <a:pt x="106" y="143"/>
                  <a:pt x="106" y="143"/>
                  <a:pt x="106" y="143"/>
                </a:cubicBezTo>
                <a:cubicBezTo>
                  <a:pt x="79" y="154"/>
                  <a:pt x="48" y="148"/>
                  <a:pt x="26" y="127"/>
                </a:cubicBezTo>
                <a:cubicBezTo>
                  <a:pt x="6" y="107"/>
                  <a:pt x="0" y="78"/>
                  <a:pt x="8" y="53"/>
                </a:cubicBezTo>
                <a:cubicBezTo>
                  <a:pt x="50" y="95"/>
                  <a:pt x="50" y="95"/>
                  <a:pt x="50" y="95"/>
                </a:cubicBezTo>
                <a:cubicBezTo>
                  <a:pt x="101" y="82"/>
                  <a:pt x="101" y="82"/>
                  <a:pt x="101" y="82"/>
                </a:cubicBezTo>
                <a:cubicBezTo>
                  <a:pt x="114" y="32"/>
                  <a:pt x="114" y="32"/>
                  <a:pt x="114" y="32"/>
                </a:cubicBezTo>
                <a:cubicBezTo>
                  <a:pt x="83" y="0"/>
                  <a:pt x="83" y="0"/>
                  <a:pt x="83" y="0"/>
                </a:cubicBezTo>
                <a:cubicBezTo>
                  <a:pt x="100" y="2"/>
                  <a:pt x="117" y="9"/>
                  <a:pt x="131" y="22"/>
                </a:cubicBezTo>
                <a:cubicBezTo>
                  <a:pt x="152" y="44"/>
                  <a:pt x="158" y="75"/>
                  <a:pt x="147" y="102"/>
                </a:cubicBezTo>
                <a:cubicBezTo>
                  <a:pt x="218" y="173"/>
                  <a:pt x="218" y="173"/>
                  <a:pt x="218" y="173"/>
                </a:cubicBezTo>
                <a:cubicBezTo>
                  <a:pt x="301" y="91"/>
                  <a:pt x="301" y="91"/>
                  <a:pt x="301" y="91"/>
                </a:cubicBezTo>
                <a:cubicBezTo>
                  <a:pt x="304" y="68"/>
                  <a:pt x="304" y="68"/>
                  <a:pt x="304" y="68"/>
                </a:cubicBezTo>
                <a:cubicBezTo>
                  <a:pt x="366" y="28"/>
                  <a:pt x="366" y="28"/>
                  <a:pt x="366" y="28"/>
                </a:cubicBezTo>
                <a:cubicBezTo>
                  <a:pt x="388" y="50"/>
                  <a:pt x="388" y="50"/>
                  <a:pt x="388" y="50"/>
                </a:cubicBezTo>
                <a:cubicBezTo>
                  <a:pt x="348" y="112"/>
                  <a:pt x="348" y="112"/>
                  <a:pt x="348" y="112"/>
                </a:cubicBezTo>
                <a:cubicBezTo>
                  <a:pt x="325" y="115"/>
                  <a:pt x="325" y="115"/>
                  <a:pt x="325" y="115"/>
                </a:cubicBezTo>
                <a:cubicBezTo>
                  <a:pt x="243" y="197"/>
                  <a:pt x="243" y="197"/>
                  <a:pt x="243" y="197"/>
                </a:cubicBezTo>
                <a:cubicBezTo>
                  <a:pt x="309" y="263"/>
                  <a:pt x="309" y="263"/>
                  <a:pt x="309" y="263"/>
                </a:cubicBezTo>
                <a:cubicBezTo>
                  <a:pt x="335" y="252"/>
                  <a:pt x="367" y="258"/>
                  <a:pt x="388" y="279"/>
                </a:cubicBezTo>
                <a:cubicBezTo>
                  <a:pt x="410" y="301"/>
                  <a:pt x="415" y="333"/>
                  <a:pt x="405" y="359"/>
                </a:cubicBezTo>
                <a:close/>
              </a:path>
            </a:pathLst>
          </a:custGeom>
          <a:solidFill>
            <a:schemeClr val="bg1"/>
          </a:solidFill>
          <a:ln>
            <a:noFill/>
          </a:ln>
        </p:spPr>
        <p:txBody>
          <a:bodyPr vert="horz" wrap="square" lIns="68580" tIns="34290" rIns="68580" bIns="34290" numCol="1" anchor="t" anchorCtr="0" compatLnSpc="1"/>
          <a:lstStyle/>
          <a:p>
            <a:endParaRPr lang="zh-CN" altLang="en-US"/>
          </a:p>
        </p:txBody>
      </p:sp>
      <p:sp>
        <p:nvSpPr>
          <p:cNvPr id="151" name="Freeform 39"/>
          <p:cNvSpPr>
            <a:spLocks noEditPoints="1"/>
          </p:cNvSpPr>
          <p:nvPr>
            <p:custDataLst>
              <p:tags r:id="rId12"/>
            </p:custDataLst>
          </p:nvPr>
        </p:nvSpPr>
        <p:spPr bwMode="auto">
          <a:xfrm>
            <a:off x="3325810" y="3523812"/>
            <a:ext cx="624722" cy="432201"/>
          </a:xfrm>
          <a:custGeom>
            <a:avLst/>
            <a:gdLst>
              <a:gd name="T0" fmla="*/ 516 w 587"/>
              <a:gd name="T1" fmla="*/ 202 h 406"/>
              <a:gd name="T2" fmla="*/ 159 w 587"/>
              <a:gd name="T3" fmla="*/ 398 h 406"/>
              <a:gd name="T4" fmla="*/ 425 w 587"/>
              <a:gd name="T5" fmla="*/ 202 h 406"/>
              <a:gd name="T6" fmla="*/ 164 w 587"/>
              <a:gd name="T7" fmla="*/ 40 h 406"/>
              <a:gd name="T8" fmla="*/ 107 w 587"/>
              <a:gd name="T9" fmla="*/ 34 h 406"/>
              <a:gd name="T10" fmla="*/ 446 w 587"/>
              <a:gd name="T11" fmla="*/ 154 h 406"/>
              <a:gd name="T12" fmla="*/ 543 w 587"/>
              <a:gd name="T13" fmla="*/ 123 h 406"/>
              <a:gd name="T14" fmla="*/ 500 w 587"/>
              <a:gd name="T15" fmla="*/ 13 h 406"/>
              <a:gd name="T16" fmla="*/ 457 w 587"/>
              <a:gd name="T17" fmla="*/ 123 h 406"/>
              <a:gd name="T18" fmla="*/ 553 w 587"/>
              <a:gd name="T19" fmla="*/ 171 h 406"/>
              <a:gd name="T20" fmla="*/ 545 w 587"/>
              <a:gd name="T21" fmla="*/ 183 h 406"/>
              <a:gd name="T22" fmla="*/ 220 w 587"/>
              <a:gd name="T23" fmla="*/ 194 h 406"/>
              <a:gd name="T24" fmla="*/ 208 w 587"/>
              <a:gd name="T25" fmla="*/ 194 h 406"/>
              <a:gd name="T26" fmla="*/ 152 w 587"/>
              <a:gd name="T27" fmla="*/ 204 h 406"/>
              <a:gd name="T28" fmla="*/ 248 w 587"/>
              <a:gd name="T29" fmla="*/ 338 h 406"/>
              <a:gd name="T30" fmla="*/ 170 w 587"/>
              <a:gd name="T31" fmla="*/ 280 h 406"/>
              <a:gd name="T32" fmla="*/ 175 w 587"/>
              <a:gd name="T33" fmla="*/ 372 h 406"/>
              <a:gd name="T34" fmla="*/ 82 w 587"/>
              <a:gd name="T35" fmla="*/ 232 h 406"/>
              <a:gd name="T36" fmla="*/ 64 w 587"/>
              <a:gd name="T37" fmla="*/ 230 h 406"/>
              <a:gd name="T38" fmla="*/ 33 w 587"/>
              <a:gd name="T39" fmla="*/ 214 h 406"/>
              <a:gd name="T40" fmla="*/ 56 w 587"/>
              <a:gd name="T41" fmla="*/ 287 h 406"/>
              <a:gd name="T42" fmla="*/ 97 w 587"/>
              <a:gd name="T43" fmla="*/ 350 h 406"/>
              <a:gd name="T44" fmla="*/ 86 w 587"/>
              <a:gd name="T45" fmla="*/ 370 h 406"/>
              <a:gd name="T46" fmla="*/ 33 w 587"/>
              <a:gd name="T47" fmla="*/ 373 h 406"/>
              <a:gd name="T48" fmla="*/ 14 w 587"/>
              <a:gd name="T49" fmla="*/ 377 h 406"/>
              <a:gd name="T50" fmla="*/ 14 w 587"/>
              <a:gd name="T51" fmla="*/ 347 h 406"/>
              <a:gd name="T52" fmla="*/ 34 w 587"/>
              <a:gd name="T53" fmla="*/ 290 h 406"/>
              <a:gd name="T54" fmla="*/ 12 w 587"/>
              <a:gd name="T55" fmla="*/ 204 h 406"/>
              <a:gd name="T56" fmla="*/ 33 w 587"/>
              <a:gd name="T57" fmla="*/ 167 h 406"/>
              <a:gd name="T58" fmla="*/ 28 w 587"/>
              <a:gd name="T59" fmla="*/ 165 h 406"/>
              <a:gd name="T60" fmla="*/ 27 w 587"/>
              <a:gd name="T61" fmla="*/ 164 h 406"/>
              <a:gd name="T62" fmla="*/ 21 w 587"/>
              <a:gd name="T63" fmla="*/ 134 h 406"/>
              <a:gd name="T64" fmla="*/ 22 w 587"/>
              <a:gd name="T65" fmla="*/ 133 h 406"/>
              <a:gd name="T66" fmla="*/ 30 w 587"/>
              <a:gd name="T67" fmla="*/ 125 h 406"/>
              <a:gd name="T68" fmla="*/ 71 w 587"/>
              <a:gd name="T69" fmla="*/ 89 h 406"/>
              <a:gd name="T70" fmla="*/ 116 w 587"/>
              <a:gd name="T71" fmla="*/ 78 h 406"/>
              <a:gd name="T72" fmla="*/ 109 w 587"/>
              <a:gd name="T73" fmla="*/ 89 h 406"/>
              <a:gd name="T74" fmla="*/ 113 w 587"/>
              <a:gd name="T75" fmla="*/ 108 h 406"/>
              <a:gd name="T76" fmla="*/ 126 w 587"/>
              <a:gd name="T77" fmla="*/ 92 h 406"/>
              <a:gd name="T78" fmla="*/ 127 w 587"/>
              <a:gd name="T79" fmla="*/ 76 h 406"/>
              <a:gd name="T80" fmla="*/ 135 w 587"/>
              <a:gd name="T81" fmla="*/ 90 h 406"/>
              <a:gd name="T82" fmla="*/ 134 w 587"/>
              <a:gd name="T83" fmla="*/ 150 h 406"/>
              <a:gd name="T84" fmla="*/ 142 w 587"/>
              <a:gd name="T85" fmla="*/ 97 h 406"/>
              <a:gd name="T86" fmla="*/ 186 w 587"/>
              <a:gd name="T87" fmla="*/ 142 h 406"/>
              <a:gd name="T88" fmla="*/ 230 w 587"/>
              <a:gd name="T89" fmla="*/ 171 h 406"/>
              <a:gd name="T90" fmla="*/ 419 w 587"/>
              <a:gd name="T91" fmla="*/ 171 h 406"/>
              <a:gd name="T92" fmla="*/ 542 w 587"/>
              <a:gd name="T93" fmla="*/ 159 h 406"/>
              <a:gd name="T94" fmla="*/ 167 w 587"/>
              <a:gd name="T95" fmla="*/ 171 h 406"/>
              <a:gd name="T96" fmla="*/ 148 w 587"/>
              <a:gd name="T97" fmla="*/ 151 h 406"/>
              <a:gd name="T98" fmla="*/ 167 w 587"/>
              <a:gd name="T99" fmla="*/ 171 h 4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87" h="406">
                <a:moveTo>
                  <a:pt x="425" y="202"/>
                </a:moveTo>
                <a:cubicBezTo>
                  <a:pt x="516" y="202"/>
                  <a:pt x="516" y="202"/>
                  <a:pt x="516" y="202"/>
                </a:cubicBezTo>
                <a:cubicBezTo>
                  <a:pt x="457" y="324"/>
                  <a:pt x="330" y="406"/>
                  <a:pt x="186" y="400"/>
                </a:cubicBezTo>
                <a:cubicBezTo>
                  <a:pt x="177" y="400"/>
                  <a:pt x="168" y="399"/>
                  <a:pt x="159" y="398"/>
                </a:cubicBezTo>
                <a:cubicBezTo>
                  <a:pt x="287" y="370"/>
                  <a:pt x="372" y="300"/>
                  <a:pt x="424" y="202"/>
                </a:cubicBezTo>
                <a:cubicBezTo>
                  <a:pt x="424" y="202"/>
                  <a:pt x="425" y="202"/>
                  <a:pt x="425" y="202"/>
                </a:cubicBezTo>
                <a:close/>
                <a:moveTo>
                  <a:pt x="131" y="72"/>
                </a:moveTo>
                <a:cubicBezTo>
                  <a:pt x="147" y="74"/>
                  <a:pt x="162" y="60"/>
                  <a:pt x="164" y="40"/>
                </a:cubicBezTo>
                <a:cubicBezTo>
                  <a:pt x="166" y="21"/>
                  <a:pt x="155" y="4"/>
                  <a:pt x="139" y="2"/>
                </a:cubicBezTo>
                <a:cubicBezTo>
                  <a:pt x="123" y="0"/>
                  <a:pt x="109" y="14"/>
                  <a:pt x="107" y="34"/>
                </a:cubicBezTo>
                <a:cubicBezTo>
                  <a:pt x="105" y="53"/>
                  <a:pt x="116" y="71"/>
                  <a:pt x="131" y="72"/>
                </a:cubicBezTo>
                <a:close/>
                <a:moveTo>
                  <a:pt x="446" y="154"/>
                </a:moveTo>
                <a:cubicBezTo>
                  <a:pt x="535" y="154"/>
                  <a:pt x="535" y="154"/>
                  <a:pt x="535" y="154"/>
                </a:cubicBezTo>
                <a:cubicBezTo>
                  <a:pt x="538" y="144"/>
                  <a:pt x="541" y="133"/>
                  <a:pt x="543" y="123"/>
                </a:cubicBezTo>
                <a:cubicBezTo>
                  <a:pt x="587" y="123"/>
                  <a:pt x="587" y="123"/>
                  <a:pt x="587" y="123"/>
                </a:cubicBezTo>
                <a:cubicBezTo>
                  <a:pt x="500" y="13"/>
                  <a:pt x="500" y="13"/>
                  <a:pt x="500" y="13"/>
                </a:cubicBezTo>
                <a:cubicBezTo>
                  <a:pt x="413" y="122"/>
                  <a:pt x="413" y="122"/>
                  <a:pt x="413" y="122"/>
                </a:cubicBezTo>
                <a:cubicBezTo>
                  <a:pt x="457" y="123"/>
                  <a:pt x="457" y="123"/>
                  <a:pt x="457" y="123"/>
                </a:cubicBezTo>
                <a:cubicBezTo>
                  <a:pt x="454" y="133"/>
                  <a:pt x="450" y="144"/>
                  <a:pt x="446" y="154"/>
                </a:cubicBezTo>
                <a:close/>
                <a:moveTo>
                  <a:pt x="553" y="171"/>
                </a:moveTo>
                <a:cubicBezTo>
                  <a:pt x="553" y="176"/>
                  <a:pt x="549" y="180"/>
                  <a:pt x="545" y="181"/>
                </a:cubicBezTo>
                <a:cubicBezTo>
                  <a:pt x="545" y="182"/>
                  <a:pt x="545" y="182"/>
                  <a:pt x="545" y="183"/>
                </a:cubicBezTo>
                <a:cubicBezTo>
                  <a:pt x="545" y="189"/>
                  <a:pt x="540" y="194"/>
                  <a:pt x="534" y="194"/>
                </a:cubicBezTo>
                <a:cubicBezTo>
                  <a:pt x="220" y="194"/>
                  <a:pt x="220" y="194"/>
                  <a:pt x="220" y="194"/>
                </a:cubicBezTo>
                <a:cubicBezTo>
                  <a:pt x="219" y="196"/>
                  <a:pt x="218" y="197"/>
                  <a:pt x="217" y="199"/>
                </a:cubicBezTo>
                <a:cubicBezTo>
                  <a:pt x="214" y="197"/>
                  <a:pt x="211" y="195"/>
                  <a:pt x="208" y="194"/>
                </a:cubicBezTo>
                <a:cubicBezTo>
                  <a:pt x="151" y="194"/>
                  <a:pt x="151" y="194"/>
                  <a:pt x="151" y="194"/>
                </a:cubicBezTo>
                <a:cubicBezTo>
                  <a:pt x="152" y="197"/>
                  <a:pt x="152" y="200"/>
                  <a:pt x="152" y="204"/>
                </a:cubicBezTo>
                <a:cubicBezTo>
                  <a:pt x="161" y="212"/>
                  <a:pt x="175" y="223"/>
                  <a:pt x="190" y="236"/>
                </a:cubicBezTo>
                <a:cubicBezTo>
                  <a:pt x="220" y="277"/>
                  <a:pt x="231" y="309"/>
                  <a:pt x="248" y="338"/>
                </a:cubicBezTo>
                <a:cubicBezTo>
                  <a:pt x="213" y="356"/>
                  <a:pt x="213" y="356"/>
                  <a:pt x="213" y="356"/>
                </a:cubicBezTo>
                <a:cubicBezTo>
                  <a:pt x="170" y="280"/>
                  <a:pt x="170" y="280"/>
                  <a:pt x="170" y="280"/>
                </a:cubicBezTo>
                <a:cubicBezTo>
                  <a:pt x="167" y="271"/>
                  <a:pt x="150" y="258"/>
                  <a:pt x="134" y="245"/>
                </a:cubicBezTo>
                <a:cubicBezTo>
                  <a:pt x="147" y="280"/>
                  <a:pt x="166" y="337"/>
                  <a:pt x="175" y="372"/>
                </a:cubicBezTo>
                <a:cubicBezTo>
                  <a:pt x="138" y="383"/>
                  <a:pt x="138" y="383"/>
                  <a:pt x="138" y="383"/>
                </a:cubicBezTo>
                <a:cubicBezTo>
                  <a:pt x="121" y="331"/>
                  <a:pt x="103" y="282"/>
                  <a:pt x="82" y="232"/>
                </a:cubicBezTo>
                <a:cubicBezTo>
                  <a:pt x="76" y="232"/>
                  <a:pt x="70" y="231"/>
                  <a:pt x="64" y="231"/>
                </a:cubicBezTo>
                <a:cubicBezTo>
                  <a:pt x="64" y="231"/>
                  <a:pt x="64" y="231"/>
                  <a:pt x="64" y="230"/>
                </a:cubicBezTo>
                <a:cubicBezTo>
                  <a:pt x="64" y="218"/>
                  <a:pt x="65" y="207"/>
                  <a:pt x="65" y="195"/>
                </a:cubicBezTo>
                <a:cubicBezTo>
                  <a:pt x="54" y="195"/>
                  <a:pt x="40" y="199"/>
                  <a:pt x="33" y="214"/>
                </a:cubicBezTo>
                <a:cubicBezTo>
                  <a:pt x="26" y="227"/>
                  <a:pt x="31" y="237"/>
                  <a:pt x="41" y="253"/>
                </a:cubicBezTo>
                <a:cubicBezTo>
                  <a:pt x="47" y="262"/>
                  <a:pt x="54" y="274"/>
                  <a:pt x="56" y="287"/>
                </a:cubicBezTo>
                <a:cubicBezTo>
                  <a:pt x="58" y="300"/>
                  <a:pt x="56" y="320"/>
                  <a:pt x="52" y="338"/>
                </a:cubicBezTo>
                <a:cubicBezTo>
                  <a:pt x="66" y="338"/>
                  <a:pt x="82" y="341"/>
                  <a:pt x="97" y="350"/>
                </a:cubicBezTo>
                <a:cubicBezTo>
                  <a:pt x="103" y="353"/>
                  <a:pt x="104" y="360"/>
                  <a:pt x="101" y="366"/>
                </a:cubicBezTo>
                <a:cubicBezTo>
                  <a:pt x="98" y="371"/>
                  <a:pt x="91" y="373"/>
                  <a:pt x="86" y="370"/>
                </a:cubicBezTo>
                <a:cubicBezTo>
                  <a:pt x="71" y="360"/>
                  <a:pt x="55" y="359"/>
                  <a:pt x="43" y="361"/>
                </a:cubicBezTo>
                <a:cubicBezTo>
                  <a:pt x="40" y="366"/>
                  <a:pt x="37" y="370"/>
                  <a:pt x="33" y="373"/>
                </a:cubicBezTo>
                <a:cubicBezTo>
                  <a:pt x="29" y="376"/>
                  <a:pt x="25" y="378"/>
                  <a:pt x="21" y="378"/>
                </a:cubicBezTo>
                <a:cubicBezTo>
                  <a:pt x="19" y="378"/>
                  <a:pt x="16" y="377"/>
                  <a:pt x="14" y="377"/>
                </a:cubicBezTo>
                <a:cubicBezTo>
                  <a:pt x="6" y="373"/>
                  <a:pt x="4" y="367"/>
                  <a:pt x="4" y="364"/>
                </a:cubicBezTo>
                <a:cubicBezTo>
                  <a:pt x="3" y="360"/>
                  <a:pt x="4" y="353"/>
                  <a:pt x="14" y="347"/>
                </a:cubicBezTo>
                <a:cubicBezTo>
                  <a:pt x="17" y="345"/>
                  <a:pt x="22" y="343"/>
                  <a:pt x="27" y="342"/>
                </a:cubicBezTo>
                <a:cubicBezTo>
                  <a:pt x="32" y="327"/>
                  <a:pt x="36" y="306"/>
                  <a:pt x="34" y="290"/>
                </a:cubicBezTo>
                <a:cubicBezTo>
                  <a:pt x="32" y="281"/>
                  <a:pt x="27" y="273"/>
                  <a:pt x="22" y="264"/>
                </a:cubicBezTo>
                <a:cubicBezTo>
                  <a:pt x="12" y="249"/>
                  <a:pt x="0" y="229"/>
                  <a:pt x="12" y="204"/>
                </a:cubicBezTo>
                <a:cubicBezTo>
                  <a:pt x="21" y="186"/>
                  <a:pt x="36" y="177"/>
                  <a:pt x="51" y="174"/>
                </a:cubicBezTo>
                <a:cubicBezTo>
                  <a:pt x="33" y="167"/>
                  <a:pt x="33" y="167"/>
                  <a:pt x="33" y="167"/>
                </a:cubicBezTo>
                <a:cubicBezTo>
                  <a:pt x="29" y="165"/>
                  <a:pt x="29" y="165"/>
                  <a:pt x="29" y="165"/>
                </a:cubicBezTo>
                <a:cubicBezTo>
                  <a:pt x="28" y="165"/>
                  <a:pt x="28" y="165"/>
                  <a:pt x="28" y="165"/>
                </a:cubicBezTo>
                <a:cubicBezTo>
                  <a:pt x="28" y="164"/>
                  <a:pt x="28" y="164"/>
                  <a:pt x="28" y="164"/>
                </a:cubicBezTo>
                <a:cubicBezTo>
                  <a:pt x="27" y="164"/>
                  <a:pt x="27" y="164"/>
                  <a:pt x="27" y="164"/>
                </a:cubicBezTo>
                <a:cubicBezTo>
                  <a:pt x="15" y="103"/>
                  <a:pt x="24" y="147"/>
                  <a:pt x="21" y="134"/>
                </a:cubicBezTo>
                <a:cubicBezTo>
                  <a:pt x="21" y="134"/>
                  <a:pt x="21" y="134"/>
                  <a:pt x="21" y="134"/>
                </a:cubicBezTo>
                <a:cubicBezTo>
                  <a:pt x="21" y="134"/>
                  <a:pt x="21" y="134"/>
                  <a:pt x="21" y="134"/>
                </a:cubicBezTo>
                <a:cubicBezTo>
                  <a:pt x="22" y="133"/>
                  <a:pt x="22" y="133"/>
                  <a:pt x="22" y="133"/>
                </a:cubicBezTo>
                <a:cubicBezTo>
                  <a:pt x="23" y="132"/>
                  <a:pt x="23" y="132"/>
                  <a:pt x="23" y="132"/>
                </a:cubicBezTo>
                <a:cubicBezTo>
                  <a:pt x="30" y="125"/>
                  <a:pt x="30" y="125"/>
                  <a:pt x="30" y="125"/>
                </a:cubicBezTo>
                <a:cubicBezTo>
                  <a:pt x="44" y="113"/>
                  <a:pt x="44" y="113"/>
                  <a:pt x="44" y="113"/>
                </a:cubicBezTo>
                <a:cubicBezTo>
                  <a:pt x="71" y="89"/>
                  <a:pt x="71" y="89"/>
                  <a:pt x="71" y="89"/>
                </a:cubicBezTo>
                <a:cubicBezTo>
                  <a:pt x="76" y="84"/>
                  <a:pt x="87" y="79"/>
                  <a:pt x="90" y="79"/>
                </a:cubicBezTo>
                <a:cubicBezTo>
                  <a:pt x="101" y="77"/>
                  <a:pt x="108" y="77"/>
                  <a:pt x="116" y="78"/>
                </a:cubicBezTo>
                <a:cubicBezTo>
                  <a:pt x="116" y="79"/>
                  <a:pt x="116" y="79"/>
                  <a:pt x="116" y="79"/>
                </a:cubicBezTo>
                <a:cubicBezTo>
                  <a:pt x="109" y="89"/>
                  <a:pt x="109" y="89"/>
                  <a:pt x="109" y="89"/>
                </a:cubicBezTo>
                <a:cubicBezTo>
                  <a:pt x="117" y="97"/>
                  <a:pt x="117" y="97"/>
                  <a:pt x="117" y="97"/>
                </a:cubicBezTo>
                <a:cubicBezTo>
                  <a:pt x="113" y="108"/>
                  <a:pt x="113" y="108"/>
                  <a:pt x="113" y="108"/>
                </a:cubicBezTo>
                <a:cubicBezTo>
                  <a:pt x="123" y="150"/>
                  <a:pt x="123" y="150"/>
                  <a:pt x="123" y="150"/>
                </a:cubicBezTo>
                <a:cubicBezTo>
                  <a:pt x="126" y="92"/>
                  <a:pt x="126" y="92"/>
                  <a:pt x="126" y="92"/>
                </a:cubicBezTo>
                <a:cubicBezTo>
                  <a:pt x="124" y="89"/>
                  <a:pt x="124" y="89"/>
                  <a:pt x="124" y="89"/>
                </a:cubicBezTo>
                <a:cubicBezTo>
                  <a:pt x="127" y="76"/>
                  <a:pt x="127" y="76"/>
                  <a:pt x="127" y="76"/>
                </a:cubicBezTo>
                <a:cubicBezTo>
                  <a:pt x="133" y="76"/>
                  <a:pt x="133" y="76"/>
                  <a:pt x="133" y="76"/>
                </a:cubicBezTo>
                <a:cubicBezTo>
                  <a:pt x="135" y="90"/>
                  <a:pt x="135" y="90"/>
                  <a:pt x="135" y="90"/>
                </a:cubicBezTo>
                <a:cubicBezTo>
                  <a:pt x="133" y="92"/>
                  <a:pt x="133" y="92"/>
                  <a:pt x="133" y="92"/>
                </a:cubicBezTo>
                <a:cubicBezTo>
                  <a:pt x="134" y="150"/>
                  <a:pt x="134" y="150"/>
                  <a:pt x="134" y="150"/>
                </a:cubicBezTo>
                <a:cubicBezTo>
                  <a:pt x="145" y="109"/>
                  <a:pt x="145" y="109"/>
                  <a:pt x="145" y="109"/>
                </a:cubicBezTo>
                <a:cubicBezTo>
                  <a:pt x="142" y="97"/>
                  <a:pt x="142" y="97"/>
                  <a:pt x="142" y="97"/>
                </a:cubicBezTo>
                <a:cubicBezTo>
                  <a:pt x="149" y="91"/>
                  <a:pt x="149" y="91"/>
                  <a:pt x="149" y="91"/>
                </a:cubicBezTo>
                <a:cubicBezTo>
                  <a:pt x="186" y="142"/>
                  <a:pt x="186" y="142"/>
                  <a:pt x="186" y="142"/>
                </a:cubicBezTo>
                <a:cubicBezTo>
                  <a:pt x="187" y="142"/>
                  <a:pt x="219" y="156"/>
                  <a:pt x="234" y="162"/>
                </a:cubicBezTo>
                <a:cubicBezTo>
                  <a:pt x="233" y="165"/>
                  <a:pt x="232" y="168"/>
                  <a:pt x="230" y="171"/>
                </a:cubicBezTo>
                <a:cubicBezTo>
                  <a:pt x="419" y="171"/>
                  <a:pt x="419" y="171"/>
                  <a:pt x="419" y="171"/>
                </a:cubicBezTo>
                <a:cubicBezTo>
                  <a:pt x="419" y="171"/>
                  <a:pt x="419" y="171"/>
                  <a:pt x="419" y="171"/>
                </a:cubicBezTo>
                <a:cubicBezTo>
                  <a:pt x="419" y="164"/>
                  <a:pt x="424" y="159"/>
                  <a:pt x="430" y="159"/>
                </a:cubicBezTo>
                <a:cubicBezTo>
                  <a:pt x="542" y="159"/>
                  <a:pt x="542" y="159"/>
                  <a:pt x="542" y="159"/>
                </a:cubicBezTo>
                <a:cubicBezTo>
                  <a:pt x="548" y="159"/>
                  <a:pt x="553" y="164"/>
                  <a:pt x="553" y="171"/>
                </a:cubicBezTo>
                <a:close/>
                <a:moveTo>
                  <a:pt x="167" y="171"/>
                </a:moveTo>
                <a:cubicBezTo>
                  <a:pt x="163" y="169"/>
                  <a:pt x="160" y="166"/>
                  <a:pt x="156" y="162"/>
                </a:cubicBezTo>
                <a:cubicBezTo>
                  <a:pt x="148" y="151"/>
                  <a:pt x="148" y="151"/>
                  <a:pt x="148" y="151"/>
                </a:cubicBezTo>
                <a:cubicBezTo>
                  <a:pt x="149" y="158"/>
                  <a:pt x="149" y="165"/>
                  <a:pt x="150" y="171"/>
                </a:cubicBezTo>
                <a:lnTo>
                  <a:pt x="167" y="171"/>
                </a:lnTo>
                <a:close/>
              </a:path>
            </a:pathLst>
          </a:custGeom>
          <a:solidFill>
            <a:schemeClr val="bg1"/>
          </a:solidFill>
          <a:ln>
            <a:noFill/>
          </a:ln>
        </p:spPr>
        <p:txBody>
          <a:bodyPr vert="horz" wrap="square" lIns="68580" tIns="34290" rIns="68580" bIns="34290" numCol="1" anchor="t" anchorCtr="0" compatLnSpc="1"/>
          <a:lstStyle/>
          <a:p>
            <a:endParaRPr lang="zh-CN" altLang="en-US"/>
          </a:p>
        </p:txBody>
      </p:sp>
      <p:pic>
        <p:nvPicPr>
          <p:cNvPr id="29" name="图片 28" descr="图片包含 物体&#10;&#10;描述已自动生成"/>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94423" y="655329"/>
            <a:ext cx="388986" cy="1907371"/>
          </a:xfrm>
          <a:prstGeom prst="rect">
            <a:avLst/>
          </a:prstGeom>
        </p:spPr>
      </p:pic>
    </p:spTree>
    <p:custDataLst>
      <p:tags r:id="rId14"/>
    </p:custDataLst>
  </p:cSld>
  <p:clrMapOvr>
    <a:masterClrMapping/>
  </p:clrMapOvr>
  <p:transition spd="slow" advClick="0" advTm="0">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wipe(left)">
                                      <p:cBhvr>
                                        <p:cTn id="7" dur="300"/>
                                        <p:tgtEl>
                                          <p:spTgt spid="24"/>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25"/>
                                        </p:tgtEl>
                                        <p:attrNameLst>
                                          <p:attrName>style.visibility</p:attrName>
                                        </p:attrNameLst>
                                      </p:cBhvr>
                                      <p:to>
                                        <p:strVal val="visible"/>
                                      </p:to>
                                    </p:set>
                                    <p:animEffect transition="in" filter="wipe(down)">
                                      <p:cBhvr>
                                        <p:cTn id="11" dur="300"/>
                                        <p:tgtEl>
                                          <p:spTgt spid="25"/>
                                        </p:tgtEl>
                                      </p:cBhvr>
                                    </p:animEffect>
                                  </p:childTnLst>
                                </p:cTn>
                              </p:par>
                            </p:childTnLst>
                          </p:cTn>
                        </p:par>
                        <p:par>
                          <p:cTn id="12" fill="hold">
                            <p:stCondLst>
                              <p:cond delay="1000"/>
                            </p:stCondLst>
                            <p:childTnLst>
                              <p:par>
                                <p:cTn id="13" presetID="12" presetClass="entr" presetSubtype="8" fill="hold" grpId="0" nodeType="afterEffect">
                                  <p:stCondLst>
                                    <p:cond delay="0"/>
                                  </p:stCondLst>
                                  <p:childTnLst>
                                    <p:set>
                                      <p:cBhvr>
                                        <p:cTn id="14" dur="1" fill="hold">
                                          <p:stCondLst>
                                            <p:cond delay="0"/>
                                          </p:stCondLst>
                                        </p:cTn>
                                        <p:tgtEl>
                                          <p:spTgt spid="26"/>
                                        </p:tgtEl>
                                        <p:attrNameLst>
                                          <p:attrName>style.visibility</p:attrName>
                                        </p:attrNameLst>
                                      </p:cBhvr>
                                      <p:to>
                                        <p:strVal val="visible"/>
                                      </p:to>
                                    </p:set>
                                    <p:anim calcmode="lin" valueType="num">
                                      <p:cBhvr additive="base">
                                        <p:cTn id="15" dur="500"/>
                                        <p:tgtEl>
                                          <p:spTgt spid="26"/>
                                        </p:tgtEl>
                                        <p:attrNameLst>
                                          <p:attrName>ppt_x</p:attrName>
                                        </p:attrNameLst>
                                      </p:cBhvr>
                                      <p:tavLst>
                                        <p:tav tm="0">
                                          <p:val>
                                            <p:strVal val="#ppt_x-#ppt_w*1.125000"/>
                                          </p:val>
                                        </p:tav>
                                        <p:tav tm="100000">
                                          <p:val>
                                            <p:strVal val="#ppt_x"/>
                                          </p:val>
                                        </p:tav>
                                      </p:tavLst>
                                    </p:anim>
                                    <p:animEffect transition="in" filter="wipe(right)">
                                      <p:cBhvr>
                                        <p:cTn id="16" dur="500"/>
                                        <p:tgtEl>
                                          <p:spTgt spid="26"/>
                                        </p:tgtEl>
                                      </p:cBhvr>
                                    </p:animEffect>
                                  </p:childTnLst>
                                </p:cTn>
                              </p:par>
                              <p:par>
                                <p:cTn id="17" presetID="12" presetClass="entr" presetSubtype="8" fill="hold" nodeType="withEffect">
                                  <p:stCondLst>
                                    <p:cond delay="0"/>
                                  </p:stCondLst>
                                  <p:childTnLst>
                                    <p:set>
                                      <p:cBhvr>
                                        <p:cTn id="18" dur="1" fill="hold">
                                          <p:stCondLst>
                                            <p:cond delay="0"/>
                                          </p:stCondLst>
                                        </p:cTn>
                                        <p:tgtEl>
                                          <p:spTgt spid="28"/>
                                        </p:tgtEl>
                                        <p:attrNameLst>
                                          <p:attrName>style.visibility</p:attrName>
                                        </p:attrNameLst>
                                      </p:cBhvr>
                                      <p:to>
                                        <p:strVal val="visible"/>
                                      </p:to>
                                    </p:set>
                                    <p:anim calcmode="lin" valueType="num">
                                      <p:cBhvr additive="base">
                                        <p:cTn id="19" dur="500"/>
                                        <p:tgtEl>
                                          <p:spTgt spid="28"/>
                                        </p:tgtEl>
                                        <p:attrNameLst>
                                          <p:attrName>ppt_x</p:attrName>
                                        </p:attrNameLst>
                                      </p:cBhvr>
                                      <p:tavLst>
                                        <p:tav tm="0">
                                          <p:val>
                                            <p:strVal val="#ppt_x-#ppt_w*1.125000"/>
                                          </p:val>
                                        </p:tav>
                                        <p:tav tm="100000">
                                          <p:val>
                                            <p:strVal val="#ppt_x"/>
                                          </p:val>
                                        </p:tav>
                                      </p:tavLst>
                                    </p:anim>
                                    <p:animEffect transition="in" filter="wipe(right)">
                                      <p:cBhvr>
                                        <p:cTn id="20" dur="500"/>
                                        <p:tgtEl>
                                          <p:spTgt spid="28"/>
                                        </p:tgtEl>
                                      </p:cBhvr>
                                    </p:animEffect>
                                  </p:childTnLst>
                                </p:cTn>
                              </p:par>
                              <p:par>
                                <p:cTn id="21" presetID="12" presetClass="entr" presetSubtype="8" fill="hold" grpId="0" nodeType="withEffect">
                                  <p:stCondLst>
                                    <p:cond delay="0"/>
                                  </p:stCondLst>
                                  <p:childTnLst>
                                    <p:set>
                                      <p:cBhvr>
                                        <p:cTn id="22" dur="1" fill="hold">
                                          <p:stCondLst>
                                            <p:cond delay="0"/>
                                          </p:stCondLst>
                                        </p:cTn>
                                        <p:tgtEl>
                                          <p:spTgt spid="27"/>
                                        </p:tgtEl>
                                        <p:attrNameLst>
                                          <p:attrName>style.visibility</p:attrName>
                                        </p:attrNameLst>
                                      </p:cBhvr>
                                      <p:to>
                                        <p:strVal val="visible"/>
                                      </p:to>
                                    </p:set>
                                    <p:anim calcmode="lin" valueType="num">
                                      <p:cBhvr additive="base">
                                        <p:cTn id="23" dur="500"/>
                                        <p:tgtEl>
                                          <p:spTgt spid="27"/>
                                        </p:tgtEl>
                                        <p:attrNameLst>
                                          <p:attrName>ppt_x</p:attrName>
                                        </p:attrNameLst>
                                      </p:cBhvr>
                                      <p:tavLst>
                                        <p:tav tm="0">
                                          <p:val>
                                            <p:strVal val="#ppt_x-#ppt_w*1.125000"/>
                                          </p:val>
                                        </p:tav>
                                        <p:tav tm="100000">
                                          <p:val>
                                            <p:strVal val="#ppt_x"/>
                                          </p:val>
                                        </p:tav>
                                      </p:tavLst>
                                    </p:anim>
                                    <p:animEffect transition="in" filter="wipe(right)">
                                      <p:cBhvr>
                                        <p:cTn id="24" dur="500"/>
                                        <p:tgtEl>
                                          <p:spTgt spid="27"/>
                                        </p:tgtEl>
                                      </p:cBhvr>
                                    </p:animEffect>
                                  </p:childTnLst>
                                </p:cTn>
                              </p:par>
                            </p:childTnLst>
                          </p:cTn>
                        </p:par>
                        <p:par>
                          <p:cTn id="25" fill="hold">
                            <p:stCondLst>
                              <p:cond delay="1500"/>
                            </p:stCondLst>
                            <p:childTnLst>
                              <p:par>
                                <p:cTn id="26" presetID="55" presetClass="entr" presetSubtype="0" fill="hold" grpId="0" nodeType="afterEffect">
                                  <p:stCondLst>
                                    <p:cond delay="0"/>
                                  </p:stCondLst>
                                  <p:childTnLst>
                                    <p:set>
                                      <p:cBhvr>
                                        <p:cTn id="27" dur="1" fill="hold">
                                          <p:stCondLst>
                                            <p:cond delay="0"/>
                                          </p:stCondLst>
                                        </p:cTn>
                                        <p:tgtEl>
                                          <p:spTgt spid="94"/>
                                        </p:tgtEl>
                                        <p:attrNameLst>
                                          <p:attrName>style.visibility</p:attrName>
                                        </p:attrNameLst>
                                      </p:cBhvr>
                                      <p:to>
                                        <p:strVal val="visible"/>
                                      </p:to>
                                    </p:set>
                                    <p:anim calcmode="lin" valueType="num">
                                      <p:cBhvr>
                                        <p:cTn id="28" dur="1000" fill="hold"/>
                                        <p:tgtEl>
                                          <p:spTgt spid="94"/>
                                        </p:tgtEl>
                                        <p:attrNameLst>
                                          <p:attrName>ppt_w</p:attrName>
                                        </p:attrNameLst>
                                      </p:cBhvr>
                                      <p:tavLst>
                                        <p:tav tm="0">
                                          <p:val>
                                            <p:strVal val="#ppt_w*0.70"/>
                                          </p:val>
                                        </p:tav>
                                        <p:tav tm="100000">
                                          <p:val>
                                            <p:strVal val="#ppt_w"/>
                                          </p:val>
                                        </p:tav>
                                      </p:tavLst>
                                    </p:anim>
                                    <p:anim calcmode="lin" valueType="num">
                                      <p:cBhvr>
                                        <p:cTn id="29" dur="1000" fill="hold"/>
                                        <p:tgtEl>
                                          <p:spTgt spid="94"/>
                                        </p:tgtEl>
                                        <p:attrNameLst>
                                          <p:attrName>ppt_h</p:attrName>
                                        </p:attrNameLst>
                                      </p:cBhvr>
                                      <p:tavLst>
                                        <p:tav tm="0">
                                          <p:val>
                                            <p:strVal val="#ppt_h"/>
                                          </p:val>
                                        </p:tav>
                                        <p:tav tm="100000">
                                          <p:val>
                                            <p:strVal val="#ppt_h"/>
                                          </p:val>
                                        </p:tav>
                                      </p:tavLst>
                                    </p:anim>
                                    <p:animEffect transition="in" filter="fade">
                                      <p:cBhvr>
                                        <p:cTn id="30" dur="1000"/>
                                        <p:tgtEl>
                                          <p:spTgt spid="94"/>
                                        </p:tgtEl>
                                      </p:cBhvr>
                                    </p:animEffect>
                                  </p:childTnLst>
                                </p:cTn>
                              </p:par>
                              <p:par>
                                <p:cTn id="31" presetID="55" presetClass="entr" presetSubtype="0" fill="hold" grpId="0" nodeType="withEffect">
                                  <p:stCondLst>
                                    <p:cond delay="0"/>
                                  </p:stCondLst>
                                  <p:childTnLst>
                                    <p:set>
                                      <p:cBhvr>
                                        <p:cTn id="32" dur="1" fill="hold">
                                          <p:stCondLst>
                                            <p:cond delay="0"/>
                                          </p:stCondLst>
                                        </p:cTn>
                                        <p:tgtEl>
                                          <p:spTgt spid="95"/>
                                        </p:tgtEl>
                                        <p:attrNameLst>
                                          <p:attrName>style.visibility</p:attrName>
                                        </p:attrNameLst>
                                      </p:cBhvr>
                                      <p:to>
                                        <p:strVal val="visible"/>
                                      </p:to>
                                    </p:set>
                                    <p:anim calcmode="lin" valueType="num">
                                      <p:cBhvr>
                                        <p:cTn id="33" dur="1000" fill="hold"/>
                                        <p:tgtEl>
                                          <p:spTgt spid="95"/>
                                        </p:tgtEl>
                                        <p:attrNameLst>
                                          <p:attrName>ppt_w</p:attrName>
                                        </p:attrNameLst>
                                      </p:cBhvr>
                                      <p:tavLst>
                                        <p:tav tm="0">
                                          <p:val>
                                            <p:strVal val="#ppt_w*0.70"/>
                                          </p:val>
                                        </p:tav>
                                        <p:tav tm="100000">
                                          <p:val>
                                            <p:strVal val="#ppt_w"/>
                                          </p:val>
                                        </p:tav>
                                      </p:tavLst>
                                    </p:anim>
                                    <p:anim calcmode="lin" valueType="num">
                                      <p:cBhvr>
                                        <p:cTn id="34" dur="1000" fill="hold"/>
                                        <p:tgtEl>
                                          <p:spTgt spid="95"/>
                                        </p:tgtEl>
                                        <p:attrNameLst>
                                          <p:attrName>ppt_h</p:attrName>
                                        </p:attrNameLst>
                                      </p:cBhvr>
                                      <p:tavLst>
                                        <p:tav tm="0">
                                          <p:val>
                                            <p:strVal val="#ppt_h"/>
                                          </p:val>
                                        </p:tav>
                                        <p:tav tm="100000">
                                          <p:val>
                                            <p:strVal val="#ppt_h"/>
                                          </p:val>
                                        </p:tav>
                                      </p:tavLst>
                                    </p:anim>
                                    <p:animEffect transition="in" filter="fade">
                                      <p:cBhvr>
                                        <p:cTn id="35" dur="1000"/>
                                        <p:tgtEl>
                                          <p:spTgt spid="95"/>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99"/>
                                        </p:tgtEl>
                                        <p:attrNameLst>
                                          <p:attrName>style.visibility</p:attrName>
                                        </p:attrNameLst>
                                      </p:cBhvr>
                                      <p:to>
                                        <p:strVal val="visible"/>
                                      </p:to>
                                    </p:set>
                                    <p:animEffect transition="in" filter="fade">
                                      <p:cBhvr>
                                        <p:cTn id="38" dur="500"/>
                                        <p:tgtEl>
                                          <p:spTgt spid="99"/>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51"/>
                                        </p:tgtEl>
                                        <p:attrNameLst>
                                          <p:attrName>style.visibility</p:attrName>
                                        </p:attrNameLst>
                                      </p:cBhvr>
                                      <p:to>
                                        <p:strVal val="visible"/>
                                      </p:to>
                                    </p:set>
                                    <p:animEffect transition="in" filter="fade">
                                      <p:cBhvr>
                                        <p:cTn id="41" dur="500"/>
                                        <p:tgtEl>
                                          <p:spTgt spid="151"/>
                                        </p:tgtEl>
                                      </p:cBhvr>
                                    </p:animEffect>
                                  </p:childTnLst>
                                </p:cTn>
                              </p:par>
                            </p:childTnLst>
                          </p:cTn>
                        </p:par>
                        <p:par>
                          <p:cTn id="42" fill="hold">
                            <p:stCondLst>
                              <p:cond delay="2500"/>
                            </p:stCondLst>
                            <p:childTnLst>
                              <p:par>
                                <p:cTn id="43" presetID="55" presetClass="entr" presetSubtype="0" fill="hold" grpId="0" nodeType="afterEffect">
                                  <p:stCondLst>
                                    <p:cond delay="0"/>
                                  </p:stCondLst>
                                  <p:childTnLst>
                                    <p:set>
                                      <p:cBhvr>
                                        <p:cTn id="44" dur="1" fill="hold">
                                          <p:stCondLst>
                                            <p:cond delay="0"/>
                                          </p:stCondLst>
                                        </p:cTn>
                                        <p:tgtEl>
                                          <p:spTgt spid="96"/>
                                        </p:tgtEl>
                                        <p:attrNameLst>
                                          <p:attrName>style.visibility</p:attrName>
                                        </p:attrNameLst>
                                      </p:cBhvr>
                                      <p:to>
                                        <p:strVal val="visible"/>
                                      </p:to>
                                    </p:set>
                                    <p:anim calcmode="lin" valueType="num">
                                      <p:cBhvr>
                                        <p:cTn id="45" dur="1000" fill="hold"/>
                                        <p:tgtEl>
                                          <p:spTgt spid="96"/>
                                        </p:tgtEl>
                                        <p:attrNameLst>
                                          <p:attrName>ppt_w</p:attrName>
                                        </p:attrNameLst>
                                      </p:cBhvr>
                                      <p:tavLst>
                                        <p:tav tm="0">
                                          <p:val>
                                            <p:strVal val="#ppt_w*0.70"/>
                                          </p:val>
                                        </p:tav>
                                        <p:tav tm="100000">
                                          <p:val>
                                            <p:strVal val="#ppt_w"/>
                                          </p:val>
                                        </p:tav>
                                      </p:tavLst>
                                    </p:anim>
                                    <p:anim calcmode="lin" valueType="num">
                                      <p:cBhvr>
                                        <p:cTn id="46" dur="1000" fill="hold"/>
                                        <p:tgtEl>
                                          <p:spTgt spid="96"/>
                                        </p:tgtEl>
                                        <p:attrNameLst>
                                          <p:attrName>ppt_h</p:attrName>
                                        </p:attrNameLst>
                                      </p:cBhvr>
                                      <p:tavLst>
                                        <p:tav tm="0">
                                          <p:val>
                                            <p:strVal val="#ppt_h"/>
                                          </p:val>
                                        </p:tav>
                                        <p:tav tm="100000">
                                          <p:val>
                                            <p:strVal val="#ppt_h"/>
                                          </p:val>
                                        </p:tav>
                                      </p:tavLst>
                                    </p:anim>
                                    <p:animEffect transition="in" filter="fade">
                                      <p:cBhvr>
                                        <p:cTn id="47" dur="1000"/>
                                        <p:tgtEl>
                                          <p:spTgt spid="96"/>
                                        </p:tgtEl>
                                      </p:cBhvr>
                                    </p:animEffect>
                                  </p:childTnLst>
                                </p:cTn>
                              </p:par>
                              <p:par>
                                <p:cTn id="48" presetID="55" presetClass="entr" presetSubtype="0" fill="hold" grpId="0" nodeType="withEffect">
                                  <p:stCondLst>
                                    <p:cond delay="0"/>
                                  </p:stCondLst>
                                  <p:childTnLst>
                                    <p:set>
                                      <p:cBhvr>
                                        <p:cTn id="49" dur="1" fill="hold">
                                          <p:stCondLst>
                                            <p:cond delay="0"/>
                                          </p:stCondLst>
                                        </p:cTn>
                                        <p:tgtEl>
                                          <p:spTgt spid="97"/>
                                        </p:tgtEl>
                                        <p:attrNameLst>
                                          <p:attrName>style.visibility</p:attrName>
                                        </p:attrNameLst>
                                      </p:cBhvr>
                                      <p:to>
                                        <p:strVal val="visible"/>
                                      </p:to>
                                    </p:set>
                                    <p:anim calcmode="lin" valueType="num">
                                      <p:cBhvr>
                                        <p:cTn id="50" dur="1000" fill="hold"/>
                                        <p:tgtEl>
                                          <p:spTgt spid="97"/>
                                        </p:tgtEl>
                                        <p:attrNameLst>
                                          <p:attrName>ppt_w</p:attrName>
                                        </p:attrNameLst>
                                      </p:cBhvr>
                                      <p:tavLst>
                                        <p:tav tm="0">
                                          <p:val>
                                            <p:strVal val="#ppt_w*0.70"/>
                                          </p:val>
                                        </p:tav>
                                        <p:tav tm="100000">
                                          <p:val>
                                            <p:strVal val="#ppt_w"/>
                                          </p:val>
                                        </p:tav>
                                      </p:tavLst>
                                    </p:anim>
                                    <p:anim calcmode="lin" valueType="num">
                                      <p:cBhvr>
                                        <p:cTn id="51" dur="1000" fill="hold"/>
                                        <p:tgtEl>
                                          <p:spTgt spid="97"/>
                                        </p:tgtEl>
                                        <p:attrNameLst>
                                          <p:attrName>ppt_h</p:attrName>
                                        </p:attrNameLst>
                                      </p:cBhvr>
                                      <p:tavLst>
                                        <p:tav tm="0">
                                          <p:val>
                                            <p:strVal val="#ppt_h"/>
                                          </p:val>
                                        </p:tav>
                                        <p:tav tm="100000">
                                          <p:val>
                                            <p:strVal val="#ppt_h"/>
                                          </p:val>
                                        </p:tav>
                                      </p:tavLst>
                                    </p:anim>
                                    <p:animEffect transition="in" filter="fade">
                                      <p:cBhvr>
                                        <p:cTn id="52" dur="1000"/>
                                        <p:tgtEl>
                                          <p:spTgt spid="97"/>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98"/>
                                        </p:tgtEl>
                                        <p:attrNameLst>
                                          <p:attrName>style.visibility</p:attrName>
                                        </p:attrNameLst>
                                      </p:cBhvr>
                                      <p:to>
                                        <p:strVal val="visible"/>
                                      </p:to>
                                    </p:set>
                                    <p:animEffect transition="in" filter="fade">
                                      <p:cBhvr>
                                        <p:cTn id="55" dur="500"/>
                                        <p:tgtEl>
                                          <p:spTgt spid="98"/>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100"/>
                                        </p:tgtEl>
                                        <p:attrNameLst>
                                          <p:attrName>style.visibility</p:attrName>
                                        </p:attrNameLst>
                                      </p:cBhvr>
                                      <p:to>
                                        <p:strVal val="visible"/>
                                      </p:to>
                                    </p:set>
                                    <p:animEffect transition="in" filter="fade">
                                      <p:cBhvr>
                                        <p:cTn id="58" dur="500"/>
                                        <p:tgtEl>
                                          <p:spTgt spid="100"/>
                                        </p:tgtEl>
                                      </p:cBhvr>
                                    </p:animEffect>
                                  </p:childTnLst>
                                </p:cTn>
                              </p:par>
                            </p:childTnLst>
                          </p:cTn>
                        </p:par>
                        <p:par>
                          <p:cTn id="59" fill="hold">
                            <p:stCondLst>
                              <p:cond delay="3500"/>
                            </p:stCondLst>
                            <p:childTnLst>
                              <p:par>
                                <p:cTn id="60" presetID="10" presetClass="entr" presetSubtype="0" fill="hold" grpId="0" nodeType="afterEffect">
                                  <p:stCondLst>
                                    <p:cond delay="0"/>
                                  </p:stCondLst>
                                  <p:childTnLst>
                                    <p:set>
                                      <p:cBhvr>
                                        <p:cTn id="61" dur="1" fill="hold">
                                          <p:stCondLst>
                                            <p:cond delay="0"/>
                                          </p:stCondLst>
                                        </p:cTn>
                                        <p:tgtEl>
                                          <p:spTgt spid="87"/>
                                        </p:tgtEl>
                                        <p:attrNameLst>
                                          <p:attrName>style.visibility</p:attrName>
                                        </p:attrNameLst>
                                      </p:cBhvr>
                                      <p:to>
                                        <p:strVal val="visible"/>
                                      </p:to>
                                    </p:set>
                                    <p:animEffect transition="in" filter="fade">
                                      <p:cBhvr>
                                        <p:cTn id="62" dur="500"/>
                                        <p:tgtEl>
                                          <p:spTgt spid="87"/>
                                        </p:tgtEl>
                                      </p:cBhvr>
                                    </p:animEffect>
                                  </p:childTnLst>
                                </p:cTn>
                              </p:par>
                            </p:childTnLst>
                          </p:cTn>
                        </p:par>
                        <p:par>
                          <p:cTn id="63" fill="hold">
                            <p:stCondLst>
                              <p:cond delay="4000"/>
                            </p:stCondLst>
                            <p:childTnLst>
                              <p:par>
                                <p:cTn id="64" presetID="2" presetClass="entr" presetSubtype="4" decel="100000" fill="hold" grpId="0" nodeType="afterEffect">
                                  <p:stCondLst>
                                    <p:cond delay="0"/>
                                  </p:stCondLst>
                                  <p:childTnLst>
                                    <p:set>
                                      <p:cBhvr>
                                        <p:cTn id="65" dur="1" fill="hold">
                                          <p:stCondLst>
                                            <p:cond delay="0"/>
                                          </p:stCondLst>
                                        </p:cTn>
                                        <p:tgtEl>
                                          <p:spTgt spid="86"/>
                                        </p:tgtEl>
                                        <p:attrNameLst>
                                          <p:attrName>style.visibility</p:attrName>
                                        </p:attrNameLst>
                                      </p:cBhvr>
                                      <p:to>
                                        <p:strVal val="visible"/>
                                      </p:to>
                                    </p:set>
                                    <p:anim calcmode="lin" valueType="num">
                                      <p:cBhvr additive="base">
                                        <p:cTn id="66" dur="500" fill="hold"/>
                                        <p:tgtEl>
                                          <p:spTgt spid="86"/>
                                        </p:tgtEl>
                                        <p:attrNameLst>
                                          <p:attrName>ppt_x</p:attrName>
                                        </p:attrNameLst>
                                      </p:cBhvr>
                                      <p:tavLst>
                                        <p:tav tm="0">
                                          <p:val>
                                            <p:strVal val="#ppt_x"/>
                                          </p:val>
                                        </p:tav>
                                        <p:tav tm="100000">
                                          <p:val>
                                            <p:strVal val="#ppt_x"/>
                                          </p:val>
                                        </p:tav>
                                      </p:tavLst>
                                    </p:anim>
                                    <p:anim calcmode="lin" valueType="num">
                                      <p:cBhvr additive="base">
                                        <p:cTn id="67" dur="500" fill="hold"/>
                                        <p:tgtEl>
                                          <p:spTgt spid="86"/>
                                        </p:tgtEl>
                                        <p:attrNameLst>
                                          <p:attrName>ppt_y</p:attrName>
                                        </p:attrNameLst>
                                      </p:cBhvr>
                                      <p:tavLst>
                                        <p:tav tm="0">
                                          <p:val>
                                            <p:strVal val="1+#ppt_h/2"/>
                                          </p:val>
                                        </p:tav>
                                        <p:tav tm="100000">
                                          <p:val>
                                            <p:strVal val="#ppt_y"/>
                                          </p:val>
                                        </p:tav>
                                      </p:tavLst>
                                    </p:anim>
                                  </p:childTnLst>
                                </p:cTn>
                              </p:par>
                            </p:childTnLst>
                          </p:cTn>
                        </p:par>
                        <p:par>
                          <p:cTn id="68" fill="hold">
                            <p:stCondLst>
                              <p:cond delay="4500"/>
                            </p:stCondLst>
                            <p:childTnLst>
                              <p:par>
                                <p:cTn id="69" presetID="10" presetClass="entr" presetSubtype="0" fill="hold" grpId="0" nodeType="afterEffect">
                                  <p:stCondLst>
                                    <p:cond delay="0"/>
                                  </p:stCondLst>
                                  <p:childTnLst>
                                    <p:set>
                                      <p:cBhvr>
                                        <p:cTn id="70" dur="1" fill="hold">
                                          <p:stCondLst>
                                            <p:cond delay="0"/>
                                          </p:stCondLst>
                                        </p:cTn>
                                        <p:tgtEl>
                                          <p:spTgt spid="91"/>
                                        </p:tgtEl>
                                        <p:attrNameLst>
                                          <p:attrName>style.visibility</p:attrName>
                                        </p:attrNameLst>
                                      </p:cBhvr>
                                      <p:to>
                                        <p:strVal val="visible"/>
                                      </p:to>
                                    </p:set>
                                    <p:animEffect transition="in" filter="fade">
                                      <p:cBhvr>
                                        <p:cTn id="71" dur="500"/>
                                        <p:tgtEl>
                                          <p:spTgt spid="91"/>
                                        </p:tgtEl>
                                      </p:cBhvr>
                                    </p:animEffect>
                                  </p:childTnLst>
                                </p:cTn>
                              </p:par>
                            </p:childTnLst>
                          </p:cTn>
                        </p:par>
                        <p:par>
                          <p:cTn id="72" fill="hold">
                            <p:stCondLst>
                              <p:cond delay="5000"/>
                            </p:stCondLst>
                            <p:childTnLst>
                              <p:par>
                                <p:cTn id="73" presetID="2" presetClass="entr" presetSubtype="4" decel="100000" fill="hold" grpId="0" nodeType="afterEffect">
                                  <p:stCondLst>
                                    <p:cond delay="0"/>
                                  </p:stCondLst>
                                  <p:childTnLst>
                                    <p:set>
                                      <p:cBhvr>
                                        <p:cTn id="74" dur="1" fill="hold">
                                          <p:stCondLst>
                                            <p:cond delay="0"/>
                                          </p:stCondLst>
                                        </p:cTn>
                                        <p:tgtEl>
                                          <p:spTgt spid="90"/>
                                        </p:tgtEl>
                                        <p:attrNameLst>
                                          <p:attrName>style.visibility</p:attrName>
                                        </p:attrNameLst>
                                      </p:cBhvr>
                                      <p:to>
                                        <p:strVal val="visible"/>
                                      </p:to>
                                    </p:set>
                                    <p:anim calcmode="lin" valueType="num">
                                      <p:cBhvr additive="base">
                                        <p:cTn id="75" dur="500" fill="hold"/>
                                        <p:tgtEl>
                                          <p:spTgt spid="90"/>
                                        </p:tgtEl>
                                        <p:attrNameLst>
                                          <p:attrName>ppt_x</p:attrName>
                                        </p:attrNameLst>
                                      </p:cBhvr>
                                      <p:tavLst>
                                        <p:tav tm="0">
                                          <p:val>
                                            <p:strVal val="#ppt_x"/>
                                          </p:val>
                                        </p:tav>
                                        <p:tav tm="100000">
                                          <p:val>
                                            <p:strVal val="#ppt_x"/>
                                          </p:val>
                                        </p:tav>
                                      </p:tavLst>
                                    </p:anim>
                                    <p:anim calcmode="lin" valueType="num">
                                      <p:cBhvr additive="base">
                                        <p:cTn id="76" dur="500" fill="hold"/>
                                        <p:tgtEl>
                                          <p:spTgt spid="9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6" grpId="0"/>
      <p:bldP spid="27" grpId="0"/>
      <p:bldP spid="86" grpId="0"/>
      <p:bldP spid="87" grpId="0"/>
      <p:bldP spid="90" grpId="0"/>
      <p:bldP spid="91" grpId="0"/>
      <p:bldP spid="94" grpId="0" animBg="1"/>
      <p:bldP spid="95" grpId="0" animBg="1"/>
      <p:bldP spid="96" grpId="0" animBg="1"/>
      <p:bldP spid="97" grpId="0" animBg="1"/>
      <p:bldP spid="98" grpId="0" animBg="1"/>
      <p:bldP spid="99" grpId="0" animBg="1"/>
      <p:bldP spid="100" grpId="0" animBg="1"/>
      <p:bldP spid="151"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0481" name="矩形 34"/>
          <p:cNvGrpSpPr/>
          <p:nvPr/>
        </p:nvGrpSpPr>
        <p:grpSpPr bwMode="auto">
          <a:xfrm>
            <a:off x="-23812" y="2166937"/>
            <a:ext cx="9314260" cy="109538"/>
            <a:chOff x="634" y="2396"/>
            <a:chExt cx="6470" cy="238"/>
          </a:xfrm>
        </p:grpSpPr>
        <p:pic>
          <p:nvPicPr>
            <p:cNvPr id="20486" name="矩形 34"/>
            <p:cNvPicPr>
              <a:picLocks noChangeArrowheads="1"/>
            </p:cNvPicPr>
            <p:nvPr/>
          </p:nvPicPr>
          <p:blipFill>
            <a:blip r:embed="rId1" cstate="print"/>
            <a:srcRect/>
            <a:stretch>
              <a:fillRect/>
            </a:stretch>
          </p:blipFill>
          <p:spPr bwMode="auto">
            <a:xfrm>
              <a:off x="634" y="2396"/>
              <a:ext cx="6470" cy="238"/>
            </a:xfrm>
            <a:prstGeom prst="rect">
              <a:avLst/>
            </a:prstGeom>
            <a:noFill/>
            <a:ln w="9525">
              <a:noFill/>
              <a:miter lim="800000"/>
              <a:headEnd/>
              <a:tailEnd/>
            </a:ln>
          </p:spPr>
        </p:pic>
        <p:sp>
          <p:nvSpPr>
            <p:cNvPr id="20487" name="Text Box 4"/>
            <p:cNvSpPr txBox="1">
              <a:spLocks noChangeArrowheads="1"/>
            </p:cNvSpPr>
            <p:nvPr/>
          </p:nvSpPr>
          <p:spPr bwMode="auto">
            <a:xfrm rot="-5400000">
              <a:off x="3769" y="-700"/>
              <a:ext cx="102" cy="6337"/>
            </a:xfrm>
            <a:prstGeom prst="rect">
              <a:avLst/>
            </a:prstGeom>
            <a:noFill/>
            <a:ln w="9525">
              <a:noFill/>
              <a:miter lim="800000"/>
            </a:ln>
          </p:spPr>
          <p:txBody>
            <a:bodyPr vert="eaVert" anchor="ctr"/>
            <a:lstStyle/>
            <a:p>
              <a:pPr algn="ctr"/>
              <a:endParaRPr lang="zh-CN" altLang="en-US" sz="600" b="1"/>
            </a:p>
          </p:txBody>
        </p:sp>
      </p:grpSp>
      <p:sp>
        <p:nvSpPr>
          <p:cNvPr id="12" name="椭圆 11"/>
          <p:cNvSpPr/>
          <p:nvPr/>
        </p:nvSpPr>
        <p:spPr>
          <a:xfrm>
            <a:off x="3822085" y="1563280"/>
            <a:ext cx="1299658" cy="1298468"/>
          </a:xfrm>
          <a:prstGeom prst="ellipse">
            <a:avLst/>
          </a:prstGeom>
          <a:gradFill flip="none" rotWithShape="1">
            <a:gsLst>
              <a:gs pos="0">
                <a:schemeClr val="bg1">
                  <a:lumMod val="85000"/>
                </a:schemeClr>
              </a:gs>
              <a:gs pos="100000">
                <a:schemeClr val="bg1"/>
              </a:gs>
            </a:gsLst>
            <a:lin ang="2700000" scaled="1"/>
            <a:tileRect/>
          </a:gradFill>
          <a:ln w="38100">
            <a:gradFill flip="none" rotWithShape="1">
              <a:gsLst>
                <a:gs pos="0">
                  <a:schemeClr val="bg1"/>
                </a:gs>
                <a:gs pos="100000">
                  <a:schemeClr val="bg1">
                    <a:lumMod val="85000"/>
                  </a:schemeClr>
                </a:gs>
              </a:gsLst>
              <a:lin ang="2700000" scaled="1"/>
              <a:tileRect/>
            </a:gradFill>
          </a:ln>
          <a:effectLst>
            <a:outerShdw blurRad="88900" dist="101600" dir="2700000" algn="tl"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a:defRPr/>
            </a:pPr>
            <a:r>
              <a:rPr lang="en-US" altLang="zh-CN" sz="4500" b="1" dirty="0">
                <a:solidFill>
                  <a:srgbClr val="679E2A"/>
                </a:solidFill>
              </a:rPr>
              <a:t>05</a:t>
            </a:r>
            <a:endParaRPr lang="en-US" altLang="zh-CN" sz="4500" b="1" dirty="0">
              <a:solidFill>
                <a:srgbClr val="679E2A"/>
              </a:solidFill>
            </a:endParaRPr>
          </a:p>
        </p:txBody>
      </p:sp>
      <p:sp>
        <p:nvSpPr>
          <p:cNvPr id="20485" name="文本框 13"/>
          <p:cNvSpPr txBox="1">
            <a:spLocks noChangeArrowheads="1"/>
          </p:cNvSpPr>
          <p:nvPr/>
        </p:nvSpPr>
        <p:spPr bwMode="auto">
          <a:xfrm>
            <a:off x="2890850" y="2968229"/>
            <a:ext cx="3362300" cy="1083945"/>
          </a:xfrm>
          <a:prstGeom prst="rect">
            <a:avLst/>
          </a:prstGeom>
          <a:noFill/>
          <a:ln w="9525">
            <a:noFill/>
            <a:miter lim="800000"/>
          </a:ln>
        </p:spPr>
        <p:txBody>
          <a:bodyPr wrap="square" lIns="68580" tIns="34290" rIns="68580" bIns="34290">
            <a:spAutoFit/>
          </a:bodyPr>
          <a:lstStyle/>
          <a:p>
            <a:pPr algn="ctr"/>
            <a:r>
              <a:rPr lang="zh-CN" altLang="en-US" sz="3300" b="1" dirty="0">
                <a:solidFill>
                  <a:schemeClr val="tx1">
                    <a:lumMod val="75000"/>
                    <a:lumOff val="25000"/>
                  </a:schemeClr>
                </a:solidFill>
                <a:latin typeface="微软雅黑" panose="020B0503020204020204" pitchFamily="34" charset="-122"/>
                <a:ea typeface="微软雅黑" panose="020B0503020204020204" pitchFamily="34" charset="-122"/>
              </a:rPr>
              <a:t>研究工作计划与进度安排</a:t>
            </a:r>
            <a:endParaRPr lang="zh-CN" altLang="en-US" sz="33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grpSp>
        <p:nvGrpSpPr>
          <p:cNvPr id="8" name="组合 7"/>
          <p:cNvGrpSpPr/>
          <p:nvPr/>
        </p:nvGrpSpPr>
        <p:grpSpPr>
          <a:xfrm>
            <a:off x="6284086" y="4299943"/>
            <a:ext cx="1178923" cy="990581"/>
            <a:chOff x="304800" y="673100"/>
            <a:chExt cx="4000500" cy="4000500"/>
          </a:xfrm>
          <a:effectLst>
            <a:outerShdw blurRad="444500" dist="254000" dir="8100000" algn="tr" rotWithShape="0">
              <a:prstClr val="black">
                <a:alpha val="50000"/>
              </a:prstClr>
            </a:outerShdw>
          </a:effectLst>
        </p:grpSpPr>
        <p:sp>
          <p:nvSpPr>
            <p:cNvPr id="9" name="同心圆 11"/>
            <p:cNvSpPr/>
            <p:nvPr/>
          </p:nvSpPr>
          <p:spPr>
            <a:xfrm>
              <a:off x="304800" y="673100"/>
              <a:ext cx="4000500" cy="4000500"/>
            </a:xfrm>
            <a:prstGeom prst="hexagon">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noFill/>
              <a:prstDash val="solid"/>
            </a:ln>
            <a:effectLst/>
          </p:spPr>
          <p:txBody>
            <a:bodyPr rtlCol="0" anchor="ctr"/>
            <a:lstStyle/>
            <a:p>
              <a:pPr defTabSz="914400">
                <a:defRPr/>
              </a:pPr>
              <a:endParaRPr lang="zh-CN" altLang="en-US" kern="0">
                <a:solidFill>
                  <a:sysClr val="windowText" lastClr="000000"/>
                </a:solidFill>
                <a:latin typeface="Calibri" panose="020F0502020204030204"/>
                <a:ea typeface="宋体" panose="02010600030101010101" pitchFamily="2" charset="-122"/>
              </a:endParaRPr>
            </a:p>
          </p:txBody>
        </p:sp>
        <p:sp>
          <p:nvSpPr>
            <p:cNvPr id="10" name="椭圆 12"/>
            <p:cNvSpPr/>
            <p:nvPr/>
          </p:nvSpPr>
          <p:spPr>
            <a:xfrm>
              <a:off x="392112" y="760412"/>
              <a:ext cx="3825874" cy="3825874"/>
            </a:xfrm>
            <a:prstGeom prst="hexagon">
              <a:avLst/>
            </a:prstGeom>
            <a:gradFill>
              <a:gsLst>
                <a:gs pos="0">
                  <a:sysClr val="window" lastClr="FFFFFF"/>
                </a:gs>
                <a:gs pos="51000">
                  <a:sysClr val="window" lastClr="FFFFFF">
                    <a:lumMod val="95000"/>
                  </a:sysClr>
                </a:gs>
                <a:gs pos="100000">
                  <a:sysClr val="window" lastClr="FFFFFF">
                    <a:lumMod val="75000"/>
                  </a:sysClr>
                </a:gs>
              </a:gsLst>
              <a:lin ang="18900000" scaled="0"/>
            </a:gradFill>
            <a:ln w="25400" cap="flat" cmpd="sng" algn="ctr">
              <a:noFill/>
              <a:prstDash val="solid"/>
            </a:ln>
            <a:effectLst/>
          </p:spPr>
          <p:txBody>
            <a:bodyPr rtlCol="0" anchor="ctr"/>
            <a:lstStyle/>
            <a:p>
              <a:pPr defTabSz="914400">
                <a:defRPr/>
              </a:pPr>
              <a:endParaRPr lang="zh-CN" altLang="en-US" kern="0">
                <a:solidFill>
                  <a:sysClr val="window" lastClr="FFFFFF"/>
                </a:solidFill>
                <a:latin typeface="Calibri" panose="020F0502020204030204"/>
                <a:ea typeface="宋体" panose="02010600030101010101" pitchFamily="2" charset="-122"/>
              </a:endParaRPr>
            </a:p>
          </p:txBody>
        </p:sp>
      </p:grpSp>
      <p:grpSp>
        <p:nvGrpSpPr>
          <p:cNvPr id="11" name="组合 10"/>
          <p:cNvGrpSpPr/>
          <p:nvPr/>
        </p:nvGrpSpPr>
        <p:grpSpPr>
          <a:xfrm>
            <a:off x="4757398" y="4707084"/>
            <a:ext cx="630038" cy="529386"/>
            <a:chOff x="304800" y="673100"/>
            <a:chExt cx="4000500" cy="4000500"/>
          </a:xfrm>
          <a:effectLst>
            <a:outerShdw blurRad="444500" dist="254000" dir="8100000" algn="tr" rotWithShape="0">
              <a:prstClr val="black">
                <a:alpha val="50000"/>
              </a:prstClr>
            </a:outerShdw>
          </a:effectLst>
        </p:grpSpPr>
        <p:sp>
          <p:nvSpPr>
            <p:cNvPr id="13" name="同心圆 14"/>
            <p:cNvSpPr/>
            <p:nvPr/>
          </p:nvSpPr>
          <p:spPr>
            <a:xfrm>
              <a:off x="304800" y="673100"/>
              <a:ext cx="4000500" cy="4000500"/>
            </a:xfrm>
            <a:prstGeom prst="hexagon">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noFill/>
              <a:prstDash val="solid"/>
            </a:ln>
            <a:effectLst/>
          </p:spPr>
          <p:txBody>
            <a:bodyPr rtlCol="0" anchor="ctr"/>
            <a:lstStyle/>
            <a:p>
              <a:pPr defTabSz="914400">
                <a:defRPr/>
              </a:pPr>
              <a:endParaRPr lang="zh-CN" altLang="en-US" sz="1200" kern="0">
                <a:solidFill>
                  <a:sysClr val="windowText" lastClr="000000"/>
                </a:solidFill>
                <a:latin typeface="Calibri" panose="020F0502020204030204"/>
                <a:ea typeface="宋体" panose="02010600030101010101" pitchFamily="2" charset="-122"/>
              </a:endParaRPr>
            </a:p>
          </p:txBody>
        </p:sp>
        <p:sp>
          <p:nvSpPr>
            <p:cNvPr id="14" name="椭圆 15"/>
            <p:cNvSpPr/>
            <p:nvPr/>
          </p:nvSpPr>
          <p:spPr>
            <a:xfrm>
              <a:off x="392112" y="760412"/>
              <a:ext cx="3825874" cy="3825874"/>
            </a:xfrm>
            <a:prstGeom prst="hexagon">
              <a:avLst/>
            </a:prstGeom>
            <a:gradFill>
              <a:gsLst>
                <a:gs pos="0">
                  <a:sysClr val="window" lastClr="FFFFFF"/>
                </a:gs>
                <a:gs pos="51000">
                  <a:sysClr val="window" lastClr="FFFFFF">
                    <a:lumMod val="95000"/>
                  </a:sysClr>
                </a:gs>
                <a:gs pos="100000">
                  <a:sysClr val="window" lastClr="FFFFFF">
                    <a:lumMod val="75000"/>
                  </a:sysClr>
                </a:gs>
              </a:gsLst>
              <a:lin ang="18900000" scaled="0"/>
            </a:gradFill>
            <a:ln w="25400" cap="flat" cmpd="sng" algn="ctr">
              <a:noFill/>
              <a:prstDash val="solid"/>
            </a:ln>
            <a:effectLst/>
          </p:spPr>
          <p:txBody>
            <a:bodyPr rtlCol="0" anchor="ctr"/>
            <a:lstStyle/>
            <a:p>
              <a:pPr defTabSz="914400">
                <a:defRPr/>
              </a:pPr>
              <a:endParaRPr lang="zh-CN" altLang="en-US" sz="1200" kern="0">
                <a:solidFill>
                  <a:sysClr val="windowText" lastClr="000000"/>
                </a:solidFill>
                <a:latin typeface="Calibri" panose="020F0502020204030204"/>
                <a:ea typeface="宋体" panose="02010600030101010101" pitchFamily="2" charset="-122"/>
              </a:endParaRPr>
            </a:p>
          </p:txBody>
        </p:sp>
      </p:grpSp>
      <p:grpSp>
        <p:nvGrpSpPr>
          <p:cNvPr id="15" name="组合 14"/>
          <p:cNvGrpSpPr/>
          <p:nvPr/>
        </p:nvGrpSpPr>
        <p:grpSpPr>
          <a:xfrm>
            <a:off x="5435980" y="5063807"/>
            <a:ext cx="890249" cy="748024"/>
            <a:chOff x="304800" y="673100"/>
            <a:chExt cx="4000500" cy="4000500"/>
          </a:xfrm>
          <a:effectLst>
            <a:outerShdw blurRad="444500" dist="254000" dir="8100000" algn="tr" rotWithShape="0">
              <a:prstClr val="black">
                <a:alpha val="50000"/>
              </a:prstClr>
            </a:outerShdw>
          </a:effectLst>
        </p:grpSpPr>
        <p:sp>
          <p:nvSpPr>
            <p:cNvPr id="16" name="同心圆 17"/>
            <p:cNvSpPr/>
            <p:nvPr/>
          </p:nvSpPr>
          <p:spPr>
            <a:xfrm>
              <a:off x="304800" y="673100"/>
              <a:ext cx="4000500" cy="4000500"/>
            </a:xfrm>
            <a:prstGeom prst="hexagon">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noFill/>
              <a:prstDash val="solid"/>
            </a:ln>
            <a:effectLst/>
          </p:spPr>
          <p:txBody>
            <a:bodyPr rtlCol="0" anchor="ctr"/>
            <a:lstStyle/>
            <a:p>
              <a:pPr defTabSz="914400">
                <a:defRPr/>
              </a:pPr>
              <a:endParaRPr lang="zh-CN" altLang="en-US" sz="1200" kern="0">
                <a:solidFill>
                  <a:sysClr val="windowText" lastClr="000000"/>
                </a:solidFill>
                <a:latin typeface="Calibri" panose="020F0502020204030204"/>
                <a:ea typeface="宋体" panose="02010600030101010101" pitchFamily="2" charset="-122"/>
              </a:endParaRPr>
            </a:p>
          </p:txBody>
        </p:sp>
        <p:sp>
          <p:nvSpPr>
            <p:cNvPr id="17" name="椭圆 18"/>
            <p:cNvSpPr/>
            <p:nvPr/>
          </p:nvSpPr>
          <p:spPr>
            <a:xfrm>
              <a:off x="392112" y="760412"/>
              <a:ext cx="3825874" cy="3825874"/>
            </a:xfrm>
            <a:prstGeom prst="hexagon">
              <a:avLst/>
            </a:prstGeom>
            <a:gradFill>
              <a:gsLst>
                <a:gs pos="0">
                  <a:sysClr val="window" lastClr="FFFFFF"/>
                </a:gs>
                <a:gs pos="51000">
                  <a:sysClr val="window" lastClr="FFFFFF">
                    <a:lumMod val="95000"/>
                  </a:sysClr>
                </a:gs>
                <a:gs pos="100000">
                  <a:sysClr val="window" lastClr="FFFFFF">
                    <a:lumMod val="75000"/>
                  </a:sysClr>
                </a:gs>
              </a:gsLst>
              <a:lin ang="18900000" scaled="0"/>
            </a:gradFill>
            <a:ln w="25400" cap="flat" cmpd="sng" algn="ctr">
              <a:noFill/>
              <a:prstDash val="solid"/>
            </a:ln>
            <a:effectLst/>
          </p:spPr>
          <p:txBody>
            <a:bodyPr rtlCol="0" anchor="ctr"/>
            <a:lstStyle/>
            <a:p>
              <a:pPr defTabSz="914400">
                <a:defRPr/>
              </a:pPr>
              <a:endParaRPr lang="zh-CN" altLang="en-US" sz="1200" kern="0">
                <a:solidFill>
                  <a:sysClr val="windowText" lastClr="000000"/>
                </a:solidFill>
                <a:latin typeface="Calibri" panose="020F0502020204030204"/>
                <a:ea typeface="宋体" panose="02010600030101010101" pitchFamily="2" charset="-122"/>
              </a:endParaRPr>
            </a:p>
          </p:txBody>
        </p:sp>
      </p:grpSp>
      <p:grpSp>
        <p:nvGrpSpPr>
          <p:cNvPr id="18" name="组合 17"/>
          <p:cNvGrpSpPr/>
          <p:nvPr/>
        </p:nvGrpSpPr>
        <p:grpSpPr>
          <a:xfrm>
            <a:off x="7757778" y="4841201"/>
            <a:ext cx="685592" cy="576062"/>
            <a:chOff x="304800" y="673100"/>
            <a:chExt cx="4000500" cy="4000500"/>
          </a:xfrm>
          <a:effectLst>
            <a:outerShdw blurRad="444500" dist="254000" dir="8100000" algn="tr" rotWithShape="0">
              <a:prstClr val="black">
                <a:alpha val="50000"/>
              </a:prstClr>
            </a:outerShdw>
          </a:effectLst>
        </p:grpSpPr>
        <p:sp>
          <p:nvSpPr>
            <p:cNvPr id="19" name="同心圆 20"/>
            <p:cNvSpPr/>
            <p:nvPr/>
          </p:nvSpPr>
          <p:spPr>
            <a:xfrm>
              <a:off x="304800" y="673100"/>
              <a:ext cx="4000500" cy="4000500"/>
            </a:xfrm>
            <a:prstGeom prst="hexagon">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noFill/>
              <a:prstDash val="solid"/>
            </a:ln>
            <a:effectLst/>
          </p:spPr>
          <p:txBody>
            <a:bodyPr rtlCol="0" anchor="ctr"/>
            <a:lstStyle/>
            <a:p>
              <a:pPr defTabSz="914400">
                <a:defRPr/>
              </a:pPr>
              <a:endParaRPr lang="zh-CN" altLang="en-US" kern="0">
                <a:solidFill>
                  <a:sysClr val="windowText" lastClr="000000"/>
                </a:solidFill>
                <a:latin typeface="Calibri" panose="020F0502020204030204"/>
                <a:ea typeface="宋体" panose="02010600030101010101" pitchFamily="2" charset="-122"/>
              </a:endParaRPr>
            </a:p>
          </p:txBody>
        </p:sp>
        <p:sp>
          <p:nvSpPr>
            <p:cNvPr id="20" name="椭圆 21"/>
            <p:cNvSpPr/>
            <p:nvPr/>
          </p:nvSpPr>
          <p:spPr>
            <a:xfrm>
              <a:off x="392112" y="760412"/>
              <a:ext cx="3825874" cy="3825874"/>
            </a:xfrm>
            <a:prstGeom prst="hexagon">
              <a:avLst/>
            </a:prstGeom>
            <a:gradFill>
              <a:gsLst>
                <a:gs pos="0">
                  <a:sysClr val="window" lastClr="FFFFFF"/>
                </a:gs>
                <a:gs pos="51000">
                  <a:sysClr val="window" lastClr="FFFFFF">
                    <a:lumMod val="95000"/>
                  </a:sysClr>
                </a:gs>
                <a:gs pos="100000">
                  <a:sysClr val="window" lastClr="FFFFFF">
                    <a:lumMod val="75000"/>
                  </a:sysClr>
                </a:gs>
              </a:gsLst>
              <a:lin ang="18900000" scaled="0"/>
            </a:gradFill>
            <a:ln w="25400" cap="flat" cmpd="sng" algn="ctr">
              <a:noFill/>
              <a:prstDash val="solid"/>
            </a:ln>
            <a:effectLst/>
          </p:spPr>
          <p:txBody>
            <a:bodyPr rtlCol="0" anchor="ctr"/>
            <a:lstStyle/>
            <a:p>
              <a:pPr defTabSz="914400">
                <a:defRPr/>
              </a:pPr>
              <a:endParaRPr lang="zh-CN" altLang="en-US" kern="0">
                <a:solidFill>
                  <a:sysClr val="window" lastClr="FFFFFF"/>
                </a:solidFill>
                <a:latin typeface="Calibri" panose="020F0502020204030204"/>
                <a:ea typeface="宋体" panose="02010600030101010101" pitchFamily="2" charset="-122"/>
              </a:endParaRPr>
            </a:p>
          </p:txBody>
        </p:sp>
      </p:grpSp>
      <p:grpSp>
        <p:nvGrpSpPr>
          <p:cNvPr id="21" name="组合 20"/>
          <p:cNvGrpSpPr/>
          <p:nvPr/>
        </p:nvGrpSpPr>
        <p:grpSpPr>
          <a:xfrm>
            <a:off x="766340" y="5134279"/>
            <a:ext cx="588678" cy="494633"/>
            <a:chOff x="304800" y="673100"/>
            <a:chExt cx="4000500" cy="4000500"/>
          </a:xfrm>
          <a:effectLst>
            <a:outerShdw blurRad="444500" dist="254000" dir="8100000" algn="tr" rotWithShape="0">
              <a:prstClr val="black">
                <a:alpha val="50000"/>
              </a:prstClr>
            </a:outerShdw>
          </a:effectLst>
        </p:grpSpPr>
        <p:sp>
          <p:nvSpPr>
            <p:cNvPr id="22" name="同心圆 23"/>
            <p:cNvSpPr/>
            <p:nvPr/>
          </p:nvSpPr>
          <p:spPr>
            <a:xfrm>
              <a:off x="304800" y="673100"/>
              <a:ext cx="4000500" cy="4000500"/>
            </a:xfrm>
            <a:prstGeom prst="hexagon">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noFill/>
              <a:prstDash val="solid"/>
            </a:ln>
            <a:effectLst/>
          </p:spPr>
          <p:txBody>
            <a:bodyPr rtlCol="0" anchor="ctr"/>
            <a:lstStyle/>
            <a:p>
              <a:pPr defTabSz="914400">
                <a:defRPr/>
              </a:pPr>
              <a:endParaRPr lang="zh-CN" altLang="en-US" sz="1200" kern="0">
                <a:solidFill>
                  <a:sysClr val="windowText" lastClr="000000"/>
                </a:solidFill>
                <a:latin typeface="Calibri" panose="020F0502020204030204"/>
                <a:ea typeface="宋体" panose="02010600030101010101" pitchFamily="2" charset="-122"/>
              </a:endParaRPr>
            </a:p>
          </p:txBody>
        </p:sp>
        <p:sp>
          <p:nvSpPr>
            <p:cNvPr id="23" name="椭圆 24"/>
            <p:cNvSpPr/>
            <p:nvPr/>
          </p:nvSpPr>
          <p:spPr>
            <a:xfrm>
              <a:off x="392112" y="760412"/>
              <a:ext cx="3825874" cy="3825874"/>
            </a:xfrm>
            <a:prstGeom prst="hexagon">
              <a:avLst/>
            </a:prstGeom>
            <a:gradFill>
              <a:gsLst>
                <a:gs pos="0">
                  <a:sysClr val="window" lastClr="FFFFFF"/>
                </a:gs>
                <a:gs pos="51000">
                  <a:sysClr val="window" lastClr="FFFFFF">
                    <a:lumMod val="95000"/>
                  </a:sysClr>
                </a:gs>
                <a:gs pos="100000">
                  <a:sysClr val="window" lastClr="FFFFFF">
                    <a:lumMod val="75000"/>
                  </a:sysClr>
                </a:gs>
              </a:gsLst>
              <a:lin ang="18900000" scaled="0"/>
            </a:gradFill>
            <a:ln w="25400" cap="flat" cmpd="sng" algn="ctr">
              <a:noFill/>
              <a:prstDash val="solid"/>
            </a:ln>
            <a:effectLst/>
          </p:spPr>
          <p:txBody>
            <a:bodyPr rtlCol="0" anchor="ctr"/>
            <a:lstStyle/>
            <a:p>
              <a:pPr defTabSz="914400">
                <a:defRPr/>
              </a:pPr>
              <a:endParaRPr lang="zh-CN" altLang="en-US" sz="1200" kern="0">
                <a:solidFill>
                  <a:sysClr val="windowText" lastClr="000000"/>
                </a:solidFill>
                <a:latin typeface="Calibri" panose="020F0502020204030204"/>
                <a:ea typeface="宋体" panose="02010600030101010101" pitchFamily="2" charset="-122"/>
              </a:endParaRPr>
            </a:p>
          </p:txBody>
        </p:sp>
      </p:grpSp>
      <p:grpSp>
        <p:nvGrpSpPr>
          <p:cNvPr id="24" name="组合 23"/>
          <p:cNvGrpSpPr/>
          <p:nvPr/>
        </p:nvGrpSpPr>
        <p:grpSpPr>
          <a:xfrm>
            <a:off x="3961991" y="4569885"/>
            <a:ext cx="252414" cy="212090"/>
            <a:chOff x="304800" y="673100"/>
            <a:chExt cx="4000500" cy="4000500"/>
          </a:xfrm>
          <a:effectLst>
            <a:outerShdw blurRad="444500" dist="254000" dir="8100000" algn="tr" rotWithShape="0">
              <a:prstClr val="black">
                <a:alpha val="50000"/>
              </a:prstClr>
            </a:outerShdw>
          </a:effectLst>
        </p:grpSpPr>
        <p:sp>
          <p:nvSpPr>
            <p:cNvPr id="25" name="同心圆 26"/>
            <p:cNvSpPr/>
            <p:nvPr/>
          </p:nvSpPr>
          <p:spPr>
            <a:xfrm>
              <a:off x="304800" y="673100"/>
              <a:ext cx="4000500" cy="4000500"/>
            </a:xfrm>
            <a:prstGeom prst="hexagon">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noFill/>
              <a:prstDash val="solid"/>
            </a:ln>
            <a:effectLst/>
          </p:spPr>
          <p:txBody>
            <a:bodyPr rtlCol="0" anchor="ctr"/>
            <a:lstStyle/>
            <a:p>
              <a:pPr defTabSz="914400">
                <a:defRPr/>
              </a:pPr>
              <a:endParaRPr lang="zh-CN" altLang="en-US" sz="1200" kern="0">
                <a:solidFill>
                  <a:sysClr val="windowText" lastClr="000000"/>
                </a:solidFill>
                <a:latin typeface="Calibri" panose="020F0502020204030204"/>
                <a:ea typeface="宋体" panose="02010600030101010101" pitchFamily="2" charset="-122"/>
              </a:endParaRPr>
            </a:p>
          </p:txBody>
        </p:sp>
        <p:sp>
          <p:nvSpPr>
            <p:cNvPr id="26" name="椭圆 27"/>
            <p:cNvSpPr/>
            <p:nvPr/>
          </p:nvSpPr>
          <p:spPr>
            <a:xfrm>
              <a:off x="392112" y="760412"/>
              <a:ext cx="3825874" cy="3825874"/>
            </a:xfrm>
            <a:prstGeom prst="hexagon">
              <a:avLst/>
            </a:prstGeom>
            <a:gradFill>
              <a:gsLst>
                <a:gs pos="0">
                  <a:sysClr val="window" lastClr="FFFFFF"/>
                </a:gs>
                <a:gs pos="51000">
                  <a:sysClr val="window" lastClr="FFFFFF">
                    <a:lumMod val="95000"/>
                  </a:sysClr>
                </a:gs>
                <a:gs pos="100000">
                  <a:sysClr val="window" lastClr="FFFFFF">
                    <a:lumMod val="75000"/>
                  </a:sysClr>
                </a:gs>
              </a:gsLst>
              <a:lin ang="18900000" scaled="0"/>
            </a:gradFill>
            <a:ln w="25400" cap="flat" cmpd="sng" algn="ctr">
              <a:noFill/>
              <a:prstDash val="solid"/>
            </a:ln>
            <a:effectLst/>
          </p:spPr>
          <p:txBody>
            <a:bodyPr rtlCol="0" anchor="ctr"/>
            <a:lstStyle/>
            <a:p>
              <a:pPr defTabSz="914400">
                <a:defRPr/>
              </a:pPr>
              <a:endParaRPr lang="zh-CN" altLang="en-US" sz="1200" kern="0">
                <a:solidFill>
                  <a:sysClr val="windowText" lastClr="000000"/>
                </a:solidFill>
                <a:latin typeface="Calibri" panose="020F0502020204030204"/>
                <a:ea typeface="宋体" panose="02010600030101010101" pitchFamily="2" charset="-122"/>
              </a:endParaRPr>
            </a:p>
          </p:txBody>
        </p:sp>
      </p:grpSp>
      <p:grpSp>
        <p:nvGrpSpPr>
          <p:cNvPr id="27" name="组合 26"/>
          <p:cNvGrpSpPr/>
          <p:nvPr/>
        </p:nvGrpSpPr>
        <p:grpSpPr>
          <a:xfrm>
            <a:off x="3180838" y="4411336"/>
            <a:ext cx="528914" cy="444416"/>
            <a:chOff x="304800" y="673100"/>
            <a:chExt cx="4000500" cy="4000500"/>
          </a:xfrm>
          <a:effectLst>
            <a:outerShdw blurRad="444500" dist="254000" dir="8100000" algn="tr" rotWithShape="0">
              <a:prstClr val="black">
                <a:alpha val="50000"/>
              </a:prstClr>
            </a:outerShdw>
          </a:effectLst>
        </p:grpSpPr>
        <p:sp>
          <p:nvSpPr>
            <p:cNvPr id="28" name="同心圆 29"/>
            <p:cNvSpPr/>
            <p:nvPr/>
          </p:nvSpPr>
          <p:spPr>
            <a:xfrm>
              <a:off x="304800" y="673100"/>
              <a:ext cx="4000500" cy="4000500"/>
            </a:xfrm>
            <a:prstGeom prst="hexagon">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noFill/>
              <a:prstDash val="solid"/>
            </a:ln>
            <a:effectLst/>
          </p:spPr>
          <p:txBody>
            <a:bodyPr rtlCol="0" anchor="ctr"/>
            <a:lstStyle/>
            <a:p>
              <a:pPr defTabSz="914400">
                <a:defRPr/>
              </a:pPr>
              <a:endParaRPr lang="zh-CN" altLang="en-US" sz="1200" kern="0">
                <a:solidFill>
                  <a:sysClr val="windowText" lastClr="000000"/>
                </a:solidFill>
                <a:latin typeface="Calibri" panose="020F0502020204030204"/>
                <a:ea typeface="宋体" panose="02010600030101010101" pitchFamily="2" charset="-122"/>
              </a:endParaRPr>
            </a:p>
          </p:txBody>
        </p:sp>
        <p:sp>
          <p:nvSpPr>
            <p:cNvPr id="29" name="椭圆 30"/>
            <p:cNvSpPr/>
            <p:nvPr/>
          </p:nvSpPr>
          <p:spPr>
            <a:xfrm>
              <a:off x="392112" y="760412"/>
              <a:ext cx="3825874" cy="3825874"/>
            </a:xfrm>
            <a:prstGeom prst="hexagon">
              <a:avLst/>
            </a:prstGeom>
            <a:gradFill>
              <a:gsLst>
                <a:gs pos="0">
                  <a:sysClr val="window" lastClr="FFFFFF"/>
                </a:gs>
                <a:gs pos="51000">
                  <a:sysClr val="window" lastClr="FFFFFF">
                    <a:lumMod val="95000"/>
                  </a:sysClr>
                </a:gs>
                <a:gs pos="100000">
                  <a:sysClr val="window" lastClr="FFFFFF">
                    <a:lumMod val="75000"/>
                  </a:sysClr>
                </a:gs>
              </a:gsLst>
              <a:lin ang="18900000" scaled="0"/>
            </a:gradFill>
            <a:ln w="25400" cap="flat" cmpd="sng" algn="ctr">
              <a:noFill/>
              <a:prstDash val="solid"/>
            </a:ln>
            <a:effectLst/>
          </p:spPr>
          <p:txBody>
            <a:bodyPr rtlCol="0" anchor="ctr"/>
            <a:lstStyle/>
            <a:p>
              <a:pPr defTabSz="914400">
                <a:defRPr/>
              </a:pPr>
              <a:endParaRPr lang="zh-CN" altLang="en-US" sz="1200" kern="0">
                <a:solidFill>
                  <a:sysClr val="windowText" lastClr="000000"/>
                </a:solidFill>
                <a:latin typeface="Calibri" panose="020F0502020204030204"/>
                <a:ea typeface="宋体" panose="02010600030101010101" pitchFamily="2" charset="-122"/>
              </a:endParaRPr>
            </a:p>
          </p:txBody>
        </p:sp>
      </p:grpSp>
      <p:grpSp>
        <p:nvGrpSpPr>
          <p:cNvPr id="30" name="组合 29"/>
          <p:cNvGrpSpPr/>
          <p:nvPr/>
        </p:nvGrpSpPr>
        <p:grpSpPr>
          <a:xfrm>
            <a:off x="8700986" y="4401221"/>
            <a:ext cx="1178923" cy="990581"/>
            <a:chOff x="304800" y="673100"/>
            <a:chExt cx="4000500" cy="4000500"/>
          </a:xfrm>
          <a:effectLst>
            <a:outerShdw blurRad="444500" dist="254000" dir="8100000" algn="tr" rotWithShape="0">
              <a:prstClr val="black">
                <a:alpha val="50000"/>
              </a:prstClr>
            </a:outerShdw>
          </a:effectLst>
        </p:grpSpPr>
        <p:sp>
          <p:nvSpPr>
            <p:cNvPr id="31" name="同心圆 32"/>
            <p:cNvSpPr/>
            <p:nvPr/>
          </p:nvSpPr>
          <p:spPr>
            <a:xfrm>
              <a:off x="304800" y="673100"/>
              <a:ext cx="4000500" cy="4000500"/>
            </a:xfrm>
            <a:prstGeom prst="hexagon">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noFill/>
              <a:prstDash val="solid"/>
            </a:ln>
            <a:effectLst/>
          </p:spPr>
          <p:txBody>
            <a:bodyPr rtlCol="0" anchor="ctr"/>
            <a:lstStyle/>
            <a:p>
              <a:pPr defTabSz="914400">
                <a:defRPr/>
              </a:pPr>
              <a:endParaRPr lang="zh-CN" altLang="en-US" kern="0">
                <a:solidFill>
                  <a:sysClr val="windowText" lastClr="000000"/>
                </a:solidFill>
                <a:latin typeface="Calibri" panose="020F0502020204030204"/>
                <a:ea typeface="宋体" panose="02010600030101010101" pitchFamily="2" charset="-122"/>
              </a:endParaRPr>
            </a:p>
          </p:txBody>
        </p:sp>
        <p:sp>
          <p:nvSpPr>
            <p:cNvPr id="32" name="椭圆 33"/>
            <p:cNvSpPr/>
            <p:nvPr/>
          </p:nvSpPr>
          <p:spPr>
            <a:xfrm>
              <a:off x="392112" y="760412"/>
              <a:ext cx="3825874" cy="3825874"/>
            </a:xfrm>
            <a:prstGeom prst="hexagon">
              <a:avLst/>
            </a:prstGeom>
            <a:gradFill>
              <a:gsLst>
                <a:gs pos="0">
                  <a:sysClr val="window" lastClr="FFFFFF"/>
                </a:gs>
                <a:gs pos="51000">
                  <a:sysClr val="window" lastClr="FFFFFF">
                    <a:lumMod val="95000"/>
                  </a:sysClr>
                </a:gs>
                <a:gs pos="100000">
                  <a:sysClr val="window" lastClr="FFFFFF">
                    <a:lumMod val="75000"/>
                  </a:sysClr>
                </a:gs>
              </a:gsLst>
              <a:lin ang="18900000" scaled="0"/>
            </a:gradFill>
            <a:ln w="25400" cap="flat" cmpd="sng" algn="ctr">
              <a:noFill/>
              <a:prstDash val="solid"/>
            </a:ln>
            <a:effectLst/>
          </p:spPr>
          <p:txBody>
            <a:bodyPr rtlCol="0" anchor="ctr"/>
            <a:lstStyle/>
            <a:p>
              <a:pPr defTabSz="914400">
                <a:defRPr/>
              </a:pPr>
              <a:endParaRPr lang="zh-CN" altLang="en-US" kern="0">
                <a:solidFill>
                  <a:sysClr val="window" lastClr="FFFFFF"/>
                </a:solidFill>
                <a:latin typeface="Calibri" panose="020F0502020204030204"/>
                <a:ea typeface="宋体" panose="02010600030101010101" pitchFamily="2" charset="-122"/>
              </a:endParaRPr>
            </a:p>
          </p:txBody>
        </p:sp>
      </p:grpSp>
      <p:grpSp>
        <p:nvGrpSpPr>
          <p:cNvPr id="33" name="组合 32"/>
          <p:cNvGrpSpPr/>
          <p:nvPr/>
        </p:nvGrpSpPr>
        <p:grpSpPr>
          <a:xfrm>
            <a:off x="4419051" y="4360488"/>
            <a:ext cx="223013" cy="187385"/>
            <a:chOff x="304800" y="673100"/>
            <a:chExt cx="4000500" cy="4000500"/>
          </a:xfrm>
          <a:effectLst>
            <a:outerShdw blurRad="444500" dist="254000" dir="8100000" algn="tr" rotWithShape="0">
              <a:prstClr val="black">
                <a:alpha val="50000"/>
              </a:prstClr>
            </a:outerShdw>
          </a:effectLst>
        </p:grpSpPr>
        <p:sp>
          <p:nvSpPr>
            <p:cNvPr id="34" name="同心圆 35"/>
            <p:cNvSpPr/>
            <p:nvPr/>
          </p:nvSpPr>
          <p:spPr>
            <a:xfrm>
              <a:off x="304800" y="673100"/>
              <a:ext cx="4000500" cy="4000500"/>
            </a:xfrm>
            <a:prstGeom prst="hexagon">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noFill/>
              <a:prstDash val="solid"/>
            </a:ln>
            <a:effectLst/>
          </p:spPr>
          <p:txBody>
            <a:bodyPr rtlCol="0" anchor="ctr"/>
            <a:lstStyle/>
            <a:p>
              <a:pPr defTabSz="914400">
                <a:defRPr/>
              </a:pPr>
              <a:endParaRPr lang="zh-CN" altLang="en-US" sz="1200" kern="0">
                <a:solidFill>
                  <a:sysClr val="windowText" lastClr="000000"/>
                </a:solidFill>
                <a:latin typeface="Calibri" panose="020F0502020204030204"/>
                <a:ea typeface="宋体" panose="02010600030101010101" pitchFamily="2" charset="-122"/>
              </a:endParaRPr>
            </a:p>
          </p:txBody>
        </p:sp>
        <p:sp>
          <p:nvSpPr>
            <p:cNvPr id="35" name="椭圆 36"/>
            <p:cNvSpPr/>
            <p:nvPr/>
          </p:nvSpPr>
          <p:spPr>
            <a:xfrm>
              <a:off x="392112" y="760412"/>
              <a:ext cx="3825874" cy="3825874"/>
            </a:xfrm>
            <a:prstGeom prst="hexagon">
              <a:avLst/>
            </a:prstGeom>
            <a:gradFill>
              <a:gsLst>
                <a:gs pos="0">
                  <a:sysClr val="window" lastClr="FFFFFF"/>
                </a:gs>
                <a:gs pos="51000">
                  <a:sysClr val="window" lastClr="FFFFFF">
                    <a:lumMod val="95000"/>
                  </a:sysClr>
                </a:gs>
                <a:gs pos="100000">
                  <a:sysClr val="window" lastClr="FFFFFF">
                    <a:lumMod val="75000"/>
                  </a:sysClr>
                </a:gs>
              </a:gsLst>
              <a:lin ang="18900000" scaled="0"/>
            </a:gradFill>
            <a:ln w="25400" cap="flat" cmpd="sng" algn="ctr">
              <a:noFill/>
              <a:prstDash val="solid"/>
            </a:ln>
            <a:effectLst/>
          </p:spPr>
          <p:txBody>
            <a:bodyPr rtlCol="0" anchor="ctr"/>
            <a:lstStyle/>
            <a:p>
              <a:pPr defTabSz="914400">
                <a:defRPr/>
              </a:pPr>
              <a:endParaRPr lang="zh-CN" altLang="en-US" sz="1200" kern="0">
                <a:solidFill>
                  <a:sysClr val="windowText" lastClr="000000"/>
                </a:solidFill>
                <a:latin typeface="Calibri" panose="020F0502020204030204"/>
                <a:ea typeface="宋体" panose="02010600030101010101" pitchFamily="2" charset="-122"/>
              </a:endParaRPr>
            </a:p>
          </p:txBody>
        </p:sp>
      </p:grpSp>
      <p:grpSp>
        <p:nvGrpSpPr>
          <p:cNvPr id="36" name="组合 35"/>
          <p:cNvGrpSpPr/>
          <p:nvPr/>
        </p:nvGrpSpPr>
        <p:grpSpPr>
          <a:xfrm>
            <a:off x="1942885" y="4894390"/>
            <a:ext cx="1178923" cy="990581"/>
            <a:chOff x="304800" y="673100"/>
            <a:chExt cx="4000500" cy="4000500"/>
          </a:xfrm>
          <a:effectLst>
            <a:outerShdw blurRad="444500" dist="254000" dir="8100000" algn="tr" rotWithShape="0">
              <a:prstClr val="black">
                <a:alpha val="50000"/>
              </a:prstClr>
            </a:outerShdw>
          </a:effectLst>
        </p:grpSpPr>
        <p:sp>
          <p:nvSpPr>
            <p:cNvPr id="37" name="同心圆 38"/>
            <p:cNvSpPr/>
            <p:nvPr/>
          </p:nvSpPr>
          <p:spPr>
            <a:xfrm>
              <a:off x="304800" y="673100"/>
              <a:ext cx="4000500" cy="4000500"/>
            </a:xfrm>
            <a:prstGeom prst="hexagon">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noFill/>
              <a:prstDash val="solid"/>
            </a:ln>
            <a:effectLst/>
          </p:spPr>
          <p:txBody>
            <a:bodyPr rtlCol="0" anchor="ctr"/>
            <a:lstStyle/>
            <a:p>
              <a:pPr defTabSz="914400">
                <a:defRPr/>
              </a:pPr>
              <a:endParaRPr lang="zh-CN" altLang="en-US" kern="0">
                <a:solidFill>
                  <a:sysClr val="windowText" lastClr="000000"/>
                </a:solidFill>
                <a:latin typeface="Calibri" panose="020F0502020204030204"/>
                <a:ea typeface="宋体" panose="02010600030101010101" pitchFamily="2" charset="-122"/>
              </a:endParaRPr>
            </a:p>
          </p:txBody>
        </p:sp>
        <p:sp>
          <p:nvSpPr>
            <p:cNvPr id="38" name="椭圆 39"/>
            <p:cNvSpPr/>
            <p:nvPr/>
          </p:nvSpPr>
          <p:spPr>
            <a:xfrm>
              <a:off x="392112" y="760412"/>
              <a:ext cx="3825873" cy="3825873"/>
            </a:xfrm>
            <a:prstGeom prst="hexagon">
              <a:avLst/>
            </a:prstGeom>
            <a:gradFill>
              <a:gsLst>
                <a:gs pos="0">
                  <a:sysClr val="window" lastClr="FFFFFF"/>
                </a:gs>
                <a:gs pos="51000">
                  <a:sysClr val="window" lastClr="FFFFFF">
                    <a:lumMod val="95000"/>
                  </a:sysClr>
                </a:gs>
                <a:gs pos="100000">
                  <a:sysClr val="window" lastClr="FFFFFF">
                    <a:lumMod val="75000"/>
                  </a:sysClr>
                </a:gs>
              </a:gsLst>
              <a:lin ang="18900000" scaled="0"/>
            </a:gradFill>
            <a:ln w="25400" cap="flat" cmpd="sng" algn="ctr">
              <a:noFill/>
              <a:prstDash val="solid"/>
            </a:ln>
            <a:effectLst/>
          </p:spPr>
          <p:txBody>
            <a:bodyPr rtlCol="0" anchor="ctr"/>
            <a:lstStyle/>
            <a:p>
              <a:pPr defTabSz="914400">
                <a:defRPr/>
              </a:pPr>
              <a:endParaRPr lang="zh-CN" altLang="en-US" kern="0">
                <a:solidFill>
                  <a:sysClr val="window" lastClr="FFFFFF"/>
                </a:solidFill>
                <a:latin typeface="Calibri" panose="020F0502020204030204"/>
                <a:ea typeface="宋体" panose="02010600030101010101" pitchFamily="2" charset="-122"/>
              </a:endParaRPr>
            </a:p>
          </p:txBody>
        </p:sp>
      </p:grpSp>
      <p:grpSp>
        <p:nvGrpSpPr>
          <p:cNvPr id="39" name="组合 38"/>
          <p:cNvGrpSpPr/>
          <p:nvPr/>
        </p:nvGrpSpPr>
        <p:grpSpPr>
          <a:xfrm>
            <a:off x="1275029" y="4689485"/>
            <a:ext cx="520034" cy="436956"/>
            <a:chOff x="304800" y="673100"/>
            <a:chExt cx="4000500" cy="4000500"/>
          </a:xfrm>
          <a:effectLst>
            <a:outerShdw blurRad="444500" dist="254000" dir="8100000" algn="tr" rotWithShape="0">
              <a:prstClr val="black">
                <a:alpha val="50000"/>
              </a:prstClr>
            </a:outerShdw>
          </a:effectLst>
        </p:grpSpPr>
        <p:sp>
          <p:nvSpPr>
            <p:cNvPr id="40" name="同心圆 41"/>
            <p:cNvSpPr/>
            <p:nvPr/>
          </p:nvSpPr>
          <p:spPr>
            <a:xfrm>
              <a:off x="304800" y="673100"/>
              <a:ext cx="4000500" cy="4000500"/>
            </a:xfrm>
            <a:prstGeom prst="hexagon">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noFill/>
              <a:prstDash val="solid"/>
            </a:ln>
            <a:effectLst/>
          </p:spPr>
          <p:txBody>
            <a:bodyPr rtlCol="0" anchor="ctr"/>
            <a:lstStyle/>
            <a:p>
              <a:pPr defTabSz="914400">
                <a:defRPr/>
              </a:pPr>
              <a:endParaRPr lang="zh-CN" altLang="en-US" sz="1200" kern="0">
                <a:solidFill>
                  <a:sysClr val="windowText" lastClr="000000"/>
                </a:solidFill>
                <a:latin typeface="Calibri" panose="020F0502020204030204"/>
                <a:ea typeface="宋体" panose="02010600030101010101" pitchFamily="2" charset="-122"/>
              </a:endParaRPr>
            </a:p>
          </p:txBody>
        </p:sp>
        <p:sp>
          <p:nvSpPr>
            <p:cNvPr id="41" name="椭圆 42"/>
            <p:cNvSpPr/>
            <p:nvPr/>
          </p:nvSpPr>
          <p:spPr>
            <a:xfrm>
              <a:off x="392112" y="760412"/>
              <a:ext cx="3825874" cy="3825874"/>
            </a:xfrm>
            <a:prstGeom prst="hexagon">
              <a:avLst/>
            </a:prstGeom>
            <a:gradFill>
              <a:gsLst>
                <a:gs pos="0">
                  <a:sysClr val="window" lastClr="FFFFFF"/>
                </a:gs>
                <a:gs pos="51000">
                  <a:sysClr val="window" lastClr="FFFFFF">
                    <a:lumMod val="95000"/>
                  </a:sysClr>
                </a:gs>
                <a:gs pos="100000">
                  <a:sysClr val="window" lastClr="FFFFFF">
                    <a:lumMod val="75000"/>
                  </a:sysClr>
                </a:gs>
              </a:gsLst>
              <a:lin ang="18900000" scaled="0"/>
            </a:gradFill>
            <a:ln w="25400" cap="flat" cmpd="sng" algn="ctr">
              <a:noFill/>
              <a:prstDash val="solid"/>
            </a:ln>
            <a:effectLst/>
          </p:spPr>
          <p:txBody>
            <a:bodyPr rtlCol="0" anchor="ctr"/>
            <a:lstStyle/>
            <a:p>
              <a:pPr defTabSz="914400">
                <a:defRPr/>
              </a:pPr>
              <a:endParaRPr lang="zh-CN" altLang="en-US" sz="1200" kern="0">
                <a:solidFill>
                  <a:sysClr val="windowText" lastClr="000000"/>
                </a:solidFill>
                <a:latin typeface="Calibri" panose="020F0502020204030204"/>
                <a:ea typeface="宋体" panose="02010600030101010101" pitchFamily="2" charset="-122"/>
              </a:endParaRPr>
            </a:p>
          </p:txBody>
        </p:sp>
      </p:grpSp>
      <p:grpSp>
        <p:nvGrpSpPr>
          <p:cNvPr id="42" name="组合 41"/>
          <p:cNvGrpSpPr/>
          <p:nvPr/>
        </p:nvGrpSpPr>
        <p:grpSpPr>
          <a:xfrm>
            <a:off x="291040" y="4972059"/>
            <a:ext cx="316781" cy="266173"/>
            <a:chOff x="304800" y="673100"/>
            <a:chExt cx="4000500" cy="4000500"/>
          </a:xfrm>
          <a:effectLst>
            <a:outerShdw blurRad="444500" dist="254000" dir="8100000" algn="tr" rotWithShape="0">
              <a:prstClr val="black">
                <a:alpha val="50000"/>
              </a:prstClr>
            </a:outerShdw>
          </a:effectLst>
        </p:grpSpPr>
        <p:sp>
          <p:nvSpPr>
            <p:cNvPr id="43" name="同心圆 44"/>
            <p:cNvSpPr/>
            <p:nvPr/>
          </p:nvSpPr>
          <p:spPr>
            <a:xfrm>
              <a:off x="304800" y="673100"/>
              <a:ext cx="4000500" cy="4000500"/>
            </a:xfrm>
            <a:prstGeom prst="hexagon">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noFill/>
              <a:prstDash val="solid"/>
            </a:ln>
            <a:effectLst/>
          </p:spPr>
          <p:txBody>
            <a:bodyPr rtlCol="0" anchor="ctr"/>
            <a:lstStyle/>
            <a:p>
              <a:pPr defTabSz="914400">
                <a:defRPr/>
              </a:pPr>
              <a:endParaRPr lang="zh-CN" altLang="en-US" sz="1200" kern="0">
                <a:solidFill>
                  <a:sysClr val="windowText" lastClr="000000"/>
                </a:solidFill>
                <a:latin typeface="Calibri" panose="020F0502020204030204"/>
                <a:ea typeface="宋体" panose="02010600030101010101" pitchFamily="2" charset="-122"/>
              </a:endParaRPr>
            </a:p>
          </p:txBody>
        </p:sp>
        <p:sp>
          <p:nvSpPr>
            <p:cNvPr id="44" name="椭圆 45"/>
            <p:cNvSpPr/>
            <p:nvPr/>
          </p:nvSpPr>
          <p:spPr>
            <a:xfrm>
              <a:off x="392112" y="760412"/>
              <a:ext cx="3825874" cy="3825874"/>
            </a:xfrm>
            <a:prstGeom prst="hexagon">
              <a:avLst/>
            </a:prstGeom>
            <a:gradFill>
              <a:gsLst>
                <a:gs pos="0">
                  <a:sysClr val="window" lastClr="FFFFFF"/>
                </a:gs>
                <a:gs pos="51000">
                  <a:sysClr val="window" lastClr="FFFFFF">
                    <a:lumMod val="95000"/>
                  </a:sysClr>
                </a:gs>
                <a:gs pos="100000">
                  <a:sysClr val="window" lastClr="FFFFFF">
                    <a:lumMod val="75000"/>
                  </a:sysClr>
                </a:gs>
              </a:gsLst>
              <a:lin ang="18900000" scaled="0"/>
            </a:gradFill>
            <a:ln w="25400" cap="flat" cmpd="sng" algn="ctr">
              <a:noFill/>
              <a:prstDash val="solid"/>
            </a:ln>
            <a:effectLst/>
          </p:spPr>
          <p:txBody>
            <a:bodyPr rtlCol="0" anchor="ctr"/>
            <a:lstStyle/>
            <a:p>
              <a:pPr defTabSz="914400">
                <a:defRPr/>
              </a:pPr>
              <a:endParaRPr lang="zh-CN" altLang="en-US" sz="1200" kern="0">
                <a:solidFill>
                  <a:sysClr val="windowText" lastClr="000000"/>
                </a:solidFill>
                <a:latin typeface="Calibri" panose="020F0502020204030204"/>
                <a:ea typeface="宋体" panose="02010600030101010101" pitchFamily="2" charset="-122"/>
              </a:endParaRPr>
            </a:p>
          </p:txBody>
        </p:sp>
      </p:grpSp>
      <p:grpSp>
        <p:nvGrpSpPr>
          <p:cNvPr id="45" name="组合 44"/>
          <p:cNvGrpSpPr/>
          <p:nvPr/>
        </p:nvGrpSpPr>
        <p:grpSpPr>
          <a:xfrm>
            <a:off x="117128" y="4763425"/>
            <a:ext cx="158390" cy="133087"/>
            <a:chOff x="304800" y="673100"/>
            <a:chExt cx="4000500" cy="4000500"/>
          </a:xfrm>
          <a:effectLst>
            <a:outerShdw blurRad="444500" dist="254000" dir="8100000" algn="tr" rotWithShape="0">
              <a:prstClr val="black">
                <a:alpha val="50000"/>
              </a:prstClr>
            </a:outerShdw>
          </a:effectLst>
        </p:grpSpPr>
        <p:sp>
          <p:nvSpPr>
            <p:cNvPr id="46" name="同心圆 47"/>
            <p:cNvSpPr/>
            <p:nvPr/>
          </p:nvSpPr>
          <p:spPr>
            <a:xfrm>
              <a:off x="304800" y="673100"/>
              <a:ext cx="4000500" cy="4000500"/>
            </a:xfrm>
            <a:prstGeom prst="hexagon">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noFill/>
              <a:prstDash val="solid"/>
            </a:ln>
            <a:effectLst/>
          </p:spPr>
          <p:txBody>
            <a:bodyPr rtlCol="0" anchor="ctr"/>
            <a:lstStyle/>
            <a:p>
              <a:pPr defTabSz="914400">
                <a:defRPr/>
              </a:pPr>
              <a:endParaRPr lang="zh-CN" altLang="en-US" sz="1200" kern="0">
                <a:solidFill>
                  <a:sysClr val="windowText" lastClr="000000"/>
                </a:solidFill>
                <a:latin typeface="Calibri" panose="020F0502020204030204"/>
                <a:ea typeface="宋体" panose="02010600030101010101" pitchFamily="2" charset="-122"/>
              </a:endParaRPr>
            </a:p>
          </p:txBody>
        </p:sp>
        <p:sp>
          <p:nvSpPr>
            <p:cNvPr id="47" name="椭圆 48"/>
            <p:cNvSpPr/>
            <p:nvPr/>
          </p:nvSpPr>
          <p:spPr>
            <a:xfrm>
              <a:off x="392112" y="760412"/>
              <a:ext cx="3825874" cy="3825874"/>
            </a:xfrm>
            <a:prstGeom prst="hexagon">
              <a:avLst/>
            </a:prstGeom>
            <a:gradFill>
              <a:gsLst>
                <a:gs pos="0">
                  <a:sysClr val="window" lastClr="FFFFFF"/>
                </a:gs>
                <a:gs pos="51000">
                  <a:sysClr val="window" lastClr="FFFFFF">
                    <a:lumMod val="95000"/>
                  </a:sysClr>
                </a:gs>
                <a:gs pos="100000">
                  <a:sysClr val="window" lastClr="FFFFFF">
                    <a:lumMod val="75000"/>
                  </a:sysClr>
                </a:gs>
              </a:gsLst>
              <a:lin ang="18900000" scaled="0"/>
            </a:gradFill>
            <a:ln w="25400" cap="flat" cmpd="sng" algn="ctr">
              <a:noFill/>
              <a:prstDash val="solid"/>
            </a:ln>
            <a:effectLst/>
          </p:spPr>
          <p:txBody>
            <a:bodyPr rtlCol="0" anchor="ctr"/>
            <a:lstStyle/>
            <a:p>
              <a:pPr defTabSz="914400">
                <a:defRPr/>
              </a:pPr>
              <a:endParaRPr lang="zh-CN" altLang="en-US" sz="1200" kern="0">
                <a:solidFill>
                  <a:sysClr val="windowText" lastClr="000000"/>
                </a:solidFill>
                <a:latin typeface="Calibri" panose="020F0502020204030204"/>
                <a:ea typeface="宋体" panose="02010600030101010101" pitchFamily="2" charset="-122"/>
              </a:endParaRPr>
            </a:p>
          </p:txBody>
        </p:sp>
      </p:grpSp>
    </p:spTree>
  </p:cSld>
  <p:clrMapOvr>
    <a:masterClrMapping/>
  </p:clrMapOvr>
  <p:transition spd="slow" advTm="0">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20481"/>
                                        </p:tgtEl>
                                        <p:attrNameLst>
                                          <p:attrName>style.visibility</p:attrName>
                                        </p:attrNameLst>
                                      </p:cBhvr>
                                      <p:to>
                                        <p:strVal val="visible"/>
                                      </p:to>
                                    </p:set>
                                    <p:anim calcmode="lin" valueType="num">
                                      <p:cBhvr>
                                        <p:cTn id="7" dur="500" fill="hold"/>
                                        <p:tgtEl>
                                          <p:spTgt spid="20481"/>
                                        </p:tgtEl>
                                        <p:attrNameLst>
                                          <p:attrName>ppt_w</p:attrName>
                                        </p:attrNameLst>
                                      </p:cBhvr>
                                      <p:tavLst>
                                        <p:tav tm="0">
                                          <p:val>
                                            <p:fltVal val="0"/>
                                          </p:val>
                                        </p:tav>
                                        <p:tav tm="100000">
                                          <p:val>
                                            <p:strVal val="#ppt_w"/>
                                          </p:val>
                                        </p:tav>
                                      </p:tavLst>
                                    </p:anim>
                                    <p:anim calcmode="lin" valueType="num">
                                      <p:cBhvr>
                                        <p:cTn id="8" dur="500" fill="hold"/>
                                        <p:tgtEl>
                                          <p:spTgt spid="20481"/>
                                        </p:tgtEl>
                                        <p:attrNameLst>
                                          <p:attrName>ppt_h</p:attrName>
                                        </p:attrNameLst>
                                      </p:cBhvr>
                                      <p:tavLst>
                                        <p:tav tm="0">
                                          <p:val>
                                            <p:strVal val="#ppt_h"/>
                                          </p:val>
                                        </p:tav>
                                        <p:tav tm="100000">
                                          <p:val>
                                            <p:strVal val="#ppt_h"/>
                                          </p:val>
                                        </p:tav>
                                      </p:tavLst>
                                    </p:anim>
                                  </p:childTnLst>
                                </p:cTn>
                              </p:par>
                            </p:childTnLst>
                          </p:cTn>
                        </p:par>
                        <p:par>
                          <p:cTn id="9" fill="hold">
                            <p:stCondLst>
                              <p:cond delay="500"/>
                            </p:stCondLst>
                            <p:childTnLst>
                              <p:par>
                                <p:cTn id="10" presetID="52" presetClass="entr" presetSubtype="0" fill="hold" nodeType="afterEffect">
                                  <p:stCondLst>
                                    <p:cond delay="0"/>
                                  </p:stCondLst>
                                  <p:childTnLst>
                                    <p:set>
                                      <p:cBhvr>
                                        <p:cTn id="11" dur="1" fill="hold">
                                          <p:stCondLst>
                                            <p:cond delay="0"/>
                                          </p:stCondLst>
                                        </p:cTn>
                                        <p:tgtEl>
                                          <p:spTgt spid="12"/>
                                        </p:tgtEl>
                                        <p:attrNameLst>
                                          <p:attrName>style.visibility</p:attrName>
                                        </p:attrNameLst>
                                      </p:cBhvr>
                                      <p:to>
                                        <p:strVal val="visible"/>
                                      </p:to>
                                    </p:set>
                                    <p:animScale>
                                      <p:cBhvr>
                                        <p:cTn id="12" dur="1000" decel="50000" fill="hold">
                                          <p:stCondLst>
                                            <p:cond delay="0"/>
                                          </p:stCondLst>
                                        </p:cTn>
                                        <p:tgtEl>
                                          <p:spTgt spid="12"/>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13" dur="1000" decel="50000" fill="hold">
                                          <p:stCondLst>
                                            <p:cond delay="0"/>
                                          </p:stCondLst>
                                        </p:cTn>
                                        <p:tgtEl>
                                          <p:spTgt spid="12"/>
                                        </p:tgtEl>
                                        <p:attrNameLst>
                                          <p:attrName>ppt_x</p:attrName>
                                          <p:attrName>ppt_y</p:attrName>
                                        </p:attrNameLst>
                                      </p:cBhvr>
                                    </p:animMotion>
                                    <p:animEffect transition="in" filter="fade">
                                      <p:cBhvr>
                                        <p:cTn id="14" dur="1000"/>
                                        <p:tgtEl>
                                          <p:spTgt spid="12"/>
                                        </p:tgtEl>
                                      </p:cBhvr>
                                    </p:animEffect>
                                  </p:childTnLst>
                                </p:cTn>
                              </p:par>
                            </p:childTnLst>
                          </p:cTn>
                        </p:par>
                        <p:par>
                          <p:cTn id="15" fill="hold">
                            <p:stCondLst>
                              <p:cond delay="1500"/>
                            </p:stCondLst>
                            <p:childTnLst>
                              <p:par>
                                <p:cTn id="16" presetID="41" presetClass="entr" presetSubtype="0" fill="hold" grpId="0" nodeType="afterEffect">
                                  <p:stCondLst>
                                    <p:cond delay="0"/>
                                  </p:stCondLst>
                                  <p:iterate type="lt">
                                    <p:tmPct val="10000"/>
                                  </p:iterate>
                                  <p:childTnLst>
                                    <p:set>
                                      <p:cBhvr>
                                        <p:cTn id="17" dur="1" fill="hold">
                                          <p:stCondLst>
                                            <p:cond delay="0"/>
                                          </p:stCondLst>
                                        </p:cTn>
                                        <p:tgtEl>
                                          <p:spTgt spid="20485"/>
                                        </p:tgtEl>
                                        <p:attrNameLst>
                                          <p:attrName>style.visibility</p:attrName>
                                        </p:attrNameLst>
                                      </p:cBhvr>
                                      <p:to>
                                        <p:strVal val="visible"/>
                                      </p:to>
                                    </p:set>
                                    <p:anim calcmode="lin" valueType="num">
                                      <p:cBhvr>
                                        <p:cTn id="18" dur="500" fill="hold"/>
                                        <p:tgtEl>
                                          <p:spTgt spid="20485"/>
                                        </p:tgtEl>
                                        <p:attrNameLst>
                                          <p:attrName>ppt_x</p:attrName>
                                        </p:attrNameLst>
                                      </p:cBhvr>
                                      <p:tavLst>
                                        <p:tav tm="0">
                                          <p:val>
                                            <p:strVal val="#ppt_x"/>
                                          </p:val>
                                        </p:tav>
                                        <p:tav tm="50000">
                                          <p:val>
                                            <p:strVal val="#ppt_x+.1"/>
                                          </p:val>
                                        </p:tav>
                                        <p:tav tm="100000">
                                          <p:val>
                                            <p:strVal val="#ppt_x"/>
                                          </p:val>
                                        </p:tav>
                                      </p:tavLst>
                                    </p:anim>
                                    <p:anim calcmode="lin" valueType="num">
                                      <p:cBhvr>
                                        <p:cTn id="19" dur="500" fill="hold"/>
                                        <p:tgtEl>
                                          <p:spTgt spid="20485"/>
                                        </p:tgtEl>
                                        <p:attrNameLst>
                                          <p:attrName>ppt_y</p:attrName>
                                        </p:attrNameLst>
                                      </p:cBhvr>
                                      <p:tavLst>
                                        <p:tav tm="0">
                                          <p:val>
                                            <p:strVal val="#ppt_y"/>
                                          </p:val>
                                        </p:tav>
                                        <p:tav tm="100000">
                                          <p:val>
                                            <p:strVal val="#ppt_y"/>
                                          </p:val>
                                        </p:tav>
                                      </p:tavLst>
                                    </p:anim>
                                    <p:anim calcmode="lin" valueType="num">
                                      <p:cBhvr>
                                        <p:cTn id="20" dur="500" fill="hold"/>
                                        <p:tgtEl>
                                          <p:spTgt spid="20485"/>
                                        </p:tgtEl>
                                        <p:attrNameLst>
                                          <p:attrName>ppt_h</p:attrName>
                                        </p:attrNameLst>
                                      </p:cBhvr>
                                      <p:tavLst>
                                        <p:tav tm="0">
                                          <p:val>
                                            <p:strVal val="#ppt_h/10"/>
                                          </p:val>
                                        </p:tav>
                                        <p:tav tm="50000">
                                          <p:val>
                                            <p:strVal val="#ppt_h+.01"/>
                                          </p:val>
                                        </p:tav>
                                        <p:tav tm="100000">
                                          <p:val>
                                            <p:strVal val="#ppt_h"/>
                                          </p:val>
                                        </p:tav>
                                      </p:tavLst>
                                    </p:anim>
                                    <p:anim calcmode="lin" valueType="num">
                                      <p:cBhvr>
                                        <p:cTn id="21" dur="500" fill="hold"/>
                                        <p:tgtEl>
                                          <p:spTgt spid="20485"/>
                                        </p:tgtEl>
                                        <p:attrNameLst>
                                          <p:attrName>ppt_w</p:attrName>
                                        </p:attrNameLst>
                                      </p:cBhvr>
                                      <p:tavLst>
                                        <p:tav tm="0">
                                          <p:val>
                                            <p:strVal val="#ppt_w/10"/>
                                          </p:val>
                                        </p:tav>
                                        <p:tav tm="50000">
                                          <p:val>
                                            <p:strVal val="#ppt_w+.01"/>
                                          </p:val>
                                        </p:tav>
                                        <p:tav tm="100000">
                                          <p:val>
                                            <p:strVal val="#ppt_w"/>
                                          </p:val>
                                        </p:tav>
                                      </p:tavLst>
                                    </p:anim>
                                    <p:animEffect transition="in" filter="fade">
                                      <p:cBhvr>
                                        <p:cTn id="22" dur="500" tmFilter="0,0; .5, 1; 1, 1"/>
                                        <p:tgtEl>
                                          <p:spTgt spid="20485"/>
                                        </p:tgtEl>
                                      </p:cBhvr>
                                    </p:animEffect>
                                  </p:childTnLst>
                                </p:cTn>
                              </p:par>
                            </p:childTnLst>
                          </p:cTn>
                        </p:par>
                        <p:par>
                          <p:cTn id="23" fill="hold">
                            <p:stCondLst>
                              <p:cond delay="2500"/>
                            </p:stCondLst>
                            <p:childTnLst>
                              <p:par>
                                <p:cTn id="24" presetID="23" presetClass="entr" presetSubtype="528" fill="hold" nodeType="afterEffect">
                                  <p:stCondLst>
                                    <p:cond delay="0"/>
                                  </p:stCondLst>
                                  <p:childTnLst>
                                    <p:set>
                                      <p:cBhvr>
                                        <p:cTn id="25" dur="1" fill="hold">
                                          <p:stCondLst>
                                            <p:cond delay="0"/>
                                          </p:stCondLst>
                                        </p:cTn>
                                        <p:tgtEl>
                                          <p:spTgt spid="8"/>
                                        </p:tgtEl>
                                        <p:attrNameLst>
                                          <p:attrName>style.visibility</p:attrName>
                                        </p:attrNameLst>
                                      </p:cBhvr>
                                      <p:to>
                                        <p:strVal val="visible"/>
                                      </p:to>
                                    </p:set>
                                    <p:anim calcmode="lin" valueType="num">
                                      <p:cBhvr>
                                        <p:cTn id="26" dur="500" fill="hold"/>
                                        <p:tgtEl>
                                          <p:spTgt spid="8"/>
                                        </p:tgtEl>
                                        <p:attrNameLst>
                                          <p:attrName>ppt_w</p:attrName>
                                        </p:attrNameLst>
                                      </p:cBhvr>
                                      <p:tavLst>
                                        <p:tav tm="0">
                                          <p:val>
                                            <p:fltVal val="0"/>
                                          </p:val>
                                        </p:tav>
                                        <p:tav tm="100000">
                                          <p:val>
                                            <p:strVal val="#ppt_w"/>
                                          </p:val>
                                        </p:tav>
                                      </p:tavLst>
                                    </p:anim>
                                    <p:anim calcmode="lin" valueType="num">
                                      <p:cBhvr>
                                        <p:cTn id="27" dur="500" fill="hold"/>
                                        <p:tgtEl>
                                          <p:spTgt spid="8"/>
                                        </p:tgtEl>
                                        <p:attrNameLst>
                                          <p:attrName>ppt_h</p:attrName>
                                        </p:attrNameLst>
                                      </p:cBhvr>
                                      <p:tavLst>
                                        <p:tav tm="0">
                                          <p:val>
                                            <p:fltVal val="0"/>
                                          </p:val>
                                        </p:tav>
                                        <p:tav tm="100000">
                                          <p:val>
                                            <p:strVal val="#ppt_h"/>
                                          </p:val>
                                        </p:tav>
                                      </p:tavLst>
                                    </p:anim>
                                    <p:anim calcmode="lin" valueType="num">
                                      <p:cBhvr>
                                        <p:cTn id="28" dur="500" fill="hold"/>
                                        <p:tgtEl>
                                          <p:spTgt spid="8"/>
                                        </p:tgtEl>
                                        <p:attrNameLst>
                                          <p:attrName>ppt_x</p:attrName>
                                        </p:attrNameLst>
                                      </p:cBhvr>
                                      <p:tavLst>
                                        <p:tav tm="0">
                                          <p:val>
                                            <p:fltVal val="0.5"/>
                                          </p:val>
                                        </p:tav>
                                        <p:tav tm="100000">
                                          <p:val>
                                            <p:strVal val="#ppt_x"/>
                                          </p:val>
                                        </p:tav>
                                      </p:tavLst>
                                    </p:anim>
                                    <p:anim calcmode="lin" valueType="num">
                                      <p:cBhvr>
                                        <p:cTn id="29" dur="500" fill="hold"/>
                                        <p:tgtEl>
                                          <p:spTgt spid="8"/>
                                        </p:tgtEl>
                                        <p:attrNameLst>
                                          <p:attrName>ppt_y</p:attrName>
                                        </p:attrNameLst>
                                      </p:cBhvr>
                                      <p:tavLst>
                                        <p:tav tm="0">
                                          <p:val>
                                            <p:fltVal val="0.5"/>
                                          </p:val>
                                        </p:tav>
                                        <p:tav tm="100000">
                                          <p:val>
                                            <p:strVal val="#ppt_y"/>
                                          </p:val>
                                        </p:tav>
                                      </p:tavLst>
                                    </p:anim>
                                  </p:childTnLst>
                                </p:cTn>
                              </p:par>
                              <p:par>
                                <p:cTn id="30" presetID="23" presetClass="entr" presetSubtype="528" fill="hold" nodeType="withEffect">
                                  <p:stCondLst>
                                    <p:cond delay="300"/>
                                  </p:stCondLst>
                                  <p:childTnLst>
                                    <p:set>
                                      <p:cBhvr>
                                        <p:cTn id="31" dur="1" fill="hold">
                                          <p:stCondLst>
                                            <p:cond delay="0"/>
                                          </p:stCondLst>
                                        </p:cTn>
                                        <p:tgtEl>
                                          <p:spTgt spid="11"/>
                                        </p:tgtEl>
                                        <p:attrNameLst>
                                          <p:attrName>style.visibility</p:attrName>
                                        </p:attrNameLst>
                                      </p:cBhvr>
                                      <p:to>
                                        <p:strVal val="visible"/>
                                      </p:to>
                                    </p:set>
                                    <p:anim calcmode="lin" valueType="num">
                                      <p:cBhvr>
                                        <p:cTn id="32" dur="500" fill="hold"/>
                                        <p:tgtEl>
                                          <p:spTgt spid="11"/>
                                        </p:tgtEl>
                                        <p:attrNameLst>
                                          <p:attrName>ppt_w</p:attrName>
                                        </p:attrNameLst>
                                      </p:cBhvr>
                                      <p:tavLst>
                                        <p:tav tm="0">
                                          <p:val>
                                            <p:fltVal val="0"/>
                                          </p:val>
                                        </p:tav>
                                        <p:tav tm="100000">
                                          <p:val>
                                            <p:strVal val="#ppt_w"/>
                                          </p:val>
                                        </p:tav>
                                      </p:tavLst>
                                    </p:anim>
                                    <p:anim calcmode="lin" valueType="num">
                                      <p:cBhvr>
                                        <p:cTn id="33" dur="500" fill="hold"/>
                                        <p:tgtEl>
                                          <p:spTgt spid="11"/>
                                        </p:tgtEl>
                                        <p:attrNameLst>
                                          <p:attrName>ppt_h</p:attrName>
                                        </p:attrNameLst>
                                      </p:cBhvr>
                                      <p:tavLst>
                                        <p:tav tm="0">
                                          <p:val>
                                            <p:fltVal val="0"/>
                                          </p:val>
                                        </p:tav>
                                        <p:tav tm="100000">
                                          <p:val>
                                            <p:strVal val="#ppt_h"/>
                                          </p:val>
                                        </p:tav>
                                      </p:tavLst>
                                    </p:anim>
                                    <p:anim calcmode="lin" valueType="num">
                                      <p:cBhvr>
                                        <p:cTn id="34" dur="500" fill="hold"/>
                                        <p:tgtEl>
                                          <p:spTgt spid="11"/>
                                        </p:tgtEl>
                                        <p:attrNameLst>
                                          <p:attrName>ppt_x</p:attrName>
                                        </p:attrNameLst>
                                      </p:cBhvr>
                                      <p:tavLst>
                                        <p:tav tm="0">
                                          <p:val>
                                            <p:fltVal val="0.5"/>
                                          </p:val>
                                        </p:tav>
                                        <p:tav tm="100000">
                                          <p:val>
                                            <p:strVal val="#ppt_x"/>
                                          </p:val>
                                        </p:tav>
                                      </p:tavLst>
                                    </p:anim>
                                    <p:anim calcmode="lin" valueType="num">
                                      <p:cBhvr>
                                        <p:cTn id="35" dur="500" fill="hold"/>
                                        <p:tgtEl>
                                          <p:spTgt spid="11"/>
                                        </p:tgtEl>
                                        <p:attrNameLst>
                                          <p:attrName>ppt_y</p:attrName>
                                        </p:attrNameLst>
                                      </p:cBhvr>
                                      <p:tavLst>
                                        <p:tav tm="0">
                                          <p:val>
                                            <p:fltVal val="0.5"/>
                                          </p:val>
                                        </p:tav>
                                        <p:tav tm="100000">
                                          <p:val>
                                            <p:strVal val="#ppt_y"/>
                                          </p:val>
                                        </p:tav>
                                      </p:tavLst>
                                    </p:anim>
                                  </p:childTnLst>
                                </p:cTn>
                              </p:par>
                              <p:par>
                                <p:cTn id="36" presetID="23" presetClass="entr" presetSubtype="528" fill="hold" nodeType="withEffect">
                                  <p:stCondLst>
                                    <p:cond delay="700"/>
                                  </p:stCondLst>
                                  <p:childTnLst>
                                    <p:set>
                                      <p:cBhvr>
                                        <p:cTn id="37" dur="1" fill="hold">
                                          <p:stCondLst>
                                            <p:cond delay="0"/>
                                          </p:stCondLst>
                                        </p:cTn>
                                        <p:tgtEl>
                                          <p:spTgt spid="15"/>
                                        </p:tgtEl>
                                        <p:attrNameLst>
                                          <p:attrName>style.visibility</p:attrName>
                                        </p:attrNameLst>
                                      </p:cBhvr>
                                      <p:to>
                                        <p:strVal val="visible"/>
                                      </p:to>
                                    </p:set>
                                    <p:anim calcmode="lin" valueType="num">
                                      <p:cBhvr>
                                        <p:cTn id="38" dur="500" fill="hold"/>
                                        <p:tgtEl>
                                          <p:spTgt spid="15"/>
                                        </p:tgtEl>
                                        <p:attrNameLst>
                                          <p:attrName>ppt_w</p:attrName>
                                        </p:attrNameLst>
                                      </p:cBhvr>
                                      <p:tavLst>
                                        <p:tav tm="0">
                                          <p:val>
                                            <p:fltVal val="0"/>
                                          </p:val>
                                        </p:tav>
                                        <p:tav tm="100000">
                                          <p:val>
                                            <p:strVal val="#ppt_w"/>
                                          </p:val>
                                        </p:tav>
                                      </p:tavLst>
                                    </p:anim>
                                    <p:anim calcmode="lin" valueType="num">
                                      <p:cBhvr>
                                        <p:cTn id="39" dur="500" fill="hold"/>
                                        <p:tgtEl>
                                          <p:spTgt spid="15"/>
                                        </p:tgtEl>
                                        <p:attrNameLst>
                                          <p:attrName>ppt_h</p:attrName>
                                        </p:attrNameLst>
                                      </p:cBhvr>
                                      <p:tavLst>
                                        <p:tav tm="0">
                                          <p:val>
                                            <p:fltVal val="0"/>
                                          </p:val>
                                        </p:tav>
                                        <p:tav tm="100000">
                                          <p:val>
                                            <p:strVal val="#ppt_h"/>
                                          </p:val>
                                        </p:tav>
                                      </p:tavLst>
                                    </p:anim>
                                    <p:anim calcmode="lin" valueType="num">
                                      <p:cBhvr>
                                        <p:cTn id="40" dur="500" fill="hold"/>
                                        <p:tgtEl>
                                          <p:spTgt spid="15"/>
                                        </p:tgtEl>
                                        <p:attrNameLst>
                                          <p:attrName>ppt_x</p:attrName>
                                        </p:attrNameLst>
                                      </p:cBhvr>
                                      <p:tavLst>
                                        <p:tav tm="0">
                                          <p:val>
                                            <p:fltVal val="0.5"/>
                                          </p:val>
                                        </p:tav>
                                        <p:tav tm="100000">
                                          <p:val>
                                            <p:strVal val="#ppt_x"/>
                                          </p:val>
                                        </p:tav>
                                      </p:tavLst>
                                    </p:anim>
                                    <p:anim calcmode="lin" valueType="num">
                                      <p:cBhvr>
                                        <p:cTn id="41" dur="500" fill="hold"/>
                                        <p:tgtEl>
                                          <p:spTgt spid="15"/>
                                        </p:tgtEl>
                                        <p:attrNameLst>
                                          <p:attrName>ppt_y</p:attrName>
                                        </p:attrNameLst>
                                      </p:cBhvr>
                                      <p:tavLst>
                                        <p:tav tm="0">
                                          <p:val>
                                            <p:fltVal val="0.5"/>
                                          </p:val>
                                        </p:tav>
                                        <p:tav tm="100000">
                                          <p:val>
                                            <p:strVal val="#ppt_y"/>
                                          </p:val>
                                        </p:tav>
                                      </p:tavLst>
                                    </p:anim>
                                  </p:childTnLst>
                                </p:cTn>
                              </p:par>
                              <p:par>
                                <p:cTn id="42" presetID="23" presetClass="entr" presetSubtype="528" fill="hold" nodeType="withEffect">
                                  <p:stCondLst>
                                    <p:cond delay="300"/>
                                  </p:stCondLst>
                                  <p:childTnLst>
                                    <p:set>
                                      <p:cBhvr>
                                        <p:cTn id="43" dur="1" fill="hold">
                                          <p:stCondLst>
                                            <p:cond delay="0"/>
                                          </p:stCondLst>
                                        </p:cTn>
                                        <p:tgtEl>
                                          <p:spTgt spid="18"/>
                                        </p:tgtEl>
                                        <p:attrNameLst>
                                          <p:attrName>style.visibility</p:attrName>
                                        </p:attrNameLst>
                                      </p:cBhvr>
                                      <p:to>
                                        <p:strVal val="visible"/>
                                      </p:to>
                                    </p:set>
                                    <p:anim calcmode="lin" valueType="num">
                                      <p:cBhvr>
                                        <p:cTn id="44" dur="500" fill="hold"/>
                                        <p:tgtEl>
                                          <p:spTgt spid="18"/>
                                        </p:tgtEl>
                                        <p:attrNameLst>
                                          <p:attrName>ppt_w</p:attrName>
                                        </p:attrNameLst>
                                      </p:cBhvr>
                                      <p:tavLst>
                                        <p:tav tm="0">
                                          <p:val>
                                            <p:fltVal val="0"/>
                                          </p:val>
                                        </p:tav>
                                        <p:tav tm="100000">
                                          <p:val>
                                            <p:strVal val="#ppt_w"/>
                                          </p:val>
                                        </p:tav>
                                      </p:tavLst>
                                    </p:anim>
                                    <p:anim calcmode="lin" valueType="num">
                                      <p:cBhvr>
                                        <p:cTn id="45" dur="500" fill="hold"/>
                                        <p:tgtEl>
                                          <p:spTgt spid="18"/>
                                        </p:tgtEl>
                                        <p:attrNameLst>
                                          <p:attrName>ppt_h</p:attrName>
                                        </p:attrNameLst>
                                      </p:cBhvr>
                                      <p:tavLst>
                                        <p:tav tm="0">
                                          <p:val>
                                            <p:fltVal val="0"/>
                                          </p:val>
                                        </p:tav>
                                        <p:tav tm="100000">
                                          <p:val>
                                            <p:strVal val="#ppt_h"/>
                                          </p:val>
                                        </p:tav>
                                      </p:tavLst>
                                    </p:anim>
                                    <p:anim calcmode="lin" valueType="num">
                                      <p:cBhvr>
                                        <p:cTn id="46" dur="500" fill="hold"/>
                                        <p:tgtEl>
                                          <p:spTgt spid="18"/>
                                        </p:tgtEl>
                                        <p:attrNameLst>
                                          <p:attrName>ppt_x</p:attrName>
                                        </p:attrNameLst>
                                      </p:cBhvr>
                                      <p:tavLst>
                                        <p:tav tm="0">
                                          <p:val>
                                            <p:fltVal val="0.5"/>
                                          </p:val>
                                        </p:tav>
                                        <p:tav tm="100000">
                                          <p:val>
                                            <p:strVal val="#ppt_x"/>
                                          </p:val>
                                        </p:tav>
                                      </p:tavLst>
                                    </p:anim>
                                    <p:anim calcmode="lin" valueType="num">
                                      <p:cBhvr>
                                        <p:cTn id="47" dur="500" fill="hold"/>
                                        <p:tgtEl>
                                          <p:spTgt spid="18"/>
                                        </p:tgtEl>
                                        <p:attrNameLst>
                                          <p:attrName>ppt_y</p:attrName>
                                        </p:attrNameLst>
                                      </p:cBhvr>
                                      <p:tavLst>
                                        <p:tav tm="0">
                                          <p:val>
                                            <p:fltVal val="0.5"/>
                                          </p:val>
                                        </p:tav>
                                        <p:tav tm="100000">
                                          <p:val>
                                            <p:strVal val="#ppt_y"/>
                                          </p:val>
                                        </p:tav>
                                      </p:tavLst>
                                    </p:anim>
                                  </p:childTnLst>
                                </p:cTn>
                              </p:par>
                              <p:par>
                                <p:cTn id="48" presetID="23" presetClass="entr" presetSubtype="528" fill="hold" nodeType="withEffect">
                                  <p:stCondLst>
                                    <p:cond delay="100"/>
                                  </p:stCondLst>
                                  <p:childTnLst>
                                    <p:set>
                                      <p:cBhvr>
                                        <p:cTn id="49" dur="1" fill="hold">
                                          <p:stCondLst>
                                            <p:cond delay="0"/>
                                          </p:stCondLst>
                                        </p:cTn>
                                        <p:tgtEl>
                                          <p:spTgt spid="21"/>
                                        </p:tgtEl>
                                        <p:attrNameLst>
                                          <p:attrName>style.visibility</p:attrName>
                                        </p:attrNameLst>
                                      </p:cBhvr>
                                      <p:to>
                                        <p:strVal val="visible"/>
                                      </p:to>
                                    </p:set>
                                    <p:anim calcmode="lin" valueType="num">
                                      <p:cBhvr>
                                        <p:cTn id="50" dur="500" fill="hold"/>
                                        <p:tgtEl>
                                          <p:spTgt spid="21"/>
                                        </p:tgtEl>
                                        <p:attrNameLst>
                                          <p:attrName>ppt_w</p:attrName>
                                        </p:attrNameLst>
                                      </p:cBhvr>
                                      <p:tavLst>
                                        <p:tav tm="0">
                                          <p:val>
                                            <p:fltVal val="0"/>
                                          </p:val>
                                        </p:tav>
                                        <p:tav tm="100000">
                                          <p:val>
                                            <p:strVal val="#ppt_w"/>
                                          </p:val>
                                        </p:tav>
                                      </p:tavLst>
                                    </p:anim>
                                    <p:anim calcmode="lin" valueType="num">
                                      <p:cBhvr>
                                        <p:cTn id="51" dur="500" fill="hold"/>
                                        <p:tgtEl>
                                          <p:spTgt spid="21"/>
                                        </p:tgtEl>
                                        <p:attrNameLst>
                                          <p:attrName>ppt_h</p:attrName>
                                        </p:attrNameLst>
                                      </p:cBhvr>
                                      <p:tavLst>
                                        <p:tav tm="0">
                                          <p:val>
                                            <p:fltVal val="0"/>
                                          </p:val>
                                        </p:tav>
                                        <p:tav tm="100000">
                                          <p:val>
                                            <p:strVal val="#ppt_h"/>
                                          </p:val>
                                        </p:tav>
                                      </p:tavLst>
                                    </p:anim>
                                    <p:anim calcmode="lin" valueType="num">
                                      <p:cBhvr>
                                        <p:cTn id="52" dur="500" fill="hold"/>
                                        <p:tgtEl>
                                          <p:spTgt spid="21"/>
                                        </p:tgtEl>
                                        <p:attrNameLst>
                                          <p:attrName>ppt_x</p:attrName>
                                        </p:attrNameLst>
                                      </p:cBhvr>
                                      <p:tavLst>
                                        <p:tav tm="0">
                                          <p:val>
                                            <p:fltVal val="0.5"/>
                                          </p:val>
                                        </p:tav>
                                        <p:tav tm="100000">
                                          <p:val>
                                            <p:strVal val="#ppt_x"/>
                                          </p:val>
                                        </p:tav>
                                      </p:tavLst>
                                    </p:anim>
                                    <p:anim calcmode="lin" valueType="num">
                                      <p:cBhvr>
                                        <p:cTn id="53" dur="500" fill="hold"/>
                                        <p:tgtEl>
                                          <p:spTgt spid="21"/>
                                        </p:tgtEl>
                                        <p:attrNameLst>
                                          <p:attrName>ppt_y</p:attrName>
                                        </p:attrNameLst>
                                      </p:cBhvr>
                                      <p:tavLst>
                                        <p:tav tm="0">
                                          <p:val>
                                            <p:fltVal val="0.5"/>
                                          </p:val>
                                        </p:tav>
                                        <p:tav tm="100000">
                                          <p:val>
                                            <p:strVal val="#ppt_y"/>
                                          </p:val>
                                        </p:tav>
                                      </p:tavLst>
                                    </p:anim>
                                  </p:childTnLst>
                                </p:cTn>
                              </p:par>
                              <p:par>
                                <p:cTn id="54" presetID="23" presetClass="entr" presetSubtype="528" fill="hold" nodeType="withEffect">
                                  <p:stCondLst>
                                    <p:cond delay="600"/>
                                  </p:stCondLst>
                                  <p:childTnLst>
                                    <p:set>
                                      <p:cBhvr>
                                        <p:cTn id="55" dur="1" fill="hold">
                                          <p:stCondLst>
                                            <p:cond delay="0"/>
                                          </p:stCondLst>
                                        </p:cTn>
                                        <p:tgtEl>
                                          <p:spTgt spid="24"/>
                                        </p:tgtEl>
                                        <p:attrNameLst>
                                          <p:attrName>style.visibility</p:attrName>
                                        </p:attrNameLst>
                                      </p:cBhvr>
                                      <p:to>
                                        <p:strVal val="visible"/>
                                      </p:to>
                                    </p:set>
                                    <p:anim calcmode="lin" valueType="num">
                                      <p:cBhvr>
                                        <p:cTn id="56" dur="500" fill="hold"/>
                                        <p:tgtEl>
                                          <p:spTgt spid="24"/>
                                        </p:tgtEl>
                                        <p:attrNameLst>
                                          <p:attrName>ppt_w</p:attrName>
                                        </p:attrNameLst>
                                      </p:cBhvr>
                                      <p:tavLst>
                                        <p:tav tm="0">
                                          <p:val>
                                            <p:fltVal val="0"/>
                                          </p:val>
                                        </p:tav>
                                        <p:tav tm="100000">
                                          <p:val>
                                            <p:strVal val="#ppt_w"/>
                                          </p:val>
                                        </p:tav>
                                      </p:tavLst>
                                    </p:anim>
                                    <p:anim calcmode="lin" valueType="num">
                                      <p:cBhvr>
                                        <p:cTn id="57" dur="500" fill="hold"/>
                                        <p:tgtEl>
                                          <p:spTgt spid="24"/>
                                        </p:tgtEl>
                                        <p:attrNameLst>
                                          <p:attrName>ppt_h</p:attrName>
                                        </p:attrNameLst>
                                      </p:cBhvr>
                                      <p:tavLst>
                                        <p:tav tm="0">
                                          <p:val>
                                            <p:fltVal val="0"/>
                                          </p:val>
                                        </p:tav>
                                        <p:tav tm="100000">
                                          <p:val>
                                            <p:strVal val="#ppt_h"/>
                                          </p:val>
                                        </p:tav>
                                      </p:tavLst>
                                    </p:anim>
                                    <p:anim calcmode="lin" valueType="num">
                                      <p:cBhvr>
                                        <p:cTn id="58" dur="500" fill="hold"/>
                                        <p:tgtEl>
                                          <p:spTgt spid="24"/>
                                        </p:tgtEl>
                                        <p:attrNameLst>
                                          <p:attrName>ppt_x</p:attrName>
                                        </p:attrNameLst>
                                      </p:cBhvr>
                                      <p:tavLst>
                                        <p:tav tm="0">
                                          <p:val>
                                            <p:fltVal val="0.5"/>
                                          </p:val>
                                        </p:tav>
                                        <p:tav tm="100000">
                                          <p:val>
                                            <p:strVal val="#ppt_x"/>
                                          </p:val>
                                        </p:tav>
                                      </p:tavLst>
                                    </p:anim>
                                    <p:anim calcmode="lin" valueType="num">
                                      <p:cBhvr>
                                        <p:cTn id="59" dur="500" fill="hold"/>
                                        <p:tgtEl>
                                          <p:spTgt spid="24"/>
                                        </p:tgtEl>
                                        <p:attrNameLst>
                                          <p:attrName>ppt_y</p:attrName>
                                        </p:attrNameLst>
                                      </p:cBhvr>
                                      <p:tavLst>
                                        <p:tav tm="0">
                                          <p:val>
                                            <p:fltVal val="0.5"/>
                                          </p:val>
                                        </p:tav>
                                        <p:tav tm="100000">
                                          <p:val>
                                            <p:strVal val="#ppt_y"/>
                                          </p:val>
                                        </p:tav>
                                      </p:tavLst>
                                    </p:anim>
                                  </p:childTnLst>
                                </p:cTn>
                              </p:par>
                              <p:par>
                                <p:cTn id="60" presetID="23" presetClass="entr" presetSubtype="528" fill="hold" nodeType="withEffect">
                                  <p:stCondLst>
                                    <p:cond delay="300"/>
                                  </p:stCondLst>
                                  <p:childTnLst>
                                    <p:set>
                                      <p:cBhvr>
                                        <p:cTn id="61" dur="1" fill="hold">
                                          <p:stCondLst>
                                            <p:cond delay="0"/>
                                          </p:stCondLst>
                                        </p:cTn>
                                        <p:tgtEl>
                                          <p:spTgt spid="27"/>
                                        </p:tgtEl>
                                        <p:attrNameLst>
                                          <p:attrName>style.visibility</p:attrName>
                                        </p:attrNameLst>
                                      </p:cBhvr>
                                      <p:to>
                                        <p:strVal val="visible"/>
                                      </p:to>
                                    </p:set>
                                    <p:anim calcmode="lin" valueType="num">
                                      <p:cBhvr>
                                        <p:cTn id="62" dur="500" fill="hold"/>
                                        <p:tgtEl>
                                          <p:spTgt spid="27"/>
                                        </p:tgtEl>
                                        <p:attrNameLst>
                                          <p:attrName>ppt_w</p:attrName>
                                        </p:attrNameLst>
                                      </p:cBhvr>
                                      <p:tavLst>
                                        <p:tav tm="0">
                                          <p:val>
                                            <p:fltVal val="0"/>
                                          </p:val>
                                        </p:tav>
                                        <p:tav tm="100000">
                                          <p:val>
                                            <p:strVal val="#ppt_w"/>
                                          </p:val>
                                        </p:tav>
                                      </p:tavLst>
                                    </p:anim>
                                    <p:anim calcmode="lin" valueType="num">
                                      <p:cBhvr>
                                        <p:cTn id="63" dur="500" fill="hold"/>
                                        <p:tgtEl>
                                          <p:spTgt spid="27"/>
                                        </p:tgtEl>
                                        <p:attrNameLst>
                                          <p:attrName>ppt_h</p:attrName>
                                        </p:attrNameLst>
                                      </p:cBhvr>
                                      <p:tavLst>
                                        <p:tav tm="0">
                                          <p:val>
                                            <p:fltVal val="0"/>
                                          </p:val>
                                        </p:tav>
                                        <p:tav tm="100000">
                                          <p:val>
                                            <p:strVal val="#ppt_h"/>
                                          </p:val>
                                        </p:tav>
                                      </p:tavLst>
                                    </p:anim>
                                    <p:anim calcmode="lin" valueType="num">
                                      <p:cBhvr>
                                        <p:cTn id="64" dur="500" fill="hold"/>
                                        <p:tgtEl>
                                          <p:spTgt spid="27"/>
                                        </p:tgtEl>
                                        <p:attrNameLst>
                                          <p:attrName>ppt_x</p:attrName>
                                        </p:attrNameLst>
                                      </p:cBhvr>
                                      <p:tavLst>
                                        <p:tav tm="0">
                                          <p:val>
                                            <p:fltVal val="0.5"/>
                                          </p:val>
                                        </p:tav>
                                        <p:tav tm="100000">
                                          <p:val>
                                            <p:strVal val="#ppt_x"/>
                                          </p:val>
                                        </p:tav>
                                      </p:tavLst>
                                    </p:anim>
                                    <p:anim calcmode="lin" valueType="num">
                                      <p:cBhvr>
                                        <p:cTn id="65" dur="500" fill="hold"/>
                                        <p:tgtEl>
                                          <p:spTgt spid="27"/>
                                        </p:tgtEl>
                                        <p:attrNameLst>
                                          <p:attrName>ppt_y</p:attrName>
                                        </p:attrNameLst>
                                      </p:cBhvr>
                                      <p:tavLst>
                                        <p:tav tm="0">
                                          <p:val>
                                            <p:fltVal val="0.5"/>
                                          </p:val>
                                        </p:tav>
                                        <p:tav tm="100000">
                                          <p:val>
                                            <p:strVal val="#ppt_y"/>
                                          </p:val>
                                        </p:tav>
                                      </p:tavLst>
                                    </p:anim>
                                  </p:childTnLst>
                                </p:cTn>
                              </p:par>
                              <p:par>
                                <p:cTn id="66" presetID="23" presetClass="entr" presetSubtype="528" fill="hold" nodeType="withEffect">
                                  <p:stCondLst>
                                    <p:cond delay="300"/>
                                  </p:stCondLst>
                                  <p:childTnLst>
                                    <p:set>
                                      <p:cBhvr>
                                        <p:cTn id="67" dur="1" fill="hold">
                                          <p:stCondLst>
                                            <p:cond delay="0"/>
                                          </p:stCondLst>
                                        </p:cTn>
                                        <p:tgtEl>
                                          <p:spTgt spid="30"/>
                                        </p:tgtEl>
                                        <p:attrNameLst>
                                          <p:attrName>style.visibility</p:attrName>
                                        </p:attrNameLst>
                                      </p:cBhvr>
                                      <p:to>
                                        <p:strVal val="visible"/>
                                      </p:to>
                                    </p:set>
                                    <p:anim calcmode="lin" valueType="num">
                                      <p:cBhvr>
                                        <p:cTn id="68" dur="500" fill="hold"/>
                                        <p:tgtEl>
                                          <p:spTgt spid="30"/>
                                        </p:tgtEl>
                                        <p:attrNameLst>
                                          <p:attrName>ppt_w</p:attrName>
                                        </p:attrNameLst>
                                      </p:cBhvr>
                                      <p:tavLst>
                                        <p:tav tm="0">
                                          <p:val>
                                            <p:fltVal val="0"/>
                                          </p:val>
                                        </p:tav>
                                        <p:tav tm="100000">
                                          <p:val>
                                            <p:strVal val="#ppt_w"/>
                                          </p:val>
                                        </p:tav>
                                      </p:tavLst>
                                    </p:anim>
                                    <p:anim calcmode="lin" valueType="num">
                                      <p:cBhvr>
                                        <p:cTn id="69" dur="500" fill="hold"/>
                                        <p:tgtEl>
                                          <p:spTgt spid="30"/>
                                        </p:tgtEl>
                                        <p:attrNameLst>
                                          <p:attrName>ppt_h</p:attrName>
                                        </p:attrNameLst>
                                      </p:cBhvr>
                                      <p:tavLst>
                                        <p:tav tm="0">
                                          <p:val>
                                            <p:fltVal val="0"/>
                                          </p:val>
                                        </p:tav>
                                        <p:tav tm="100000">
                                          <p:val>
                                            <p:strVal val="#ppt_h"/>
                                          </p:val>
                                        </p:tav>
                                      </p:tavLst>
                                    </p:anim>
                                    <p:anim calcmode="lin" valueType="num">
                                      <p:cBhvr>
                                        <p:cTn id="70" dur="500" fill="hold"/>
                                        <p:tgtEl>
                                          <p:spTgt spid="30"/>
                                        </p:tgtEl>
                                        <p:attrNameLst>
                                          <p:attrName>ppt_x</p:attrName>
                                        </p:attrNameLst>
                                      </p:cBhvr>
                                      <p:tavLst>
                                        <p:tav tm="0">
                                          <p:val>
                                            <p:fltVal val="0.5"/>
                                          </p:val>
                                        </p:tav>
                                        <p:tav tm="100000">
                                          <p:val>
                                            <p:strVal val="#ppt_x"/>
                                          </p:val>
                                        </p:tav>
                                      </p:tavLst>
                                    </p:anim>
                                    <p:anim calcmode="lin" valueType="num">
                                      <p:cBhvr>
                                        <p:cTn id="71" dur="500" fill="hold"/>
                                        <p:tgtEl>
                                          <p:spTgt spid="30"/>
                                        </p:tgtEl>
                                        <p:attrNameLst>
                                          <p:attrName>ppt_y</p:attrName>
                                        </p:attrNameLst>
                                      </p:cBhvr>
                                      <p:tavLst>
                                        <p:tav tm="0">
                                          <p:val>
                                            <p:fltVal val="0.5"/>
                                          </p:val>
                                        </p:tav>
                                        <p:tav tm="100000">
                                          <p:val>
                                            <p:strVal val="#ppt_y"/>
                                          </p:val>
                                        </p:tav>
                                      </p:tavLst>
                                    </p:anim>
                                  </p:childTnLst>
                                </p:cTn>
                              </p:par>
                              <p:par>
                                <p:cTn id="72" presetID="23" presetClass="entr" presetSubtype="528" fill="hold" nodeType="withEffect">
                                  <p:stCondLst>
                                    <p:cond delay="600"/>
                                  </p:stCondLst>
                                  <p:childTnLst>
                                    <p:set>
                                      <p:cBhvr>
                                        <p:cTn id="73" dur="1" fill="hold">
                                          <p:stCondLst>
                                            <p:cond delay="0"/>
                                          </p:stCondLst>
                                        </p:cTn>
                                        <p:tgtEl>
                                          <p:spTgt spid="33"/>
                                        </p:tgtEl>
                                        <p:attrNameLst>
                                          <p:attrName>style.visibility</p:attrName>
                                        </p:attrNameLst>
                                      </p:cBhvr>
                                      <p:to>
                                        <p:strVal val="visible"/>
                                      </p:to>
                                    </p:set>
                                    <p:anim calcmode="lin" valueType="num">
                                      <p:cBhvr>
                                        <p:cTn id="74" dur="500" fill="hold"/>
                                        <p:tgtEl>
                                          <p:spTgt spid="33"/>
                                        </p:tgtEl>
                                        <p:attrNameLst>
                                          <p:attrName>ppt_w</p:attrName>
                                        </p:attrNameLst>
                                      </p:cBhvr>
                                      <p:tavLst>
                                        <p:tav tm="0">
                                          <p:val>
                                            <p:fltVal val="0"/>
                                          </p:val>
                                        </p:tav>
                                        <p:tav tm="100000">
                                          <p:val>
                                            <p:strVal val="#ppt_w"/>
                                          </p:val>
                                        </p:tav>
                                      </p:tavLst>
                                    </p:anim>
                                    <p:anim calcmode="lin" valueType="num">
                                      <p:cBhvr>
                                        <p:cTn id="75" dur="500" fill="hold"/>
                                        <p:tgtEl>
                                          <p:spTgt spid="33"/>
                                        </p:tgtEl>
                                        <p:attrNameLst>
                                          <p:attrName>ppt_h</p:attrName>
                                        </p:attrNameLst>
                                      </p:cBhvr>
                                      <p:tavLst>
                                        <p:tav tm="0">
                                          <p:val>
                                            <p:fltVal val="0"/>
                                          </p:val>
                                        </p:tav>
                                        <p:tav tm="100000">
                                          <p:val>
                                            <p:strVal val="#ppt_h"/>
                                          </p:val>
                                        </p:tav>
                                      </p:tavLst>
                                    </p:anim>
                                    <p:anim calcmode="lin" valueType="num">
                                      <p:cBhvr>
                                        <p:cTn id="76" dur="500" fill="hold"/>
                                        <p:tgtEl>
                                          <p:spTgt spid="33"/>
                                        </p:tgtEl>
                                        <p:attrNameLst>
                                          <p:attrName>ppt_x</p:attrName>
                                        </p:attrNameLst>
                                      </p:cBhvr>
                                      <p:tavLst>
                                        <p:tav tm="0">
                                          <p:val>
                                            <p:fltVal val="0.5"/>
                                          </p:val>
                                        </p:tav>
                                        <p:tav tm="100000">
                                          <p:val>
                                            <p:strVal val="#ppt_x"/>
                                          </p:val>
                                        </p:tav>
                                      </p:tavLst>
                                    </p:anim>
                                    <p:anim calcmode="lin" valueType="num">
                                      <p:cBhvr>
                                        <p:cTn id="77" dur="500" fill="hold"/>
                                        <p:tgtEl>
                                          <p:spTgt spid="33"/>
                                        </p:tgtEl>
                                        <p:attrNameLst>
                                          <p:attrName>ppt_y</p:attrName>
                                        </p:attrNameLst>
                                      </p:cBhvr>
                                      <p:tavLst>
                                        <p:tav tm="0">
                                          <p:val>
                                            <p:fltVal val="0.5"/>
                                          </p:val>
                                        </p:tav>
                                        <p:tav tm="100000">
                                          <p:val>
                                            <p:strVal val="#ppt_y"/>
                                          </p:val>
                                        </p:tav>
                                      </p:tavLst>
                                    </p:anim>
                                  </p:childTnLst>
                                </p:cTn>
                              </p:par>
                              <p:par>
                                <p:cTn id="78" presetID="23" presetClass="entr" presetSubtype="528" fill="hold" nodeType="withEffect">
                                  <p:stCondLst>
                                    <p:cond delay="600"/>
                                  </p:stCondLst>
                                  <p:childTnLst>
                                    <p:set>
                                      <p:cBhvr>
                                        <p:cTn id="79" dur="1" fill="hold">
                                          <p:stCondLst>
                                            <p:cond delay="0"/>
                                          </p:stCondLst>
                                        </p:cTn>
                                        <p:tgtEl>
                                          <p:spTgt spid="36"/>
                                        </p:tgtEl>
                                        <p:attrNameLst>
                                          <p:attrName>style.visibility</p:attrName>
                                        </p:attrNameLst>
                                      </p:cBhvr>
                                      <p:to>
                                        <p:strVal val="visible"/>
                                      </p:to>
                                    </p:set>
                                    <p:anim calcmode="lin" valueType="num">
                                      <p:cBhvr>
                                        <p:cTn id="80" dur="500" fill="hold"/>
                                        <p:tgtEl>
                                          <p:spTgt spid="36"/>
                                        </p:tgtEl>
                                        <p:attrNameLst>
                                          <p:attrName>ppt_w</p:attrName>
                                        </p:attrNameLst>
                                      </p:cBhvr>
                                      <p:tavLst>
                                        <p:tav tm="0">
                                          <p:val>
                                            <p:fltVal val="0"/>
                                          </p:val>
                                        </p:tav>
                                        <p:tav tm="100000">
                                          <p:val>
                                            <p:strVal val="#ppt_w"/>
                                          </p:val>
                                        </p:tav>
                                      </p:tavLst>
                                    </p:anim>
                                    <p:anim calcmode="lin" valueType="num">
                                      <p:cBhvr>
                                        <p:cTn id="81" dur="500" fill="hold"/>
                                        <p:tgtEl>
                                          <p:spTgt spid="36"/>
                                        </p:tgtEl>
                                        <p:attrNameLst>
                                          <p:attrName>ppt_h</p:attrName>
                                        </p:attrNameLst>
                                      </p:cBhvr>
                                      <p:tavLst>
                                        <p:tav tm="0">
                                          <p:val>
                                            <p:fltVal val="0"/>
                                          </p:val>
                                        </p:tav>
                                        <p:tav tm="100000">
                                          <p:val>
                                            <p:strVal val="#ppt_h"/>
                                          </p:val>
                                        </p:tav>
                                      </p:tavLst>
                                    </p:anim>
                                    <p:anim calcmode="lin" valueType="num">
                                      <p:cBhvr>
                                        <p:cTn id="82" dur="500" fill="hold"/>
                                        <p:tgtEl>
                                          <p:spTgt spid="36"/>
                                        </p:tgtEl>
                                        <p:attrNameLst>
                                          <p:attrName>ppt_x</p:attrName>
                                        </p:attrNameLst>
                                      </p:cBhvr>
                                      <p:tavLst>
                                        <p:tav tm="0">
                                          <p:val>
                                            <p:fltVal val="0.5"/>
                                          </p:val>
                                        </p:tav>
                                        <p:tav tm="100000">
                                          <p:val>
                                            <p:strVal val="#ppt_x"/>
                                          </p:val>
                                        </p:tav>
                                      </p:tavLst>
                                    </p:anim>
                                    <p:anim calcmode="lin" valueType="num">
                                      <p:cBhvr>
                                        <p:cTn id="83" dur="500" fill="hold"/>
                                        <p:tgtEl>
                                          <p:spTgt spid="36"/>
                                        </p:tgtEl>
                                        <p:attrNameLst>
                                          <p:attrName>ppt_y</p:attrName>
                                        </p:attrNameLst>
                                      </p:cBhvr>
                                      <p:tavLst>
                                        <p:tav tm="0">
                                          <p:val>
                                            <p:fltVal val="0.5"/>
                                          </p:val>
                                        </p:tav>
                                        <p:tav tm="100000">
                                          <p:val>
                                            <p:strVal val="#ppt_y"/>
                                          </p:val>
                                        </p:tav>
                                      </p:tavLst>
                                    </p:anim>
                                  </p:childTnLst>
                                </p:cTn>
                              </p:par>
                              <p:par>
                                <p:cTn id="84" presetID="23" presetClass="entr" presetSubtype="528" fill="hold" nodeType="withEffect">
                                  <p:stCondLst>
                                    <p:cond delay="300"/>
                                  </p:stCondLst>
                                  <p:childTnLst>
                                    <p:set>
                                      <p:cBhvr>
                                        <p:cTn id="85" dur="1" fill="hold">
                                          <p:stCondLst>
                                            <p:cond delay="0"/>
                                          </p:stCondLst>
                                        </p:cTn>
                                        <p:tgtEl>
                                          <p:spTgt spid="39"/>
                                        </p:tgtEl>
                                        <p:attrNameLst>
                                          <p:attrName>style.visibility</p:attrName>
                                        </p:attrNameLst>
                                      </p:cBhvr>
                                      <p:to>
                                        <p:strVal val="visible"/>
                                      </p:to>
                                    </p:set>
                                    <p:anim calcmode="lin" valueType="num">
                                      <p:cBhvr>
                                        <p:cTn id="86" dur="500" fill="hold"/>
                                        <p:tgtEl>
                                          <p:spTgt spid="39"/>
                                        </p:tgtEl>
                                        <p:attrNameLst>
                                          <p:attrName>ppt_w</p:attrName>
                                        </p:attrNameLst>
                                      </p:cBhvr>
                                      <p:tavLst>
                                        <p:tav tm="0">
                                          <p:val>
                                            <p:fltVal val="0"/>
                                          </p:val>
                                        </p:tav>
                                        <p:tav tm="100000">
                                          <p:val>
                                            <p:strVal val="#ppt_w"/>
                                          </p:val>
                                        </p:tav>
                                      </p:tavLst>
                                    </p:anim>
                                    <p:anim calcmode="lin" valueType="num">
                                      <p:cBhvr>
                                        <p:cTn id="87" dur="500" fill="hold"/>
                                        <p:tgtEl>
                                          <p:spTgt spid="39"/>
                                        </p:tgtEl>
                                        <p:attrNameLst>
                                          <p:attrName>ppt_h</p:attrName>
                                        </p:attrNameLst>
                                      </p:cBhvr>
                                      <p:tavLst>
                                        <p:tav tm="0">
                                          <p:val>
                                            <p:fltVal val="0"/>
                                          </p:val>
                                        </p:tav>
                                        <p:tav tm="100000">
                                          <p:val>
                                            <p:strVal val="#ppt_h"/>
                                          </p:val>
                                        </p:tav>
                                      </p:tavLst>
                                    </p:anim>
                                    <p:anim calcmode="lin" valueType="num">
                                      <p:cBhvr>
                                        <p:cTn id="88" dur="500" fill="hold"/>
                                        <p:tgtEl>
                                          <p:spTgt spid="39"/>
                                        </p:tgtEl>
                                        <p:attrNameLst>
                                          <p:attrName>ppt_x</p:attrName>
                                        </p:attrNameLst>
                                      </p:cBhvr>
                                      <p:tavLst>
                                        <p:tav tm="0">
                                          <p:val>
                                            <p:fltVal val="0.5"/>
                                          </p:val>
                                        </p:tav>
                                        <p:tav tm="100000">
                                          <p:val>
                                            <p:strVal val="#ppt_x"/>
                                          </p:val>
                                        </p:tav>
                                      </p:tavLst>
                                    </p:anim>
                                    <p:anim calcmode="lin" valueType="num">
                                      <p:cBhvr>
                                        <p:cTn id="89" dur="500" fill="hold"/>
                                        <p:tgtEl>
                                          <p:spTgt spid="39"/>
                                        </p:tgtEl>
                                        <p:attrNameLst>
                                          <p:attrName>ppt_y</p:attrName>
                                        </p:attrNameLst>
                                      </p:cBhvr>
                                      <p:tavLst>
                                        <p:tav tm="0">
                                          <p:val>
                                            <p:fltVal val="0.5"/>
                                          </p:val>
                                        </p:tav>
                                        <p:tav tm="100000">
                                          <p:val>
                                            <p:strVal val="#ppt_y"/>
                                          </p:val>
                                        </p:tav>
                                      </p:tavLst>
                                    </p:anim>
                                  </p:childTnLst>
                                </p:cTn>
                              </p:par>
                              <p:par>
                                <p:cTn id="90" presetID="23" presetClass="entr" presetSubtype="528" fill="hold" nodeType="withEffect">
                                  <p:stCondLst>
                                    <p:cond delay="600"/>
                                  </p:stCondLst>
                                  <p:childTnLst>
                                    <p:set>
                                      <p:cBhvr>
                                        <p:cTn id="91" dur="1" fill="hold">
                                          <p:stCondLst>
                                            <p:cond delay="0"/>
                                          </p:stCondLst>
                                        </p:cTn>
                                        <p:tgtEl>
                                          <p:spTgt spid="42"/>
                                        </p:tgtEl>
                                        <p:attrNameLst>
                                          <p:attrName>style.visibility</p:attrName>
                                        </p:attrNameLst>
                                      </p:cBhvr>
                                      <p:to>
                                        <p:strVal val="visible"/>
                                      </p:to>
                                    </p:set>
                                    <p:anim calcmode="lin" valueType="num">
                                      <p:cBhvr>
                                        <p:cTn id="92" dur="500" fill="hold"/>
                                        <p:tgtEl>
                                          <p:spTgt spid="42"/>
                                        </p:tgtEl>
                                        <p:attrNameLst>
                                          <p:attrName>ppt_w</p:attrName>
                                        </p:attrNameLst>
                                      </p:cBhvr>
                                      <p:tavLst>
                                        <p:tav tm="0">
                                          <p:val>
                                            <p:fltVal val="0"/>
                                          </p:val>
                                        </p:tav>
                                        <p:tav tm="100000">
                                          <p:val>
                                            <p:strVal val="#ppt_w"/>
                                          </p:val>
                                        </p:tav>
                                      </p:tavLst>
                                    </p:anim>
                                    <p:anim calcmode="lin" valueType="num">
                                      <p:cBhvr>
                                        <p:cTn id="93" dur="500" fill="hold"/>
                                        <p:tgtEl>
                                          <p:spTgt spid="42"/>
                                        </p:tgtEl>
                                        <p:attrNameLst>
                                          <p:attrName>ppt_h</p:attrName>
                                        </p:attrNameLst>
                                      </p:cBhvr>
                                      <p:tavLst>
                                        <p:tav tm="0">
                                          <p:val>
                                            <p:fltVal val="0"/>
                                          </p:val>
                                        </p:tav>
                                        <p:tav tm="100000">
                                          <p:val>
                                            <p:strVal val="#ppt_h"/>
                                          </p:val>
                                        </p:tav>
                                      </p:tavLst>
                                    </p:anim>
                                    <p:anim calcmode="lin" valueType="num">
                                      <p:cBhvr>
                                        <p:cTn id="94" dur="500" fill="hold"/>
                                        <p:tgtEl>
                                          <p:spTgt spid="42"/>
                                        </p:tgtEl>
                                        <p:attrNameLst>
                                          <p:attrName>ppt_x</p:attrName>
                                        </p:attrNameLst>
                                      </p:cBhvr>
                                      <p:tavLst>
                                        <p:tav tm="0">
                                          <p:val>
                                            <p:fltVal val="0.5"/>
                                          </p:val>
                                        </p:tav>
                                        <p:tav tm="100000">
                                          <p:val>
                                            <p:strVal val="#ppt_x"/>
                                          </p:val>
                                        </p:tav>
                                      </p:tavLst>
                                    </p:anim>
                                    <p:anim calcmode="lin" valueType="num">
                                      <p:cBhvr>
                                        <p:cTn id="95" dur="500" fill="hold"/>
                                        <p:tgtEl>
                                          <p:spTgt spid="42"/>
                                        </p:tgtEl>
                                        <p:attrNameLst>
                                          <p:attrName>ppt_y</p:attrName>
                                        </p:attrNameLst>
                                      </p:cBhvr>
                                      <p:tavLst>
                                        <p:tav tm="0">
                                          <p:val>
                                            <p:fltVal val="0.5"/>
                                          </p:val>
                                        </p:tav>
                                        <p:tav tm="100000">
                                          <p:val>
                                            <p:strVal val="#ppt_y"/>
                                          </p:val>
                                        </p:tav>
                                      </p:tavLst>
                                    </p:anim>
                                  </p:childTnLst>
                                </p:cTn>
                              </p:par>
                              <p:par>
                                <p:cTn id="96" presetID="23" presetClass="entr" presetSubtype="528" fill="hold" nodeType="withEffect">
                                  <p:stCondLst>
                                    <p:cond delay="600"/>
                                  </p:stCondLst>
                                  <p:childTnLst>
                                    <p:set>
                                      <p:cBhvr>
                                        <p:cTn id="97" dur="1" fill="hold">
                                          <p:stCondLst>
                                            <p:cond delay="0"/>
                                          </p:stCondLst>
                                        </p:cTn>
                                        <p:tgtEl>
                                          <p:spTgt spid="45"/>
                                        </p:tgtEl>
                                        <p:attrNameLst>
                                          <p:attrName>style.visibility</p:attrName>
                                        </p:attrNameLst>
                                      </p:cBhvr>
                                      <p:to>
                                        <p:strVal val="visible"/>
                                      </p:to>
                                    </p:set>
                                    <p:anim calcmode="lin" valueType="num">
                                      <p:cBhvr>
                                        <p:cTn id="98" dur="500" fill="hold"/>
                                        <p:tgtEl>
                                          <p:spTgt spid="45"/>
                                        </p:tgtEl>
                                        <p:attrNameLst>
                                          <p:attrName>ppt_w</p:attrName>
                                        </p:attrNameLst>
                                      </p:cBhvr>
                                      <p:tavLst>
                                        <p:tav tm="0">
                                          <p:val>
                                            <p:fltVal val="0"/>
                                          </p:val>
                                        </p:tav>
                                        <p:tav tm="100000">
                                          <p:val>
                                            <p:strVal val="#ppt_w"/>
                                          </p:val>
                                        </p:tav>
                                      </p:tavLst>
                                    </p:anim>
                                    <p:anim calcmode="lin" valueType="num">
                                      <p:cBhvr>
                                        <p:cTn id="99" dur="500" fill="hold"/>
                                        <p:tgtEl>
                                          <p:spTgt spid="45"/>
                                        </p:tgtEl>
                                        <p:attrNameLst>
                                          <p:attrName>ppt_h</p:attrName>
                                        </p:attrNameLst>
                                      </p:cBhvr>
                                      <p:tavLst>
                                        <p:tav tm="0">
                                          <p:val>
                                            <p:fltVal val="0"/>
                                          </p:val>
                                        </p:tav>
                                        <p:tav tm="100000">
                                          <p:val>
                                            <p:strVal val="#ppt_h"/>
                                          </p:val>
                                        </p:tav>
                                      </p:tavLst>
                                    </p:anim>
                                    <p:anim calcmode="lin" valueType="num">
                                      <p:cBhvr>
                                        <p:cTn id="100" dur="500" fill="hold"/>
                                        <p:tgtEl>
                                          <p:spTgt spid="45"/>
                                        </p:tgtEl>
                                        <p:attrNameLst>
                                          <p:attrName>ppt_x</p:attrName>
                                        </p:attrNameLst>
                                      </p:cBhvr>
                                      <p:tavLst>
                                        <p:tav tm="0">
                                          <p:val>
                                            <p:fltVal val="0.5"/>
                                          </p:val>
                                        </p:tav>
                                        <p:tav tm="100000">
                                          <p:val>
                                            <p:strVal val="#ppt_x"/>
                                          </p:val>
                                        </p:tav>
                                      </p:tavLst>
                                    </p:anim>
                                    <p:anim calcmode="lin" valueType="num">
                                      <p:cBhvr>
                                        <p:cTn id="101" dur="500" fill="hold"/>
                                        <p:tgtEl>
                                          <p:spTgt spid="45"/>
                                        </p:tgtEl>
                                        <p:attrNameLst>
                                          <p:attrName>ppt_y</p:attrName>
                                        </p:attrNameLst>
                                      </p:cBhvr>
                                      <p:tavLst>
                                        <p:tav tm="0">
                                          <p:val>
                                            <p:fltVal val="0.5"/>
                                          </p:val>
                                        </p:tav>
                                        <p:tav tm="100000">
                                          <p:val>
                                            <p:strVal val="#ppt_y"/>
                                          </p:val>
                                        </p:tav>
                                      </p:tavLst>
                                    </p:anim>
                                  </p:childTnLst>
                                </p:cTn>
                              </p:par>
                              <p:par>
                                <p:cTn id="102" presetID="26" presetClass="emph" presetSubtype="0" repeatCount="3000" fill="hold" nodeType="withEffect">
                                  <p:stCondLst>
                                    <p:cond delay="600"/>
                                  </p:stCondLst>
                                  <p:childTnLst>
                                    <p:animEffect transition="out" filter="fade">
                                      <p:cBhvr>
                                        <p:cTn id="103" dur="500" tmFilter="0, 0; .2, .5; .8, .5; 1, 0"/>
                                        <p:tgtEl>
                                          <p:spTgt spid="8"/>
                                        </p:tgtEl>
                                      </p:cBhvr>
                                    </p:animEffect>
                                    <p:animScale>
                                      <p:cBhvr>
                                        <p:cTn id="104" dur="250" autoRev="1" fill="hold"/>
                                        <p:tgtEl>
                                          <p:spTgt spid="8"/>
                                        </p:tgtEl>
                                      </p:cBhvr>
                                      <p:by x="105000" y="105000"/>
                                    </p:animScale>
                                  </p:childTnLst>
                                </p:cTn>
                              </p:par>
                              <p:par>
                                <p:cTn id="105" presetID="26" presetClass="emph" presetSubtype="0" repeatCount="3000" fill="hold" nodeType="withEffect">
                                  <p:stCondLst>
                                    <p:cond delay="710"/>
                                  </p:stCondLst>
                                  <p:childTnLst>
                                    <p:animEffect transition="out" filter="fade">
                                      <p:cBhvr>
                                        <p:cTn id="106" dur="500" tmFilter="0, 0; .2, .5; .8, .5; 1, 0"/>
                                        <p:tgtEl>
                                          <p:spTgt spid="30"/>
                                        </p:tgtEl>
                                      </p:cBhvr>
                                    </p:animEffect>
                                    <p:animScale>
                                      <p:cBhvr>
                                        <p:cTn id="107" dur="250" autoRev="1" fill="hold"/>
                                        <p:tgtEl>
                                          <p:spTgt spid="30"/>
                                        </p:tgtEl>
                                      </p:cBhvr>
                                      <p:by x="105000" y="105000"/>
                                    </p:animScale>
                                  </p:childTnLst>
                                </p:cTn>
                              </p:par>
                              <p:par>
                                <p:cTn id="108" presetID="26" presetClass="emph" presetSubtype="0" repeatCount="3000" fill="hold" nodeType="withEffect">
                                  <p:stCondLst>
                                    <p:cond delay="410"/>
                                  </p:stCondLst>
                                  <p:childTnLst>
                                    <p:animEffect transition="out" filter="fade">
                                      <p:cBhvr>
                                        <p:cTn id="109" dur="500" tmFilter="0, 0; .2, .5; .8, .5; 1, 0"/>
                                        <p:tgtEl>
                                          <p:spTgt spid="36"/>
                                        </p:tgtEl>
                                      </p:cBhvr>
                                    </p:animEffect>
                                    <p:animScale>
                                      <p:cBhvr>
                                        <p:cTn id="110" dur="250" autoRev="1" fill="hold"/>
                                        <p:tgtEl>
                                          <p:spTgt spid="36"/>
                                        </p:tgtEl>
                                      </p:cBhvr>
                                      <p:by x="105000" y="105000"/>
                                    </p:animScale>
                                  </p:childTnLst>
                                </p:cTn>
                              </p:par>
                              <p:par>
                                <p:cTn id="111" presetID="26" presetClass="emph" presetSubtype="0" repeatCount="3000" fill="hold" nodeType="withEffect">
                                  <p:stCondLst>
                                    <p:cond delay="810"/>
                                  </p:stCondLst>
                                  <p:childTnLst>
                                    <p:animEffect transition="out" filter="fade">
                                      <p:cBhvr>
                                        <p:cTn id="112" dur="500" tmFilter="0, 0; .2, .5; .8, .5; 1, 0"/>
                                        <p:tgtEl>
                                          <p:spTgt spid="39"/>
                                        </p:tgtEl>
                                      </p:cBhvr>
                                    </p:animEffect>
                                    <p:animScale>
                                      <p:cBhvr>
                                        <p:cTn id="113" dur="250" autoRev="1" fill="hold"/>
                                        <p:tgtEl>
                                          <p:spTgt spid="39"/>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5"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3" name="肘形连接符 22"/>
          <p:cNvCxnSpPr/>
          <p:nvPr>
            <p:custDataLst>
              <p:tags r:id="rId1"/>
            </p:custDataLst>
          </p:nvPr>
        </p:nvCxnSpPr>
        <p:spPr>
          <a:xfrm rot="5400000" flipH="1" flipV="1">
            <a:off x="1368439" y="1697578"/>
            <a:ext cx="702078" cy="601779"/>
          </a:xfrm>
          <a:prstGeom prst="bentConnector3">
            <a:avLst/>
          </a:prstGeom>
          <a:ln w="12700">
            <a:solidFill>
              <a:schemeClr val="tx1">
                <a:lumMod val="65000"/>
                <a:lumOff val="35000"/>
              </a:schemeClr>
            </a:solidFill>
            <a:prstDash val="dash"/>
            <a:headEnd type="diamond"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0" name="肘形连接符 29"/>
          <p:cNvCxnSpPr/>
          <p:nvPr>
            <p:custDataLst>
              <p:tags r:id="rId2"/>
            </p:custDataLst>
          </p:nvPr>
        </p:nvCxnSpPr>
        <p:spPr>
          <a:xfrm rot="16200000" flipH="1">
            <a:off x="2995650" y="3172695"/>
            <a:ext cx="702078" cy="601779"/>
          </a:xfrm>
          <a:prstGeom prst="bentConnector3">
            <a:avLst/>
          </a:prstGeom>
          <a:ln w="12700">
            <a:solidFill>
              <a:schemeClr val="tx1">
                <a:lumMod val="65000"/>
                <a:lumOff val="35000"/>
              </a:schemeClr>
            </a:solidFill>
            <a:prstDash val="dash"/>
            <a:headEnd type="diamond"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6" name="肘形连接符 35"/>
          <p:cNvCxnSpPr/>
          <p:nvPr>
            <p:custDataLst>
              <p:tags r:id="rId3"/>
            </p:custDataLst>
          </p:nvPr>
        </p:nvCxnSpPr>
        <p:spPr>
          <a:xfrm rot="5400000" flipH="1" flipV="1">
            <a:off x="5601925" y="1614393"/>
            <a:ext cx="702078" cy="601779"/>
          </a:xfrm>
          <a:prstGeom prst="bentConnector3">
            <a:avLst/>
          </a:prstGeom>
          <a:ln w="12700">
            <a:solidFill>
              <a:schemeClr val="tx1">
                <a:lumMod val="65000"/>
                <a:lumOff val="35000"/>
              </a:schemeClr>
            </a:solidFill>
            <a:prstDash val="dash"/>
            <a:headEnd type="diamond"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8" name="肘形连接符 37"/>
          <p:cNvCxnSpPr/>
          <p:nvPr>
            <p:custDataLst>
              <p:tags r:id="rId4"/>
            </p:custDataLst>
          </p:nvPr>
        </p:nvCxnSpPr>
        <p:spPr>
          <a:xfrm rot="16200000" flipH="1">
            <a:off x="7654606" y="3188571"/>
            <a:ext cx="702078" cy="601779"/>
          </a:xfrm>
          <a:prstGeom prst="bentConnector3">
            <a:avLst/>
          </a:prstGeom>
          <a:ln w="12700">
            <a:solidFill>
              <a:schemeClr val="tx1">
                <a:lumMod val="65000"/>
                <a:lumOff val="35000"/>
              </a:schemeClr>
            </a:solidFill>
            <a:prstDash val="dash"/>
            <a:headEnd type="diamond"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a:off x="515257" y="624114"/>
            <a:ext cx="8113486" cy="0"/>
          </a:xfrm>
          <a:prstGeom prst="line">
            <a:avLst/>
          </a:prstGeom>
          <a:ln w="12700">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25" name="椭圆 24"/>
          <p:cNvSpPr/>
          <p:nvPr/>
        </p:nvSpPr>
        <p:spPr>
          <a:xfrm>
            <a:off x="646880" y="242192"/>
            <a:ext cx="274777" cy="274777"/>
          </a:xfrm>
          <a:prstGeom prst="ellipse">
            <a:avLst/>
          </a:prstGeom>
          <a:solidFill>
            <a:srgbClr val="679E2A"/>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pitchFamily="34" charset="-122"/>
            </a:endParaRPr>
          </a:p>
        </p:txBody>
      </p:sp>
      <p:sp>
        <p:nvSpPr>
          <p:cNvPr id="26" name="TextBox 25"/>
          <p:cNvSpPr txBox="1"/>
          <p:nvPr/>
        </p:nvSpPr>
        <p:spPr>
          <a:xfrm>
            <a:off x="908957" y="206330"/>
            <a:ext cx="1364476" cy="400110"/>
          </a:xfrm>
          <a:prstGeom prst="rect">
            <a:avLst/>
          </a:prstGeom>
          <a:noFill/>
          <a:ln>
            <a:noFill/>
          </a:ln>
        </p:spPr>
        <p:txBody>
          <a:bodyPr wrap="none" rtlCol="0">
            <a:spAutoFit/>
          </a:bodyPr>
          <a:lstStyle/>
          <a:p>
            <a:r>
              <a:rPr lang="zh-CN" altLang="en-US" sz="2000" spc="300" dirty="0">
                <a:solidFill>
                  <a:schemeClr val="tx1">
                    <a:lumMod val="65000"/>
                    <a:lumOff val="35000"/>
                  </a:schemeClr>
                </a:solidFill>
                <a:latin typeface="微软雅黑" panose="020B0503020204020204" pitchFamily="34" charset="-122"/>
                <a:ea typeface="微软雅黑" panose="020B0503020204020204" pitchFamily="34" charset="-122"/>
              </a:rPr>
              <a:t>实验数据</a:t>
            </a:r>
            <a:endParaRPr lang="zh-CN" altLang="en-US" sz="2000" spc="3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27" name="TextBox 26"/>
          <p:cNvSpPr txBox="1"/>
          <p:nvPr/>
        </p:nvSpPr>
        <p:spPr>
          <a:xfrm>
            <a:off x="2390916" y="237108"/>
            <a:ext cx="711220" cy="338554"/>
          </a:xfrm>
          <a:prstGeom prst="rect">
            <a:avLst/>
          </a:prstGeom>
          <a:noFill/>
        </p:spPr>
        <p:txBody>
          <a:bodyPr wrap="none" rtlCol="0">
            <a:spAutoFit/>
          </a:bodyPr>
          <a:lstStyle/>
          <a:p>
            <a:r>
              <a:rPr lang="en-US" altLang="zh-CN" sz="1600" dirty="0">
                <a:solidFill>
                  <a:schemeClr val="tx1">
                    <a:lumMod val="50000"/>
                    <a:lumOff val="50000"/>
                  </a:schemeClr>
                </a:solidFill>
                <a:latin typeface="微软雅黑" panose="020B0503020204020204" pitchFamily="34" charset="-122"/>
                <a:ea typeface="微软雅黑" panose="020B0503020204020204" pitchFamily="34" charset="-122"/>
              </a:rPr>
              <a:t>DATA</a:t>
            </a:r>
            <a:endParaRPr lang="zh-CN" altLang="en-US" sz="1600" dirty="0">
              <a:solidFill>
                <a:schemeClr val="tx1">
                  <a:lumMod val="50000"/>
                  <a:lumOff val="50000"/>
                </a:schemeClr>
              </a:solidFill>
              <a:latin typeface="微软雅黑" panose="020B0503020204020204" pitchFamily="34" charset="-122"/>
              <a:ea typeface="微软雅黑" panose="020B0503020204020204" pitchFamily="34" charset="-122"/>
            </a:endParaRPr>
          </a:p>
        </p:txBody>
      </p:sp>
      <p:cxnSp>
        <p:nvCxnSpPr>
          <p:cNvPr id="28" name="直接连接符 27"/>
          <p:cNvCxnSpPr/>
          <p:nvPr/>
        </p:nvCxnSpPr>
        <p:spPr>
          <a:xfrm>
            <a:off x="2332175" y="302089"/>
            <a:ext cx="0" cy="208592"/>
          </a:xfrm>
          <a:prstGeom prst="line">
            <a:avLst/>
          </a:prstGeom>
          <a:ln w="190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15" name="右箭头 14"/>
          <p:cNvSpPr/>
          <p:nvPr>
            <p:custDataLst>
              <p:tags r:id="rId5"/>
            </p:custDataLst>
          </p:nvPr>
        </p:nvSpPr>
        <p:spPr>
          <a:xfrm>
            <a:off x="0" y="2563924"/>
            <a:ext cx="9001068" cy="385868"/>
          </a:xfrm>
          <a:prstGeom prst="rightArrow">
            <a:avLst/>
          </a:prstGeom>
          <a:solidFill>
            <a:srgbClr val="679E2A"/>
          </a:solidFill>
          <a:ln w="38100">
            <a:noFill/>
          </a:ln>
          <a:effectLst>
            <a:innerShdw blurRad="165100" dist="63500" dir="13500000">
              <a:prstClr val="black">
                <a:alpha val="30000"/>
              </a:prstClr>
            </a:innerShdw>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solidFill>
                <a:srgbClr val="FFFFFF"/>
              </a:solidFill>
            </a:endParaRPr>
          </a:p>
        </p:txBody>
      </p:sp>
      <p:sp>
        <p:nvSpPr>
          <p:cNvPr id="16" name="Freeform 7"/>
          <p:cNvSpPr>
            <a:spLocks noEditPoints="1"/>
          </p:cNvSpPr>
          <p:nvPr/>
        </p:nvSpPr>
        <p:spPr bwMode="auto">
          <a:xfrm flipH="1">
            <a:off x="-289584" y="2695878"/>
            <a:ext cx="289584" cy="130533"/>
          </a:xfrm>
          <a:custGeom>
            <a:avLst/>
            <a:gdLst>
              <a:gd name="T0" fmla="*/ 11 w 155"/>
              <a:gd name="T1" fmla="*/ 56 h 70"/>
              <a:gd name="T2" fmla="*/ 15 w 155"/>
              <a:gd name="T3" fmla="*/ 57 h 70"/>
              <a:gd name="T4" fmla="*/ 15 w 155"/>
              <a:gd name="T5" fmla="*/ 57 h 70"/>
              <a:gd name="T6" fmla="*/ 27 w 155"/>
              <a:gd name="T7" fmla="*/ 70 h 70"/>
              <a:gd name="T8" fmla="*/ 40 w 155"/>
              <a:gd name="T9" fmla="*/ 57 h 70"/>
              <a:gd name="T10" fmla="*/ 40 w 155"/>
              <a:gd name="T11" fmla="*/ 57 h 70"/>
              <a:gd name="T12" fmla="*/ 104 w 155"/>
              <a:gd name="T13" fmla="*/ 57 h 70"/>
              <a:gd name="T14" fmla="*/ 104 w 155"/>
              <a:gd name="T15" fmla="*/ 57 h 70"/>
              <a:gd name="T16" fmla="*/ 117 w 155"/>
              <a:gd name="T17" fmla="*/ 70 h 70"/>
              <a:gd name="T18" fmla="*/ 130 w 155"/>
              <a:gd name="T19" fmla="*/ 57 h 70"/>
              <a:gd name="T20" fmla="*/ 130 w 155"/>
              <a:gd name="T21" fmla="*/ 57 h 70"/>
              <a:gd name="T22" fmla="*/ 134 w 155"/>
              <a:gd name="T23" fmla="*/ 57 h 70"/>
              <a:gd name="T24" fmla="*/ 137 w 155"/>
              <a:gd name="T25" fmla="*/ 57 h 70"/>
              <a:gd name="T26" fmla="*/ 155 w 155"/>
              <a:gd name="T27" fmla="*/ 24 h 70"/>
              <a:gd name="T28" fmla="*/ 155 w 155"/>
              <a:gd name="T29" fmla="*/ 24 h 70"/>
              <a:gd name="T30" fmla="*/ 155 w 155"/>
              <a:gd name="T31" fmla="*/ 24 h 70"/>
              <a:gd name="T32" fmla="*/ 155 w 155"/>
              <a:gd name="T33" fmla="*/ 24 h 70"/>
              <a:gd name="T34" fmla="*/ 155 w 155"/>
              <a:gd name="T35" fmla="*/ 24 h 70"/>
              <a:gd name="T36" fmla="*/ 140 w 155"/>
              <a:gd name="T37" fmla="*/ 24 h 70"/>
              <a:gd name="T38" fmla="*/ 96 w 155"/>
              <a:gd name="T39" fmla="*/ 0 h 70"/>
              <a:gd name="T40" fmla="*/ 88 w 155"/>
              <a:gd name="T41" fmla="*/ 0 h 70"/>
              <a:gd name="T42" fmla="*/ 79 w 155"/>
              <a:gd name="T43" fmla="*/ 0 h 70"/>
              <a:gd name="T44" fmla="*/ 35 w 155"/>
              <a:gd name="T45" fmla="*/ 24 h 70"/>
              <a:gd name="T46" fmla="*/ 25 w 155"/>
              <a:gd name="T47" fmla="*/ 24 h 70"/>
              <a:gd name="T48" fmla="*/ 0 w 155"/>
              <a:gd name="T49" fmla="*/ 56 h 70"/>
              <a:gd name="T50" fmla="*/ 0 w 155"/>
              <a:gd name="T51" fmla="*/ 57 h 70"/>
              <a:gd name="T52" fmla="*/ 1 w 155"/>
              <a:gd name="T53" fmla="*/ 56 h 70"/>
              <a:gd name="T54" fmla="*/ 11 w 155"/>
              <a:gd name="T55" fmla="*/ 56 h 70"/>
              <a:gd name="T56" fmla="*/ 85 w 155"/>
              <a:gd name="T57" fmla="*/ 8 h 70"/>
              <a:gd name="T58" fmla="*/ 85 w 155"/>
              <a:gd name="T59" fmla="*/ 23 h 70"/>
              <a:gd name="T60" fmla="*/ 47 w 155"/>
              <a:gd name="T61" fmla="*/ 23 h 70"/>
              <a:gd name="T62" fmla="*/ 47 w 155"/>
              <a:gd name="T63" fmla="*/ 23 h 70"/>
              <a:gd name="T64" fmla="*/ 80 w 155"/>
              <a:gd name="T65" fmla="*/ 8 h 70"/>
              <a:gd name="T66" fmla="*/ 85 w 155"/>
              <a:gd name="T67" fmla="*/ 8 h 70"/>
              <a:gd name="T68" fmla="*/ 90 w 155"/>
              <a:gd name="T69" fmla="*/ 23 h 70"/>
              <a:gd name="T70" fmla="*/ 89 w 155"/>
              <a:gd name="T71" fmla="*/ 7 h 70"/>
              <a:gd name="T72" fmla="*/ 95 w 155"/>
              <a:gd name="T73" fmla="*/ 8 h 70"/>
              <a:gd name="T74" fmla="*/ 128 w 155"/>
              <a:gd name="T75" fmla="*/ 23 h 70"/>
              <a:gd name="T76" fmla="*/ 90 w 155"/>
              <a:gd name="T77" fmla="*/ 23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55" h="70">
                <a:moveTo>
                  <a:pt x="11" y="56"/>
                </a:moveTo>
                <a:cubicBezTo>
                  <a:pt x="15" y="57"/>
                  <a:pt x="15" y="57"/>
                  <a:pt x="15" y="57"/>
                </a:cubicBezTo>
                <a:cubicBezTo>
                  <a:pt x="15" y="57"/>
                  <a:pt x="15" y="57"/>
                  <a:pt x="15" y="57"/>
                </a:cubicBezTo>
                <a:cubicBezTo>
                  <a:pt x="15" y="64"/>
                  <a:pt x="20" y="70"/>
                  <a:pt x="27" y="70"/>
                </a:cubicBezTo>
                <a:cubicBezTo>
                  <a:pt x="35" y="70"/>
                  <a:pt x="40" y="64"/>
                  <a:pt x="40" y="57"/>
                </a:cubicBezTo>
                <a:cubicBezTo>
                  <a:pt x="40" y="57"/>
                  <a:pt x="40" y="57"/>
                  <a:pt x="40" y="57"/>
                </a:cubicBezTo>
                <a:cubicBezTo>
                  <a:pt x="104" y="57"/>
                  <a:pt x="104" y="57"/>
                  <a:pt x="104" y="57"/>
                </a:cubicBezTo>
                <a:cubicBezTo>
                  <a:pt x="104" y="57"/>
                  <a:pt x="104" y="57"/>
                  <a:pt x="104" y="57"/>
                </a:cubicBezTo>
                <a:cubicBezTo>
                  <a:pt x="104" y="64"/>
                  <a:pt x="110" y="70"/>
                  <a:pt x="117" y="70"/>
                </a:cubicBezTo>
                <a:cubicBezTo>
                  <a:pt x="124" y="70"/>
                  <a:pt x="130" y="64"/>
                  <a:pt x="130" y="57"/>
                </a:cubicBezTo>
                <a:cubicBezTo>
                  <a:pt x="130" y="57"/>
                  <a:pt x="130" y="57"/>
                  <a:pt x="130" y="57"/>
                </a:cubicBezTo>
                <a:cubicBezTo>
                  <a:pt x="134" y="57"/>
                  <a:pt x="134" y="57"/>
                  <a:pt x="134" y="57"/>
                </a:cubicBezTo>
                <a:cubicBezTo>
                  <a:pt x="137" y="57"/>
                  <a:pt x="137" y="57"/>
                  <a:pt x="137" y="57"/>
                </a:cubicBezTo>
                <a:cubicBezTo>
                  <a:pt x="137" y="57"/>
                  <a:pt x="155" y="59"/>
                  <a:pt x="155" y="24"/>
                </a:cubicBezTo>
                <a:cubicBezTo>
                  <a:pt x="155" y="24"/>
                  <a:pt x="155" y="24"/>
                  <a:pt x="155" y="24"/>
                </a:cubicBezTo>
                <a:cubicBezTo>
                  <a:pt x="155" y="24"/>
                  <a:pt x="155" y="24"/>
                  <a:pt x="155" y="24"/>
                </a:cubicBezTo>
                <a:cubicBezTo>
                  <a:pt x="155" y="24"/>
                  <a:pt x="155" y="24"/>
                  <a:pt x="155" y="24"/>
                </a:cubicBezTo>
                <a:cubicBezTo>
                  <a:pt x="155" y="24"/>
                  <a:pt x="155" y="24"/>
                  <a:pt x="155" y="24"/>
                </a:cubicBezTo>
                <a:cubicBezTo>
                  <a:pt x="140" y="24"/>
                  <a:pt x="140" y="24"/>
                  <a:pt x="140" y="24"/>
                </a:cubicBezTo>
                <a:cubicBezTo>
                  <a:pt x="127" y="8"/>
                  <a:pt x="109" y="2"/>
                  <a:pt x="96" y="0"/>
                </a:cubicBezTo>
                <a:cubicBezTo>
                  <a:pt x="96" y="0"/>
                  <a:pt x="90" y="0"/>
                  <a:pt x="88" y="0"/>
                </a:cubicBezTo>
                <a:cubicBezTo>
                  <a:pt x="85" y="0"/>
                  <a:pt x="79" y="0"/>
                  <a:pt x="79" y="0"/>
                </a:cubicBezTo>
                <a:cubicBezTo>
                  <a:pt x="66" y="2"/>
                  <a:pt x="48" y="8"/>
                  <a:pt x="35" y="24"/>
                </a:cubicBezTo>
                <a:cubicBezTo>
                  <a:pt x="25" y="24"/>
                  <a:pt x="25" y="24"/>
                  <a:pt x="25" y="24"/>
                </a:cubicBezTo>
                <a:cubicBezTo>
                  <a:pt x="25" y="24"/>
                  <a:pt x="0" y="22"/>
                  <a:pt x="0" y="56"/>
                </a:cubicBezTo>
                <a:cubicBezTo>
                  <a:pt x="0" y="57"/>
                  <a:pt x="0" y="57"/>
                  <a:pt x="0" y="57"/>
                </a:cubicBezTo>
                <a:cubicBezTo>
                  <a:pt x="1" y="56"/>
                  <a:pt x="1" y="56"/>
                  <a:pt x="1" y="56"/>
                </a:cubicBezTo>
                <a:cubicBezTo>
                  <a:pt x="11" y="56"/>
                  <a:pt x="11" y="56"/>
                  <a:pt x="11" y="56"/>
                </a:cubicBezTo>
                <a:close/>
                <a:moveTo>
                  <a:pt x="85" y="8"/>
                </a:moveTo>
                <a:cubicBezTo>
                  <a:pt x="85" y="23"/>
                  <a:pt x="85" y="23"/>
                  <a:pt x="85" y="23"/>
                </a:cubicBezTo>
                <a:cubicBezTo>
                  <a:pt x="47" y="23"/>
                  <a:pt x="47" y="23"/>
                  <a:pt x="47" y="23"/>
                </a:cubicBezTo>
                <a:cubicBezTo>
                  <a:pt x="47" y="23"/>
                  <a:pt x="47" y="23"/>
                  <a:pt x="47" y="23"/>
                </a:cubicBezTo>
                <a:cubicBezTo>
                  <a:pt x="58" y="13"/>
                  <a:pt x="70" y="9"/>
                  <a:pt x="80" y="8"/>
                </a:cubicBezTo>
                <a:cubicBezTo>
                  <a:pt x="81" y="8"/>
                  <a:pt x="83" y="8"/>
                  <a:pt x="85" y="8"/>
                </a:cubicBezTo>
                <a:close/>
                <a:moveTo>
                  <a:pt x="90" y="23"/>
                </a:moveTo>
                <a:cubicBezTo>
                  <a:pt x="89" y="7"/>
                  <a:pt x="89" y="7"/>
                  <a:pt x="89" y="7"/>
                </a:cubicBezTo>
                <a:cubicBezTo>
                  <a:pt x="92" y="8"/>
                  <a:pt x="94" y="8"/>
                  <a:pt x="95" y="8"/>
                </a:cubicBezTo>
                <a:cubicBezTo>
                  <a:pt x="105" y="9"/>
                  <a:pt x="118" y="13"/>
                  <a:pt x="128" y="23"/>
                </a:cubicBezTo>
                <a:lnTo>
                  <a:pt x="90" y="23"/>
                </a:lnTo>
                <a:close/>
              </a:path>
            </a:pathLst>
          </a:custGeom>
          <a:solidFill>
            <a:schemeClr val="bg1">
              <a:lumMod val="95000"/>
            </a:schemeClr>
          </a:solidFill>
          <a:ln>
            <a:noFill/>
          </a:ln>
        </p:spPr>
        <p:txBody>
          <a:bodyPr vert="horz" wrap="square" lIns="68580" tIns="34290" rIns="68580" bIns="34290" numCol="1" anchor="t" anchorCtr="0" compatLnSpc="1"/>
          <a:lstStyle/>
          <a:p>
            <a:endParaRPr lang="zh-CN" altLang="en-US"/>
          </a:p>
        </p:txBody>
      </p:sp>
      <p:sp>
        <p:nvSpPr>
          <p:cNvPr id="17" name="椭圆 16"/>
          <p:cNvSpPr/>
          <p:nvPr>
            <p:custDataLst>
              <p:tags r:id="rId6"/>
            </p:custDataLst>
          </p:nvPr>
        </p:nvSpPr>
        <p:spPr>
          <a:xfrm>
            <a:off x="718185" y="2385060"/>
            <a:ext cx="1153160" cy="756285"/>
          </a:xfrm>
          <a:prstGeom prst="ellipse">
            <a:avLst/>
          </a:prstGeom>
          <a:gradFill flip="none" rotWithShape="1">
            <a:gsLst>
              <a:gs pos="49000">
                <a:schemeClr val="bg1">
                  <a:lumMod val="93000"/>
                </a:schemeClr>
              </a:gs>
              <a:gs pos="0">
                <a:srgbClr val="E2E2E2">
                  <a:lumMod val="85000"/>
                </a:srgbClr>
              </a:gs>
              <a:gs pos="100000">
                <a:schemeClr val="bg1"/>
              </a:gs>
            </a:gsLst>
            <a:lin ang="2700000" scaled="1"/>
            <a:tileRect/>
          </a:gradFill>
          <a:ln w="38100">
            <a:gradFill flip="none" rotWithShape="1">
              <a:gsLst>
                <a:gs pos="100000">
                  <a:srgbClr val="E0E0E0"/>
                </a:gs>
                <a:gs pos="0">
                  <a:schemeClr val="bg1"/>
                </a:gs>
              </a:gsLst>
              <a:lin ang="0" scaled="0"/>
              <a:tileRect/>
            </a:gradFill>
          </a:ln>
          <a:effectLst>
            <a:outerShdw blurRad="368300" dist="368300" dir="2700000" algn="tr" rotWithShape="0">
              <a:prstClr val="black">
                <a:alpha val="20000"/>
              </a:prstClr>
            </a:outerShdw>
          </a:effectLst>
          <a:scene3d>
            <a:camera prst="orthographicFront"/>
            <a:lightRig rig="threePt" dir="t"/>
          </a:scene3d>
          <a:sp3d prstMaterial="metal"/>
        </p:spPr>
        <p:style>
          <a:lnRef idx="2">
            <a:schemeClr val="accent1">
              <a:shade val="50000"/>
            </a:schemeClr>
          </a:lnRef>
          <a:fillRef idx="1">
            <a:schemeClr val="accent1"/>
          </a:fillRef>
          <a:effectRef idx="0">
            <a:schemeClr val="accent1"/>
          </a:effectRef>
          <a:fontRef idx="minor">
            <a:schemeClr val="lt1"/>
          </a:fontRef>
        </p:style>
        <p:txBody>
          <a:bodyPr lIns="0" tIns="34290" rIns="0" bIns="34290" rtlCol="0" anchor="ctr"/>
          <a:lstStyle/>
          <a:p>
            <a:pPr algn="ctr"/>
            <a:r>
              <a:rPr lang="en-US" altLang="zh-CN" dirty="0">
                <a:solidFill>
                  <a:schemeClr val="tx1">
                    <a:lumMod val="75000"/>
                    <a:lumOff val="25000"/>
                  </a:schemeClr>
                </a:solidFill>
                <a:latin typeface="微软雅黑" panose="020B0503020204020204" pitchFamily="34" charset="-122"/>
                <a:ea typeface="微软雅黑" panose="020B0503020204020204" pitchFamily="34" charset="-122"/>
              </a:rPr>
              <a:t>2025</a:t>
            </a:r>
            <a:r>
              <a:rPr lang="zh-CN" altLang="en-US" dirty="0">
                <a:solidFill>
                  <a:schemeClr val="tx1">
                    <a:lumMod val="75000"/>
                    <a:lumOff val="25000"/>
                  </a:schemeClr>
                </a:solidFill>
                <a:latin typeface="微软雅黑" panose="020B0503020204020204" pitchFamily="34" charset="-122"/>
                <a:ea typeface="微软雅黑" panose="020B0503020204020204" pitchFamily="34" charset="-122"/>
              </a:rPr>
              <a:t>年</a:t>
            </a:r>
            <a:r>
              <a:rPr lang="en-US" altLang="zh-CN" dirty="0">
                <a:solidFill>
                  <a:schemeClr val="tx1">
                    <a:lumMod val="75000"/>
                    <a:lumOff val="25000"/>
                  </a:schemeClr>
                </a:solidFill>
                <a:latin typeface="微软雅黑" panose="020B0503020204020204" pitchFamily="34" charset="-122"/>
                <a:ea typeface="微软雅黑" panose="020B0503020204020204" pitchFamily="34" charset="-122"/>
              </a:rPr>
              <a:t>8</a:t>
            </a:r>
            <a:r>
              <a:rPr lang="zh-CN" altLang="en-US" dirty="0">
                <a:solidFill>
                  <a:schemeClr val="tx1">
                    <a:lumMod val="75000"/>
                    <a:lumOff val="25000"/>
                  </a:schemeClr>
                </a:solidFill>
                <a:latin typeface="微软雅黑" panose="020B0503020204020204" pitchFamily="34" charset="-122"/>
                <a:ea typeface="微软雅黑" panose="020B0503020204020204" pitchFamily="34" charset="-122"/>
              </a:rPr>
              <a:t>月</a:t>
            </a:r>
            <a:endParaRPr lang="zh-CN" altLang="en-US"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18" name="椭圆 17"/>
          <p:cNvSpPr/>
          <p:nvPr>
            <p:custDataLst>
              <p:tags r:id="rId7"/>
            </p:custDataLst>
          </p:nvPr>
        </p:nvSpPr>
        <p:spPr>
          <a:xfrm>
            <a:off x="2771775" y="2343785"/>
            <a:ext cx="1217295" cy="756285"/>
          </a:xfrm>
          <a:prstGeom prst="ellipse">
            <a:avLst/>
          </a:prstGeom>
          <a:gradFill flip="none" rotWithShape="1">
            <a:gsLst>
              <a:gs pos="49000">
                <a:schemeClr val="bg1">
                  <a:lumMod val="93000"/>
                </a:schemeClr>
              </a:gs>
              <a:gs pos="0">
                <a:srgbClr val="E2E2E2">
                  <a:lumMod val="85000"/>
                </a:srgbClr>
              </a:gs>
              <a:gs pos="100000">
                <a:schemeClr val="bg1"/>
              </a:gs>
            </a:gsLst>
            <a:lin ang="2700000" scaled="1"/>
            <a:tileRect/>
          </a:gradFill>
          <a:ln w="38100">
            <a:gradFill flip="none" rotWithShape="1">
              <a:gsLst>
                <a:gs pos="100000">
                  <a:srgbClr val="E0E0E0"/>
                </a:gs>
                <a:gs pos="0">
                  <a:schemeClr val="bg1"/>
                </a:gs>
              </a:gsLst>
              <a:lin ang="0" scaled="0"/>
              <a:tileRect/>
            </a:gradFill>
          </a:ln>
          <a:effectLst>
            <a:outerShdw blurRad="368300" dist="368300" dir="2700000" algn="tr" rotWithShape="0">
              <a:prstClr val="black">
                <a:alpha val="20000"/>
              </a:prstClr>
            </a:outerShdw>
          </a:effectLst>
          <a:scene3d>
            <a:camera prst="orthographicFront"/>
            <a:lightRig rig="threePt" dir="t"/>
          </a:scene3d>
          <a:sp3d prstMaterial="metal"/>
        </p:spPr>
        <p:style>
          <a:lnRef idx="2">
            <a:schemeClr val="accent1">
              <a:shade val="50000"/>
            </a:schemeClr>
          </a:lnRef>
          <a:fillRef idx="1">
            <a:schemeClr val="accent1"/>
          </a:fillRef>
          <a:effectRef idx="0">
            <a:schemeClr val="accent1"/>
          </a:effectRef>
          <a:fontRef idx="minor">
            <a:schemeClr val="lt1"/>
          </a:fontRef>
        </p:style>
        <p:txBody>
          <a:bodyPr lIns="0" tIns="34290" rIns="0" bIns="34290" rtlCol="0" anchor="ctr"/>
          <a:lstStyle/>
          <a:p>
            <a:pPr algn="ctr"/>
            <a:r>
              <a:rPr lang="en-US" altLang="zh-CN" dirty="0">
                <a:solidFill>
                  <a:schemeClr val="tx1">
                    <a:lumMod val="75000"/>
                    <a:lumOff val="25000"/>
                  </a:schemeClr>
                </a:solidFill>
                <a:latin typeface="微软雅黑" panose="020B0503020204020204" pitchFamily="34" charset="-122"/>
                <a:ea typeface="微软雅黑" panose="020B0503020204020204" pitchFamily="34" charset="-122"/>
              </a:rPr>
              <a:t>2025</a:t>
            </a:r>
            <a:r>
              <a:rPr lang="zh-CN" altLang="en-US" dirty="0">
                <a:solidFill>
                  <a:schemeClr val="tx1">
                    <a:lumMod val="75000"/>
                    <a:lumOff val="25000"/>
                  </a:schemeClr>
                </a:solidFill>
                <a:latin typeface="微软雅黑" panose="020B0503020204020204" pitchFamily="34" charset="-122"/>
                <a:ea typeface="微软雅黑" panose="020B0503020204020204" pitchFamily="34" charset="-122"/>
              </a:rPr>
              <a:t>年</a:t>
            </a:r>
            <a:r>
              <a:rPr lang="en-US" altLang="zh-CN" dirty="0">
                <a:solidFill>
                  <a:schemeClr val="tx1">
                    <a:lumMod val="75000"/>
                    <a:lumOff val="25000"/>
                  </a:schemeClr>
                </a:solidFill>
                <a:latin typeface="微软雅黑" panose="020B0503020204020204" pitchFamily="34" charset="-122"/>
                <a:ea typeface="微软雅黑" panose="020B0503020204020204" pitchFamily="34" charset="-122"/>
              </a:rPr>
              <a:t>10</a:t>
            </a:r>
            <a:r>
              <a:rPr lang="zh-CN" altLang="en-US" dirty="0">
                <a:solidFill>
                  <a:schemeClr val="tx1">
                    <a:lumMod val="75000"/>
                    <a:lumOff val="25000"/>
                  </a:schemeClr>
                </a:solidFill>
                <a:latin typeface="微软雅黑" panose="020B0503020204020204" pitchFamily="34" charset="-122"/>
                <a:ea typeface="微软雅黑" panose="020B0503020204020204" pitchFamily="34" charset="-122"/>
              </a:rPr>
              <a:t>月</a:t>
            </a:r>
            <a:endParaRPr lang="zh-CN" altLang="en-US"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21" name="椭圆 20"/>
          <p:cNvSpPr/>
          <p:nvPr>
            <p:custDataLst>
              <p:tags r:id="rId8"/>
            </p:custDataLst>
          </p:nvPr>
        </p:nvSpPr>
        <p:spPr>
          <a:xfrm>
            <a:off x="5076190" y="2343785"/>
            <a:ext cx="1163955" cy="756285"/>
          </a:xfrm>
          <a:prstGeom prst="ellipse">
            <a:avLst/>
          </a:prstGeom>
          <a:gradFill flip="none" rotWithShape="1">
            <a:gsLst>
              <a:gs pos="49000">
                <a:schemeClr val="bg1">
                  <a:lumMod val="93000"/>
                </a:schemeClr>
              </a:gs>
              <a:gs pos="0">
                <a:srgbClr val="E2E2E2">
                  <a:lumMod val="85000"/>
                </a:srgbClr>
              </a:gs>
              <a:gs pos="100000">
                <a:schemeClr val="bg1"/>
              </a:gs>
            </a:gsLst>
            <a:lin ang="2700000" scaled="1"/>
            <a:tileRect/>
          </a:gradFill>
          <a:ln w="38100">
            <a:gradFill flip="none" rotWithShape="1">
              <a:gsLst>
                <a:gs pos="100000">
                  <a:srgbClr val="E0E0E0"/>
                </a:gs>
                <a:gs pos="0">
                  <a:schemeClr val="bg1"/>
                </a:gs>
              </a:gsLst>
              <a:lin ang="0" scaled="0"/>
              <a:tileRect/>
            </a:gradFill>
          </a:ln>
          <a:effectLst>
            <a:outerShdw blurRad="368300" dist="368300" dir="2700000" algn="tr" rotWithShape="0">
              <a:prstClr val="black">
                <a:alpha val="20000"/>
              </a:prstClr>
            </a:outerShdw>
          </a:effectLst>
          <a:scene3d>
            <a:camera prst="orthographicFront"/>
            <a:lightRig rig="threePt" dir="t"/>
          </a:scene3d>
          <a:sp3d prstMaterial="metal"/>
        </p:spPr>
        <p:style>
          <a:lnRef idx="2">
            <a:schemeClr val="accent1">
              <a:shade val="50000"/>
            </a:schemeClr>
          </a:lnRef>
          <a:fillRef idx="1">
            <a:schemeClr val="accent1"/>
          </a:fillRef>
          <a:effectRef idx="0">
            <a:schemeClr val="accent1"/>
          </a:effectRef>
          <a:fontRef idx="minor">
            <a:schemeClr val="lt1"/>
          </a:fontRef>
        </p:style>
        <p:txBody>
          <a:bodyPr lIns="0" tIns="34290" rIns="0" bIns="34290" rtlCol="0" anchor="ctr"/>
          <a:lstStyle/>
          <a:p>
            <a:pPr algn="ctr"/>
            <a:r>
              <a:rPr lang="en-US" altLang="zh-CN" dirty="0">
                <a:solidFill>
                  <a:schemeClr val="tx1">
                    <a:lumMod val="75000"/>
                    <a:lumOff val="25000"/>
                  </a:schemeClr>
                </a:solidFill>
                <a:latin typeface="微软雅黑" panose="020B0503020204020204" pitchFamily="34" charset="-122"/>
                <a:ea typeface="微软雅黑" panose="020B0503020204020204" pitchFamily="34" charset="-122"/>
              </a:rPr>
              <a:t>2026</a:t>
            </a:r>
            <a:r>
              <a:rPr lang="zh-CN" altLang="en-US" dirty="0">
                <a:solidFill>
                  <a:schemeClr val="tx1">
                    <a:lumMod val="75000"/>
                    <a:lumOff val="25000"/>
                  </a:schemeClr>
                </a:solidFill>
                <a:latin typeface="微软雅黑" panose="020B0503020204020204" pitchFamily="34" charset="-122"/>
                <a:ea typeface="微软雅黑" panose="020B0503020204020204" pitchFamily="34" charset="-122"/>
              </a:rPr>
              <a:t>年</a:t>
            </a:r>
            <a:r>
              <a:rPr lang="en-US" altLang="zh-CN" dirty="0">
                <a:solidFill>
                  <a:schemeClr val="tx1">
                    <a:lumMod val="75000"/>
                    <a:lumOff val="25000"/>
                  </a:schemeClr>
                </a:solidFill>
                <a:latin typeface="微软雅黑" panose="020B0503020204020204" pitchFamily="34" charset="-122"/>
                <a:ea typeface="微软雅黑" panose="020B0503020204020204" pitchFamily="34" charset="-122"/>
              </a:rPr>
              <a:t>1</a:t>
            </a:r>
            <a:r>
              <a:rPr lang="zh-CN" altLang="en-US" dirty="0">
                <a:solidFill>
                  <a:schemeClr val="tx1">
                    <a:lumMod val="75000"/>
                    <a:lumOff val="25000"/>
                  </a:schemeClr>
                </a:solidFill>
                <a:latin typeface="微软雅黑" panose="020B0503020204020204" pitchFamily="34" charset="-122"/>
                <a:ea typeface="微软雅黑" panose="020B0503020204020204" pitchFamily="34" charset="-122"/>
              </a:rPr>
              <a:t>月</a:t>
            </a:r>
            <a:endParaRPr lang="zh-CN" altLang="en-US"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22" name="椭圆 21"/>
          <p:cNvSpPr/>
          <p:nvPr>
            <p:custDataLst>
              <p:tags r:id="rId9"/>
            </p:custDataLst>
          </p:nvPr>
        </p:nvSpPr>
        <p:spPr>
          <a:xfrm>
            <a:off x="7182485" y="2343150"/>
            <a:ext cx="1123950" cy="756285"/>
          </a:xfrm>
          <a:prstGeom prst="ellipse">
            <a:avLst/>
          </a:prstGeom>
          <a:gradFill flip="none" rotWithShape="1">
            <a:gsLst>
              <a:gs pos="49000">
                <a:schemeClr val="bg1">
                  <a:lumMod val="93000"/>
                </a:schemeClr>
              </a:gs>
              <a:gs pos="0">
                <a:srgbClr val="E2E2E2">
                  <a:lumMod val="85000"/>
                </a:srgbClr>
              </a:gs>
              <a:gs pos="100000">
                <a:schemeClr val="bg1"/>
              </a:gs>
            </a:gsLst>
            <a:lin ang="2700000" scaled="1"/>
            <a:tileRect/>
          </a:gradFill>
          <a:ln w="38100">
            <a:gradFill flip="none" rotWithShape="1">
              <a:gsLst>
                <a:gs pos="100000">
                  <a:srgbClr val="E0E0E0"/>
                </a:gs>
                <a:gs pos="0">
                  <a:schemeClr val="bg1"/>
                </a:gs>
              </a:gsLst>
              <a:lin ang="0" scaled="0"/>
              <a:tileRect/>
            </a:gradFill>
          </a:ln>
          <a:effectLst>
            <a:outerShdw blurRad="368300" dist="368300" dir="2700000" algn="tr" rotWithShape="0">
              <a:prstClr val="black">
                <a:alpha val="20000"/>
              </a:prstClr>
            </a:outerShdw>
          </a:effectLst>
          <a:scene3d>
            <a:camera prst="orthographicFront"/>
            <a:lightRig rig="threePt" dir="t"/>
          </a:scene3d>
          <a:sp3d prstMaterial="metal"/>
        </p:spPr>
        <p:style>
          <a:lnRef idx="2">
            <a:schemeClr val="accent1">
              <a:shade val="50000"/>
            </a:schemeClr>
          </a:lnRef>
          <a:fillRef idx="1">
            <a:schemeClr val="accent1"/>
          </a:fillRef>
          <a:effectRef idx="0">
            <a:schemeClr val="accent1"/>
          </a:effectRef>
          <a:fontRef idx="minor">
            <a:schemeClr val="lt1"/>
          </a:fontRef>
        </p:style>
        <p:txBody>
          <a:bodyPr lIns="0" tIns="34290" rIns="0" bIns="34290" rtlCol="0" anchor="ctr"/>
          <a:lstStyle/>
          <a:p>
            <a:pPr algn="ctr"/>
            <a:r>
              <a:rPr lang="en-US" altLang="zh-CN" dirty="0">
                <a:solidFill>
                  <a:schemeClr val="tx1">
                    <a:lumMod val="75000"/>
                    <a:lumOff val="25000"/>
                  </a:schemeClr>
                </a:solidFill>
                <a:latin typeface="微软雅黑" panose="020B0503020204020204" pitchFamily="34" charset="-122"/>
                <a:ea typeface="微软雅黑" panose="020B0503020204020204" pitchFamily="34" charset="-122"/>
              </a:rPr>
              <a:t>2026</a:t>
            </a:r>
            <a:r>
              <a:rPr lang="zh-CN" altLang="en-US" dirty="0">
                <a:solidFill>
                  <a:schemeClr val="tx1">
                    <a:lumMod val="75000"/>
                    <a:lumOff val="25000"/>
                  </a:schemeClr>
                </a:solidFill>
                <a:latin typeface="微软雅黑" panose="020B0503020204020204" pitchFamily="34" charset="-122"/>
                <a:ea typeface="微软雅黑" panose="020B0503020204020204" pitchFamily="34" charset="-122"/>
              </a:rPr>
              <a:t>年</a:t>
            </a:r>
            <a:r>
              <a:rPr lang="en-US" altLang="zh-CN" dirty="0">
                <a:solidFill>
                  <a:schemeClr val="tx1">
                    <a:lumMod val="75000"/>
                    <a:lumOff val="25000"/>
                  </a:schemeClr>
                </a:solidFill>
                <a:latin typeface="微软雅黑" panose="020B0503020204020204" pitchFamily="34" charset="-122"/>
                <a:ea typeface="微软雅黑" panose="020B0503020204020204" pitchFamily="34" charset="-122"/>
              </a:rPr>
              <a:t>4</a:t>
            </a:r>
            <a:r>
              <a:rPr lang="zh-CN" altLang="en-US" dirty="0">
                <a:solidFill>
                  <a:schemeClr val="tx1">
                    <a:lumMod val="75000"/>
                    <a:lumOff val="25000"/>
                  </a:schemeClr>
                </a:solidFill>
                <a:latin typeface="微软雅黑" panose="020B0503020204020204" pitchFamily="34" charset="-122"/>
                <a:ea typeface="微软雅黑" panose="020B0503020204020204" pitchFamily="34" charset="-122"/>
              </a:rPr>
              <a:t>月</a:t>
            </a:r>
            <a:endParaRPr lang="zh-CN" altLang="en-US"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29" name="TextBox 28"/>
          <p:cNvSpPr txBox="1"/>
          <p:nvPr>
            <p:custDataLst>
              <p:tags r:id="rId10"/>
            </p:custDataLst>
          </p:nvPr>
        </p:nvSpPr>
        <p:spPr>
          <a:xfrm>
            <a:off x="908685" y="1004570"/>
            <a:ext cx="2137410" cy="668655"/>
          </a:xfrm>
          <a:prstGeom prst="rect">
            <a:avLst/>
          </a:prstGeom>
          <a:noFill/>
        </p:spPr>
        <p:txBody>
          <a:bodyPr wrap="square" lIns="68580" tIns="34290" rIns="68580" bIns="34290" rtlCol="0">
            <a:spAutoFit/>
          </a:bodyPr>
          <a:lstStyle/>
          <a:p>
            <a:pPr>
              <a:lnSpc>
                <a:spcPct val="130000"/>
              </a:lnSpc>
            </a:pPr>
            <a:r>
              <a:rPr lang="zh-CN" altLang="en-US" sz="1000" dirty="0">
                <a:solidFill>
                  <a:schemeClr val="tx1">
                    <a:lumMod val="65000"/>
                    <a:lumOff val="35000"/>
                  </a:schemeClr>
                </a:solidFill>
                <a:latin typeface="微软雅黑" panose="020B0503020204020204" pitchFamily="34" charset="-122"/>
                <a:ea typeface="微软雅黑" panose="020B0503020204020204" pitchFamily="34" charset="-122"/>
              </a:rPr>
              <a:t>完成文献调研，梳理</a:t>
            </a:r>
            <a:r>
              <a:rPr lang="en-US" altLang="zh-CN" sz="1000" dirty="0">
                <a:solidFill>
                  <a:schemeClr val="tx1">
                    <a:lumMod val="65000"/>
                    <a:lumOff val="35000"/>
                  </a:schemeClr>
                </a:solidFill>
                <a:latin typeface="微软雅黑" panose="020B0503020204020204" pitchFamily="34" charset="-122"/>
                <a:ea typeface="微软雅黑" panose="020B0503020204020204" pitchFamily="34" charset="-122"/>
              </a:rPr>
              <a:t>OAuth/SSO</a:t>
            </a:r>
            <a:r>
              <a:rPr lang="zh-CN" altLang="en-US" sz="1000" dirty="0">
                <a:solidFill>
                  <a:schemeClr val="tx1">
                    <a:lumMod val="65000"/>
                    <a:lumOff val="35000"/>
                  </a:schemeClr>
                </a:solidFill>
                <a:latin typeface="微软雅黑" panose="020B0503020204020204" pitchFamily="34" charset="-122"/>
                <a:ea typeface="微软雅黑" panose="020B0503020204020204" pitchFamily="34" charset="-122"/>
              </a:rPr>
              <a:t>相关安全漏洞模型与防御机制；设计攻击分类与测量指标体系</a:t>
            </a:r>
            <a:endParaRPr lang="zh-CN" altLang="en-US" sz="10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31" name="TextBox 30"/>
          <p:cNvSpPr txBox="1"/>
          <p:nvPr>
            <p:custDataLst>
              <p:tags r:id="rId11"/>
            </p:custDataLst>
          </p:nvPr>
        </p:nvSpPr>
        <p:spPr>
          <a:xfrm>
            <a:off x="2699154" y="3868141"/>
            <a:ext cx="1890456" cy="868680"/>
          </a:xfrm>
          <a:prstGeom prst="rect">
            <a:avLst/>
          </a:prstGeom>
          <a:noFill/>
        </p:spPr>
        <p:txBody>
          <a:bodyPr wrap="square" lIns="68580" tIns="34290" rIns="68580" bIns="34290" rtlCol="0">
            <a:spAutoFit/>
          </a:bodyPr>
          <a:lstStyle/>
          <a:p>
            <a:pPr>
              <a:lnSpc>
                <a:spcPct val="130000"/>
              </a:lnSpc>
            </a:pPr>
            <a:r>
              <a:rPr lang="zh-CN" altLang="en-US" sz="1000" dirty="0">
                <a:solidFill>
                  <a:schemeClr val="tx1">
                    <a:lumMod val="65000"/>
                    <a:lumOff val="35000"/>
                  </a:schemeClr>
                </a:solidFill>
                <a:latin typeface="微软雅黑" panose="020B0503020204020204" pitchFamily="34" charset="-122"/>
                <a:ea typeface="微软雅黑" panose="020B0503020204020204" pitchFamily="34" charset="-122"/>
              </a:rPr>
              <a:t>搭建可控</a:t>
            </a:r>
            <a:r>
              <a:rPr lang="en-US" altLang="zh-CN" sz="1000" dirty="0">
                <a:solidFill>
                  <a:schemeClr val="tx1">
                    <a:lumMod val="65000"/>
                    <a:lumOff val="35000"/>
                  </a:schemeClr>
                </a:solidFill>
                <a:latin typeface="微软雅黑" panose="020B0503020204020204" pitchFamily="34" charset="-122"/>
                <a:ea typeface="微软雅黑" panose="020B0503020204020204" pitchFamily="34" charset="-122"/>
              </a:rPr>
              <a:t>OAuth</a:t>
            </a:r>
            <a:r>
              <a:rPr lang="zh-CN" altLang="en-US" sz="1000" dirty="0">
                <a:solidFill>
                  <a:schemeClr val="tx1">
                    <a:lumMod val="65000"/>
                    <a:lumOff val="35000"/>
                  </a:schemeClr>
                </a:solidFill>
                <a:latin typeface="微软雅黑" panose="020B0503020204020204" pitchFamily="34" charset="-122"/>
                <a:ea typeface="微软雅黑" panose="020B0503020204020204" pitchFamily="34" charset="-122"/>
              </a:rPr>
              <a:t>客户端</a:t>
            </a:r>
            <a:r>
              <a:rPr lang="en-US" altLang="zh-CN" sz="1000" dirty="0">
                <a:solidFill>
                  <a:schemeClr val="tx1">
                    <a:lumMod val="65000"/>
                    <a:lumOff val="35000"/>
                  </a:schemeClr>
                </a:solidFill>
                <a:latin typeface="微软雅黑" panose="020B0503020204020204" pitchFamily="34" charset="-122"/>
                <a:ea typeface="微软雅黑" panose="020B0503020204020204" pitchFamily="34" charset="-122"/>
              </a:rPr>
              <a:t>-</a:t>
            </a:r>
            <a:r>
              <a:rPr lang="zh-CN" altLang="en-US" sz="1000" dirty="0">
                <a:solidFill>
                  <a:schemeClr val="tx1">
                    <a:lumMod val="65000"/>
                    <a:lumOff val="35000"/>
                  </a:schemeClr>
                </a:solidFill>
                <a:latin typeface="微软雅黑" panose="020B0503020204020204" pitchFamily="34" charset="-122"/>
                <a:ea typeface="微软雅黑" panose="020B0503020204020204" pitchFamily="34" charset="-122"/>
              </a:rPr>
              <a:t>服务端模拟测试平台，复现典型漏洞场景（如</a:t>
            </a:r>
            <a:r>
              <a:rPr lang="en-US" altLang="zh-CN" sz="1000" dirty="0">
                <a:solidFill>
                  <a:schemeClr val="tx1">
                    <a:lumMod val="65000"/>
                    <a:lumOff val="35000"/>
                  </a:schemeClr>
                </a:solidFill>
                <a:latin typeface="微软雅黑" panose="020B0503020204020204" pitchFamily="34" charset="-122"/>
                <a:ea typeface="微软雅黑" panose="020B0503020204020204" pitchFamily="34" charset="-122"/>
              </a:rPr>
              <a:t>PKCE</a:t>
            </a:r>
            <a:r>
              <a:rPr lang="zh-CN" altLang="en-US" sz="1000" dirty="0">
                <a:solidFill>
                  <a:schemeClr val="tx1">
                    <a:lumMod val="65000"/>
                    <a:lumOff val="35000"/>
                  </a:schemeClr>
                </a:solidFill>
                <a:latin typeface="微软雅黑" panose="020B0503020204020204" pitchFamily="34" charset="-122"/>
                <a:ea typeface="微软雅黑" panose="020B0503020204020204" pitchFamily="34" charset="-122"/>
              </a:rPr>
              <a:t>绕过、</a:t>
            </a:r>
            <a:r>
              <a:rPr lang="en-US" altLang="zh-CN" sz="1000" dirty="0">
                <a:solidFill>
                  <a:schemeClr val="tx1">
                    <a:lumMod val="65000"/>
                    <a:lumOff val="35000"/>
                  </a:schemeClr>
                </a:solidFill>
                <a:latin typeface="微软雅黑" panose="020B0503020204020204" pitchFamily="34" charset="-122"/>
                <a:ea typeface="微软雅黑" panose="020B0503020204020204" pitchFamily="34" charset="-122"/>
              </a:rPr>
              <a:t>redirect</a:t>
            </a:r>
            <a:r>
              <a:rPr lang="zh-CN" altLang="en-US" sz="1000" dirty="0">
                <a:solidFill>
                  <a:schemeClr val="tx1">
                    <a:lumMod val="65000"/>
                    <a:lumOff val="35000"/>
                  </a:schemeClr>
                </a:solidFill>
                <a:latin typeface="微软雅黑" panose="020B0503020204020204" pitchFamily="34" charset="-122"/>
                <a:ea typeface="微软雅黑" panose="020B0503020204020204" pitchFamily="34" charset="-122"/>
              </a:rPr>
              <a:t>劫持）</a:t>
            </a:r>
            <a:endParaRPr lang="zh-CN" altLang="en-US" sz="10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37" name="TextBox 36"/>
          <p:cNvSpPr txBox="1"/>
          <p:nvPr>
            <p:custDataLst>
              <p:tags r:id="rId12"/>
            </p:custDataLst>
          </p:nvPr>
        </p:nvSpPr>
        <p:spPr>
          <a:xfrm>
            <a:off x="5147945" y="798195"/>
            <a:ext cx="2111375" cy="668655"/>
          </a:xfrm>
          <a:prstGeom prst="rect">
            <a:avLst/>
          </a:prstGeom>
          <a:noFill/>
        </p:spPr>
        <p:txBody>
          <a:bodyPr wrap="square" lIns="68580" tIns="34290" rIns="68580" bIns="34290" rtlCol="0">
            <a:spAutoFit/>
          </a:bodyPr>
          <a:lstStyle/>
          <a:p>
            <a:pPr>
              <a:lnSpc>
                <a:spcPct val="130000"/>
              </a:lnSpc>
            </a:pPr>
            <a:r>
              <a:rPr lang="zh-CN" altLang="en-US" sz="1000" dirty="0">
                <a:solidFill>
                  <a:schemeClr val="tx1">
                    <a:lumMod val="65000"/>
                    <a:lumOff val="35000"/>
                  </a:schemeClr>
                </a:solidFill>
                <a:latin typeface="微软雅黑" panose="020B0503020204020204" pitchFamily="34" charset="-122"/>
                <a:ea typeface="微软雅黑" panose="020B0503020204020204" pitchFamily="34" charset="-122"/>
              </a:rPr>
              <a:t>完成开发</a:t>
            </a:r>
            <a:r>
              <a:rPr lang="en-US" altLang="zh-CN" sz="1000" dirty="0">
                <a:solidFill>
                  <a:schemeClr val="tx1">
                    <a:lumMod val="65000"/>
                    <a:lumOff val="35000"/>
                  </a:schemeClr>
                </a:solidFill>
                <a:latin typeface="微软雅黑" panose="020B0503020204020204" pitchFamily="34" charset="-122"/>
                <a:ea typeface="微软雅黑" panose="020B0503020204020204" pitchFamily="34" charset="-122"/>
              </a:rPr>
              <a:t>SSO</a:t>
            </a:r>
            <a:r>
              <a:rPr lang="zh-CN" altLang="en-US" sz="1000" dirty="0">
                <a:solidFill>
                  <a:schemeClr val="tx1">
                    <a:lumMod val="65000"/>
                    <a:lumOff val="35000"/>
                  </a:schemeClr>
                </a:solidFill>
                <a:latin typeface="微软雅黑" panose="020B0503020204020204" pitchFamily="34" charset="-122"/>
                <a:ea typeface="微软雅黑" panose="020B0503020204020204" pitchFamily="34" charset="-122"/>
              </a:rPr>
              <a:t>黑盒测量工具，部署浏览器自动化采集系统，完成目标站点的</a:t>
            </a:r>
            <a:r>
              <a:rPr lang="en-US" altLang="zh-CN" sz="1000" dirty="0">
                <a:solidFill>
                  <a:schemeClr val="tx1">
                    <a:lumMod val="65000"/>
                    <a:lumOff val="35000"/>
                  </a:schemeClr>
                </a:solidFill>
                <a:latin typeface="微软雅黑" panose="020B0503020204020204" pitchFamily="34" charset="-122"/>
                <a:ea typeface="微软雅黑" panose="020B0503020204020204" pitchFamily="34" charset="-122"/>
              </a:rPr>
              <a:t>SSO</a:t>
            </a:r>
            <a:r>
              <a:rPr lang="zh-CN" altLang="en-US" sz="1000" dirty="0">
                <a:solidFill>
                  <a:schemeClr val="tx1">
                    <a:lumMod val="65000"/>
                    <a:lumOff val="35000"/>
                  </a:schemeClr>
                </a:solidFill>
                <a:latin typeface="微软雅黑" panose="020B0503020204020204" pitchFamily="34" charset="-122"/>
                <a:ea typeface="微软雅黑" panose="020B0503020204020204" pitchFamily="34" charset="-122"/>
              </a:rPr>
              <a:t>行为采样与特征提取。</a:t>
            </a:r>
            <a:endParaRPr lang="zh-CN" altLang="en-US" sz="10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39" name="TextBox 38"/>
          <p:cNvSpPr txBox="1"/>
          <p:nvPr>
            <p:custDataLst>
              <p:tags r:id="rId13"/>
            </p:custDataLst>
          </p:nvPr>
        </p:nvSpPr>
        <p:spPr>
          <a:xfrm>
            <a:off x="7019925" y="3879215"/>
            <a:ext cx="1986915" cy="668655"/>
          </a:xfrm>
          <a:prstGeom prst="rect">
            <a:avLst/>
          </a:prstGeom>
          <a:noFill/>
        </p:spPr>
        <p:txBody>
          <a:bodyPr wrap="square" lIns="68580" tIns="34290" rIns="68580" bIns="34290" rtlCol="0">
            <a:spAutoFit/>
          </a:bodyPr>
          <a:lstStyle/>
          <a:p>
            <a:pPr>
              <a:lnSpc>
                <a:spcPct val="130000"/>
              </a:lnSpc>
            </a:pPr>
            <a:r>
              <a:rPr lang="zh-CN" altLang="en-US" sz="1000" dirty="0">
                <a:solidFill>
                  <a:schemeClr val="tx1">
                    <a:lumMod val="65000"/>
                    <a:lumOff val="35000"/>
                  </a:schemeClr>
                </a:solidFill>
                <a:latin typeface="微软雅黑" panose="020B0503020204020204" pitchFamily="34" charset="-122"/>
                <a:ea typeface="微软雅黑" panose="020B0503020204020204" pitchFamily="34" charset="-122"/>
              </a:rPr>
              <a:t>完成实验数据进行分析和分类统计，撰写实验报告，总结研究成果，撰写论文与项目总结</a:t>
            </a:r>
            <a:endParaRPr lang="zh-CN" altLang="en-US" sz="10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pic>
        <p:nvPicPr>
          <p:cNvPr id="40" name="图片 39" descr="图片包含 物体&#10;&#10;描述已自动生成"/>
          <p:cNvPicPr>
            <a:picLocks noChangeAspect="1"/>
          </p:cNvPicPr>
          <p:nvPr>
            <p:custDataLst>
              <p:tags r:id="rId14"/>
            </p:custDataLst>
          </p:nvPr>
        </p:nvPicPr>
        <p:blipFill>
          <a:blip r:embed="rId15" cstate="print">
            <a:extLst>
              <a:ext uri="{28A0092B-C50C-407E-A947-70E740481C1C}">
                <a14:useLocalDpi xmlns:a14="http://schemas.microsoft.com/office/drawing/2010/main" val="0"/>
              </a:ext>
            </a:extLst>
          </a:blip>
          <a:stretch>
            <a:fillRect/>
          </a:stretch>
        </p:blipFill>
        <p:spPr>
          <a:xfrm>
            <a:off x="94423" y="655329"/>
            <a:ext cx="388986" cy="1907371"/>
          </a:xfrm>
          <a:prstGeom prst="rect">
            <a:avLst/>
          </a:prstGeom>
        </p:spPr>
      </p:pic>
    </p:spTree>
    <p:custDataLst>
      <p:tags r:id="rId16"/>
    </p:custDataLst>
  </p:cSld>
  <p:clrMapOvr>
    <a:masterClrMapping/>
  </p:clrMapOvr>
  <p:transition spd="slow" advClick="0" advTm="0">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wipe(left)">
                                      <p:cBhvr>
                                        <p:cTn id="7" dur="300"/>
                                        <p:tgtEl>
                                          <p:spTgt spid="24"/>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25"/>
                                        </p:tgtEl>
                                        <p:attrNameLst>
                                          <p:attrName>style.visibility</p:attrName>
                                        </p:attrNameLst>
                                      </p:cBhvr>
                                      <p:to>
                                        <p:strVal val="visible"/>
                                      </p:to>
                                    </p:set>
                                    <p:animEffect transition="in" filter="wipe(down)">
                                      <p:cBhvr>
                                        <p:cTn id="11" dur="300"/>
                                        <p:tgtEl>
                                          <p:spTgt spid="25"/>
                                        </p:tgtEl>
                                      </p:cBhvr>
                                    </p:animEffect>
                                  </p:childTnLst>
                                </p:cTn>
                              </p:par>
                            </p:childTnLst>
                          </p:cTn>
                        </p:par>
                        <p:par>
                          <p:cTn id="12" fill="hold">
                            <p:stCondLst>
                              <p:cond delay="1000"/>
                            </p:stCondLst>
                            <p:childTnLst>
                              <p:par>
                                <p:cTn id="13" presetID="12" presetClass="entr" presetSubtype="8" fill="hold" grpId="0" nodeType="afterEffect">
                                  <p:stCondLst>
                                    <p:cond delay="0"/>
                                  </p:stCondLst>
                                  <p:childTnLst>
                                    <p:set>
                                      <p:cBhvr>
                                        <p:cTn id="14" dur="1" fill="hold">
                                          <p:stCondLst>
                                            <p:cond delay="0"/>
                                          </p:stCondLst>
                                        </p:cTn>
                                        <p:tgtEl>
                                          <p:spTgt spid="26"/>
                                        </p:tgtEl>
                                        <p:attrNameLst>
                                          <p:attrName>style.visibility</p:attrName>
                                        </p:attrNameLst>
                                      </p:cBhvr>
                                      <p:to>
                                        <p:strVal val="visible"/>
                                      </p:to>
                                    </p:set>
                                    <p:anim calcmode="lin" valueType="num">
                                      <p:cBhvr additive="base">
                                        <p:cTn id="15" dur="500"/>
                                        <p:tgtEl>
                                          <p:spTgt spid="26"/>
                                        </p:tgtEl>
                                        <p:attrNameLst>
                                          <p:attrName>ppt_x</p:attrName>
                                        </p:attrNameLst>
                                      </p:cBhvr>
                                      <p:tavLst>
                                        <p:tav tm="0">
                                          <p:val>
                                            <p:strVal val="#ppt_x-#ppt_w*1.125000"/>
                                          </p:val>
                                        </p:tav>
                                        <p:tav tm="100000">
                                          <p:val>
                                            <p:strVal val="#ppt_x"/>
                                          </p:val>
                                        </p:tav>
                                      </p:tavLst>
                                    </p:anim>
                                    <p:animEffect transition="in" filter="wipe(right)">
                                      <p:cBhvr>
                                        <p:cTn id="16" dur="500"/>
                                        <p:tgtEl>
                                          <p:spTgt spid="26"/>
                                        </p:tgtEl>
                                      </p:cBhvr>
                                    </p:animEffect>
                                  </p:childTnLst>
                                </p:cTn>
                              </p:par>
                              <p:par>
                                <p:cTn id="17" presetID="12" presetClass="entr" presetSubtype="8" fill="hold" nodeType="withEffect">
                                  <p:stCondLst>
                                    <p:cond delay="0"/>
                                  </p:stCondLst>
                                  <p:childTnLst>
                                    <p:set>
                                      <p:cBhvr>
                                        <p:cTn id="18" dur="1" fill="hold">
                                          <p:stCondLst>
                                            <p:cond delay="0"/>
                                          </p:stCondLst>
                                        </p:cTn>
                                        <p:tgtEl>
                                          <p:spTgt spid="28"/>
                                        </p:tgtEl>
                                        <p:attrNameLst>
                                          <p:attrName>style.visibility</p:attrName>
                                        </p:attrNameLst>
                                      </p:cBhvr>
                                      <p:to>
                                        <p:strVal val="visible"/>
                                      </p:to>
                                    </p:set>
                                    <p:anim calcmode="lin" valueType="num">
                                      <p:cBhvr additive="base">
                                        <p:cTn id="19" dur="500"/>
                                        <p:tgtEl>
                                          <p:spTgt spid="28"/>
                                        </p:tgtEl>
                                        <p:attrNameLst>
                                          <p:attrName>ppt_x</p:attrName>
                                        </p:attrNameLst>
                                      </p:cBhvr>
                                      <p:tavLst>
                                        <p:tav tm="0">
                                          <p:val>
                                            <p:strVal val="#ppt_x-#ppt_w*1.125000"/>
                                          </p:val>
                                        </p:tav>
                                        <p:tav tm="100000">
                                          <p:val>
                                            <p:strVal val="#ppt_x"/>
                                          </p:val>
                                        </p:tav>
                                      </p:tavLst>
                                    </p:anim>
                                    <p:animEffect transition="in" filter="wipe(right)">
                                      <p:cBhvr>
                                        <p:cTn id="20" dur="500"/>
                                        <p:tgtEl>
                                          <p:spTgt spid="28"/>
                                        </p:tgtEl>
                                      </p:cBhvr>
                                    </p:animEffect>
                                  </p:childTnLst>
                                </p:cTn>
                              </p:par>
                              <p:par>
                                <p:cTn id="21" presetID="12" presetClass="entr" presetSubtype="8" fill="hold" grpId="0" nodeType="withEffect">
                                  <p:stCondLst>
                                    <p:cond delay="0"/>
                                  </p:stCondLst>
                                  <p:childTnLst>
                                    <p:set>
                                      <p:cBhvr>
                                        <p:cTn id="22" dur="1" fill="hold">
                                          <p:stCondLst>
                                            <p:cond delay="0"/>
                                          </p:stCondLst>
                                        </p:cTn>
                                        <p:tgtEl>
                                          <p:spTgt spid="27"/>
                                        </p:tgtEl>
                                        <p:attrNameLst>
                                          <p:attrName>style.visibility</p:attrName>
                                        </p:attrNameLst>
                                      </p:cBhvr>
                                      <p:to>
                                        <p:strVal val="visible"/>
                                      </p:to>
                                    </p:set>
                                    <p:anim calcmode="lin" valueType="num">
                                      <p:cBhvr additive="base">
                                        <p:cTn id="23" dur="500"/>
                                        <p:tgtEl>
                                          <p:spTgt spid="27"/>
                                        </p:tgtEl>
                                        <p:attrNameLst>
                                          <p:attrName>ppt_x</p:attrName>
                                        </p:attrNameLst>
                                      </p:cBhvr>
                                      <p:tavLst>
                                        <p:tav tm="0">
                                          <p:val>
                                            <p:strVal val="#ppt_x-#ppt_w*1.125000"/>
                                          </p:val>
                                        </p:tav>
                                        <p:tav tm="100000">
                                          <p:val>
                                            <p:strVal val="#ppt_x"/>
                                          </p:val>
                                        </p:tav>
                                      </p:tavLst>
                                    </p:anim>
                                    <p:animEffect transition="in" filter="wipe(right)">
                                      <p:cBhvr>
                                        <p:cTn id="24" dur="500"/>
                                        <p:tgtEl>
                                          <p:spTgt spid="27"/>
                                        </p:tgtEl>
                                      </p:cBhvr>
                                    </p:animEffect>
                                  </p:childTnLst>
                                </p:cTn>
                              </p:par>
                            </p:childTnLst>
                          </p:cTn>
                        </p:par>
                        <p:par>
                          <p:cTn id="25" fill="hold">
                            <p:stCondLst>
                              <p:cond delay="1500"/>
                            </p:stCondLst>
                            <p:childTnLst>
                              <p:par>
                                <p:cTn id="26" presetID="2" presetClass="entr" presetSubtype="8" fill="hold" grpId="0" nodeType="afterEffect">
                                  <p:stCondLst>
                                    <p:cond delay="0"/>
                                  </p:stCondLst>
                                  <p:childTnLst>
                                    <p:set>
                                      <p:cBhvr>
                                        <p:cTn id="27" dur="1" fill="hold">
                                          <p:stCondLst>
                                            <p:cond delay="0"/>
                                          </p:stCondLst>
                                        </p:cTn>
                                        <p:tgtEl>
                                          <p:spTgt spid="15"/>
                                        </p:tgtEl>
                                        <p:attrNameLst>
                                          <p:attrName>style.visibility</p:attrName>
                                        </p:attrNameLst>
                                      </p:cBhvr>
                                      <p:to>
                                        <p:strVal val="visible"/>
                                      </p:to>
                                    </p:set>
                                    <p:anim calcmode="lin" valueType="num">
                                      <p:cBhvr additive="base">
                                        <p:cTn id="28" dur="5000" fill="hold"/>
                                        <p:tgtEl>
                                          <p:spTgt spid="15"/>
                                        </p:tgtEl>
                                        <p:attrNameLst>
                                          <p:attrName>ppt_x</p:attrName>
                                        </p:attrNameLst>
                                      </p:cBhvr>
                                      <p:tavLst>
                                        <p:tav tm="0">
                                          <p:val>
                                            <p:strVal val="0-#ppt_w/2"/>
                                          </p:val>
                                        </p:tav>
                                        <p:tav tm="100000">
                                          <p:val>
                                            <p:strVal val="#ppt_x"/>
                                          </p:val>
                                        </p:tav>
                                      </p:tavLst>
                                    </p:anim>
                                    <p:anim calcmode="lin" valueType="num">
                                      <p:cBhvr additive="base">
                                        <p:cTn id="29" dur="5000" fill="hold"/>
                                        <p:tgtEl>
                                          <p:spTgt spid="15"/>
                                        </p:tgtEl>
                                        <p:attrNameLst>
                                          <p:attrName>ppt_y</p:attrName>
                                        </p:attrNameLst>
                                      </p:cBhvr>
                                      <p:tavLst>
                                        <p:tav tm="0">
                                          <p:val>
                                            <p:strVal val="#ppt_y"/>
                                          </p:val>
                                        </p:tav>
                                        <p:tav tm="100000">
                                          <p:val>
                                            <p:strVal val="#ppt_y"/>
                                          </p:val>
                                        </p:tav>
                                      </p:tavLst>
                                    </p:anim>
                                  </p:childTnLst>
                                </p:cTn>
                              </p:par>
                              <p:par>
                                <p:cTn id="30" presetID="63" presetClass="path" presetSubtype="0" fill="hold" grpId="0" nodeType="withEffect">
                                  <p:stCondLst>
                                    <p:cond delay="0"/>
                                  </p:stCondLst>
                                  <p:childTnLst>
                                    <p:animMotion origin="layout" path="M -1.875E-6 -3.33333E-6 L 0.97266 -3.33333E-6 " pathEditMode="relative" rAng="0" ptsTypes="AA">
                                      <p:cBhvr>
                                        <p:cTn id="31" dur="11000" fill="hold"/>
                                        <p:tgtEl>
                                          <p:spTgt spid="16"/>
                                        </p:tgtEl>
                                        <p:attrNameLst>
                                          <p:attrName>ppt_x</p:attrName>
                                          <p:attrName>ppt_y</p:attrName>
                                        </p:attrNameLst>
                                      </p:cBhvr>
                                      <p:rCtr x="48633" y="0"/>
                                    </p:animMotion>
                                  </p:childTnLst>
                                </p:cTn>
                              </p:par>
                              <p:par>
                                <p:cTn id="32" presetID="23" presetClass="entr" presetSubtype="288" fill="hold" grpId="0" nodeType="withEffect">
                                  <p:stCondLst>
                                    <p:cond delay="1500"/>
                                  </p:stCondLst>
                                  <p:childTnLst>
                                    <p:set>
                                      <p:cBhvr>
                                        <p:cTn id="33" dur="1" fill="hold">
                                          <p:stCondLst>
                                            <p:cond delay="0"/>
                                          </p:stCondLst>
                                        </p:cTn>
                                        <p:tgtEl>
                                          <p:spTgt spid="17"/>
                                        </p:tgtEl>
                                        <p:attrNameLst>
                                          <p:attrName>style.visibility</p:attrName>
                                        </p:attrNameLst>
                                      </p:cBhvr>
                                      <p:to>
                                        <p:strVal val="visible"/>
                                      </p:to>
                                    </p:set>
                                    <p:anim calcmode="lin" valueType="num">
                                      <p:cBhvr>
                                        <p:cTn id="34" dur="500" fill="hold"/>
                                        <p:tgtEl>
                                          <p:spTgt spid="17"/>
                                        </p:tgtEl>
                                        <p:attrNameLst>
                                          <p:attrName>ppt_w</p:attrName>
                                        </p:attrNameLst>
                                      </p:cBhvr>
                                      <p:tavLst>
                                        <p:tav tm="0">
                                          <p:val>
                                            <p:strVal val="4/3*#ppt_w"/>
                                          </p:val>
                                        </p:tav>
                                        <p:tav tm="100000">
                                          <p:val>
                                            <p:strVal val="#ppt_w"/>
                                          </p:val>
                                        </p:tav>
                                      </p:tavLst>
                                    </p:anim>
                                    <p:anim calcmode="lin" valueType="num">
                                      <p:cBhvr>
                                        <p:cTn id="35" dur="500" fill="hold"/>
                                        <p:tgtEl>
                                          <p:spTgt spid="17"/>
                                        </p:tgtEl>
                                        <p:attrNameLst>
                                          <p:attrName>ppt_h</p:attrName>
                                        </p:attrNameLst>
                                      </p:cBhvr>
                                      <p:tavLst>
                                        <p:tav tm="0">
                                          <p:val>
                                            <p:strVal val="4/3*#ppt_h"/>
                                          </p:val>
                                        </p:tav>
                                        <p:tav tm="100000">
                                          <p:val>
                                            <p:strVal val="#ppt_h"/>
                                          </p:val>
                                        </p:tav>
                                      </p:tavLst>
                                    </p:anim>
                                  </p:childTnLst>
                                </p:cTn>
                              </p:par>
                              <p:par>
                                <p:cTn id="36" presetID="22" presetClass="entr" presetSubtype="4" fill="hold" nodeType="withEffect">
                                  <p:stCondLst>
                                    <p:cond delay="1500"/>
                                  </p:stCondLst>
                                  <p:childTnLst>
                                    <p:set>
                                      <p:cBhvr>
                                        <p:cTn id="37" dur="1" fill="hold">
                                          <p:stCondLst>
                                            <p:cond delay="0"/>
                                          </p:stCondLst>
                                        </p:cTn>
                                        <p:tgtEl>
                                          <p:spTgt spid="23"/>
                                        </p:tgtEl>
                                        <p:attrNameLst>
                                          <p:attrName>style.visibility</p:attrName>
                                        </p:attrNameLst>
                                      </p:cBhvr>
                                      <p:to>
                                        <p:strVal val="visible"/>
                                      </p:to>
                                    </p:set>
                                    <p:animEffect transition="in" filter="wipe(down)">
                                      <p:cBhvr>
                                        <p:cTn id="38" dur="500"/>
                                        <p:tgtEl>
                                          <p:spTgt spid="23"/>
                                        </p:tgtEl>
                                      </p:cBhvr>
                                    </p:animEffect>
                                  </p:childTnLst>
                                </p:cTn>
                              </p:par>
                              <p:par>
                                <p:cTn id="39" presetID="22" presetClass="entr" presetSubtype="8" fill="hold" grpId="0" nodeType="withEffect">
                                  <p:stCondLst>
                                    <p:cond delay="2000"/>
                                  </p:stCondLst>
                                  <p:childTnLst>
                                    <p:set>
                                      <p:cBhvr>
                                        <p:cTn id="40" dur="1" fill="hold">
                                          <p:stCondLst>
                                            <p:cond delay="0"/>
                                          </p:stCondLst>
                                        </p:cTn>
                                        <p:tgtEl>
                                          <p:spTgt spid="29"/>
                                        </p:tgtEl>
                                        <p:attrNameLst>
                                          <p:attrName>style.visibility</p:attrName>
                                        </p:attrNameLst>
                                      </p:cBhvr>
                                      <p:to>
                                        <p:strVal val="visible"/>
                                      </p:to>
                                    </p:set>
                                    <p:animEffect transition="in" filter="wipe(left)">
                                      <p:cBhvr>
                                        <p:cTn id="41" dur="500"/>
                                        <p:tgtEl>
                                          <p:spTgt spid="29"/>
                                        </p:tgtEl>
                                      </p:cBhvr>
                                    </p:animEffect>
                                  </p:childTnLst>
                                </p:cTn>
                              </p:par>
                              <p:par>
                                <p:cTn id="42" presetID="23" presetClass="entr" presetSubtype="288" fill="hold" grpId="0" nodeType="withEffect">
                                  <p:stCondLst>
                                    <p:cond delay="3000"/>
                                  </p:stCondLst>
                                  <p:childTnLst>
                                    <p:set>
                                      <p:cBhvr>
                                        <p:cTn id="43" dur="1" fill="hold">
                                          <p:stCondLst>
                                            <p:cond delay="0"/>
                                          </p:stCondLst>
                                        </p:cTn>
                                        <p:tgtEl>
                                          <p:spTgt spid="18"/>
                                        </p:tgtEl>
                                        <p:attrNameLst>
                                          <p:attrName>style.visibility</p:attrName>
                                        </p:attrNameLst>
                                      </p:cBhvr>
                                      <p:to>
                                        <p:strVal val="visible"/>
                                      </p:to>
                                    </p:set>
                                    <p:anim calcmode="lin" valueType="num">
                                      <p:cBhvr>
                                        <p:cTn id="44" dur="500" fill="hold"/>
                                        <p:tgtEl>
                                          <p:spTgt spid="18"/>
                                        </p:tgtEl>
                                        <p:attrNameLst>
                                          <p:attrName>ppt_w</p:attrName>
                                        </p:attrNameLst>
                                      </p:cBhvr>
                                      <p:tavLst>
                                        <p:tav tm="0">
                                          <p:val>
                                            <p:strVal val="4/3*#ppt_w"/>
                                          </p:val>
                                        </p:tav>
                                        <p:tav tm="100000">
                                          <p:val>
                                            <p:strVal val="#ppt_w"/>
                                          </p:val>
                                        </p:tav>
                                      </p:tavLst>
                                    </p:anim>
                                    <p:anim calcmode="lin" valueType="num">
                                      <p:cBhvr>
                                        <p:cTn id="45" dur="500" fill="hold"/>
                                        <p:tgtEl>
                                          <p:spTgt spid="18"/>
                                        </p:tgtEl>
                                        <p:attrNameLst>
                                          <p:attrName>ppt_h</p:attrName>
                                        </p:attrNameLst>
                                      </p:cBhvr>
                                      <p:tavLst>
                                        <p:tav tm="0">
                                          <p:val>
                                            <p:strVal val="4/3*#ppt_h"/>
                                          </p:val>
                                        </p:tav>
                                        <p:tav tm="100000">
                                          <p:val>
                                            <p:strVal val="#ppt_h"/>
                                          </p:val>
                                        </p:tav>
                                      </p:tavLst>
                                    </p:anim>
                                  </p:childTnLst>
                                </p:cTn>
                              </p:par>
                              <p:par>
                                <p:cTn id="46" presetID="22" presetClass="entr" presetSubtype="1" fill="hold" nodeType="withEffect">
                                  <p:stCondLst>
                                    <p:cond delay="3000"/>
                                  </p:stCondLst>
                                  <p:childTnLst>
                                    <p:set>
                                      <p:cBhvr>
                                        <p:cTn id="47" dur="1" fill="hold">
                                          <p:stCondLst>
                                            <p:cond delay="0"/>
                                          </p:stCondLst>
                                        </p:cTn>
                                        <p:tgtEl>
                                          <p:spTgt spid="30"/>
                                        </p:tgtEl>
                                        <p:attrNameLst>
                                          <p:attrName>style.visibility</p:attrName>
                                        </p:attrNameLst>
                                      </p:cBhvr>
                                      <p:to>
                                        <p:strVal val="visible"/>
                                      </p:to>
                                    </p:set>
                                    <p:animEffect transition="in" filter="wipe(up)">
                                      <p:cBhvr>
                                        <p:cTn id="48" dur="500"/>
                                        <p:tgtEl>
                                          <p:spTgt spid="30"/>
                                        </p:tgtEl>
                                      </p:cBhvr>
                                    </p:animEffect>
                                  </p:childTnLst>
                                </p:cTn>
                              </p:par>
                              <p:par>
                                <p:cTn id="49" presetID="22" presetClass="entr" presetSubtype="8" fill="hold" grpId="0" nodeType="withEffect">
                                  <p:stCondLst>
                                    <p:cond delay="3500"/>
                                  </p:stCondLst>
                                  <p:childTnLst>
                                    <p:set>
                                      <p:cBhvr>
                                        <p:cTn id="50" dur="1" fill="hold">
                                          <p:stCondLst>
                                            <p:cond delay="0"/>
                                          </p:stCondLst>
                                        </p:cTn>
                                        <p:tgtEl>
                                          <p:spTgt spid="31"/>
                                        </p:tgtEl>
                                        <p:attrNameLst>
                                          <p:attrName>style.visibility</p:attrName>
                                        </p:attrNameLst>
                                      </p:cBhvr>
                                      <p:to>
                                        <p:strVal val="visible"/>
                                      </p:to>
                                    </p:set>
                                    <p:animEffect transition="in" filter="wipe(left)">
                                      <p:cBhvr>
                                        <p:cTn id="51" dur="500"/>
                                        <p:tgtEl>
                                          <p:spTgt spid="31"/>
                                        </p:tgtEl>
                                      </p:cBhvr>
                                    </p:animEffect>
                                  </p:childTnLst>
                                </p:cTn>
                              </p:par>
                              <p:par>
                                <p:cTn id="52" presetID="23" presetClass="entr" presetSubtype="288" fill="hold" grpId="0" nodeType="withEffect">
                                  <p:stCondLst>
                                    <p:cond delay="7500"/>
                                  </p:stCondLst>
                                  <p:childTnLst>
                                    <p:set>
                                      <p:cBhvr>
                                        <p:cTn id="53" dur="1" fill="hold">
                                          <p:stCondLst>
                                            <p:cond delay="0"/>
                                          </p:stCondLst>
                                        </p:cTn>
                                        <p:tgtEl>
                                          <p:spTgt spid="21"/>
                                        </p:tgtEl>
                                        <p:attrNameLst>
                                          <p:attrName>style.visibility</p:attrName>
                                        </p:attrNameLst>
                                      </p:cBhvr>
                                      <p:to>
                                        <p:strVal val="visible"/>
                                      </p:to>
                                    </p:set>
                                    <p:anim calcmode="lin" valueType="num">
                                      <p:cBhvr>
                                        <p:cTn id="54" dur="500" fill="hold"/>
                                        <p:tgtEl>
                                          <p:spTgt spid="21"/>
                                        </p:tgtEl>
                                        <p:attrNameLst>
                                          <p:attrName>ppt_w</p:attrName>
                                        </p:attrNameLst>
                                      </p:cBhvr>
                                      <p:tavLst>
                                        <p:tav tm="0">
                                          <p:val>
                                            <p:strVal val="4/3*#ppt_w"/>
                                          </p:val>
                                        </p:tav>
                                        <p:tav tm="100000">
                                          <p:val>
                                            <p:strVal val="#ppt_w"/>
                                          </p:val>
                                        </p:tav>
                                      </p:tavLst>
                                    </p:anim>
                                    <p:anim calcmode="lin" valueType="num">
                                      <p:cBhvr>
                                        <p:cTn id="55" dur="500" fill="hold"/>
                                        <p:tgtEl>
                                          <p:spTgt spid="21"/>
                                        </p:tgtEl>
                                        <p:attrNameLst>
                                          <p:attrName>ppt_h</p:attrName>
                                        </p:attrNameLst>
                                      </p:cBhvr>
                                      <p:tavLst>
                                        <p:tav tm="0">
                                          <p:val>
                                            <p:strVal val="4/3*#ppt_h"/>
                                          </p:val>
                                        </p:tav>
                                        <p:tav tm="100000">
                                          <p:val>
                                            <p:strVal val="#ppt_h"/>
                                          </p:val>
                                        </p:tav>
                                      </p:tavLst>
                                    </p:anim>
                                  </p:childTnLst>
                                </p:cTn>
                              </p:par>
                              <p:par>
                                <p:cTn id="56" presetID="22" presetClass="entr" presetSubtype="4" fill="hold" nodeType="withEffect">
                                  <p:stCondLst>
                                    <p:cond delay="7500"/>
                                  </p:stCondLst>
                                  <p:childTnLst>
                                    <p:set>
                                      <p:cBhvr>
                                        <p:cTn id="57" dur="1" fill="hold">
                                          <p:stCondLst>
                                            <p:cond delay="0"/>
                                          </p:stCondLst>
                                        </p:cTn>
                                        <p:tgtEl>
                                          <p:spTgt spid="36"/>
                                        </p:tgtEl>
                                        <p:attrNameLst>
                                          <p:attrName>style.visibility</p:attrName>
                                        </p:attrNameLst>
                                      </p:cBhvr>
                                      <p:to>
                                        <p:strVal val="visible"/>
                                      </p:to>
                                    </p:set>
                                    <p:animEffect transition="in" filter="wipe(down)">
                                      <p:cBhvr>
                                        <p:cTn id="58" dur="500"/>
                                        <p:tgtEl>
                                          <p:spTgt spid="36"/>
                                        </p:tgtEl>
                                      </p:cBhvr>
                                    </p:animEffect>
                                  </p:childTnLst>
                                </p:cTn>
                              </p:par>
                              <p:par>
                                <p:cTn id="59" presetID="22" presetClass="entr" presetSubtype="8" fill="hold" grpId="0" nodeType="withEffect">
                                  <p:stCondLst>
                                    <p:cond delay="8000"/>
                                  </p:stCondLst>
                                  <p:childTnLst>
                                    <p:set>
                                      <p:cBhvr>
                                        <p:cTn id="60" dur="1" fill="hold">
                                          <p:stCondLst>
                                            <p:cond delay="0"/>
                                          </p:stCondLst>
                                        </p:cTn>
                                        <p:tgtEl>
                                          <p:spTgt spid="37"/>
                                        </p:tgtEl>
                                        <p:attrNameLst>
                                          <p:attrName>style.visibility</p:attrName>
                                        </p:attrNameLst>
                                      </p:cBhvr>
                                      <p:to>
                                        <p:strVal val="visible"/>
                                      </p:to>
                                    </p:set>
                                    <p:animEffect transition="in" filter="wipe(left)">
                                      <p:cBhvr>
                                        <p:cTn id="61" dur="500"/>
                                        <p:tgtEl>
                                          <p:spTgt spid="37"/>
                                        </p:tgtEl>
                                      </p:cBhvr>
                                    </p:animEffect>
                                  </p:childTnLst>
                                </p:cTn>
                              </p:par>
                              <p:par>
                                <p:cTn id="62" presetID="23" presetClass="entr" presetSubtype="288" fill="hold" grpId="0" nodeType="withEffect">
                                  <p:stCondLst>
                                    <p:cond delay="9000"/>
                                  </p:stCondLst>
                                  <p:childTnLst>
                                    <p:set>
                                      <p:cBhvr>
                                        <p:cTn id="63" dur="1" fill="hold">
                                          <p:stCondLst>
                                            <p:cond delay="0"/>
                                          </p:stCondLst>
                                        </p:cTn>
                                        <p:tgtEl>
                                          <p:spTgt spid="22"/>
                                        </p:tgtEl>
                                        <p:attrNameLst>
                                          <p:attrName>style.visibility</p:attrName>
                                        </p:attrNameLst>
                                      </p:cBhvr>
                                      <p:to>
                                        <p:strVal val="visible"/>
                                      </p:to>
                                    </p:set>
                                    <p:anim calcmode="lin" valueType="num">
                                      <p:cBhvr>
                                        <p:cTn id="64" dur="500" fill="hold"/>
                                        <p:tgtEl>
                                          <p:spTgt spid="22"/>
                                        </p:tgtEl>
                                        <p:attrNameLst>
                                          <p:attrName>ppt_w</p:attrName>
                                        </p:attrNameLst>
                                      </p:cBhvr>
                                      <p:tavLst>
                                        <p:tav tm="0">
                                          <p:val>
                                            <p:strVal val="4/3*#ppt_w"/>
                                          </p:val>
                                        </p:tav>
                                        <p:tav tm="100000">
                                          <p:val>
                                            <p:strVal val="#ppt_w"/>
                                          </p:val>
                                        </p:tav>
                                      </p:tavLst>
                                    </p:anim>
                                    <p:anim calcmode="lin" valueType="num">
                                      <p:cBhvr>
                                        <p:cTn id="65" dur="500" fill="hold"/>
                                        <p:tgtEl>
                                          <p:spTgt spid="22"/>
                                        </p:tgtEl>
                                        <p:attrNameLst>
                                          <p:attrName>ppt_h</p:attrName>
                                        </p:attrNameLst>
                                      </p:cBhvr>
                                      <p:tavLst>
                                        <p:tav tm="0">
                                          <p:val>
                                            <p:strVal val="4/3*#ppt_h"/>
                                          </p:val>
                                        </p:tav>
                                        <p:tav tm="100000">
                                          <p:val>
                                            <p:strVal val="#ppt_h"/>
                                          </p:val>
                                        </p:tav>
                                      </p:tavLst>
                                    </p:anim>
                                  </p:childTnLst>
                                </p:cTn>
                              </p:par>
                              <p:par>
                                <p:cTn id="66" presetID="22" presetClass="entr" presetSubtype="1" fill="hold" nodeType="withEffect">
                                  <p:stCondLst>
                                    <p:cond delay="9000"/>
                                  </p:stCondLst>
                                  <p:childTnLst>
                                    <p:set>
                                      <p:cBhvr>
                                        <p:cTn id="67" dur="1" fill="hold">
                                          <p:stCondLst>
                                            <p:cond delay="0"/>
                                          </p:stCondLst>
                                        </p:cTn>
                                        <p:tgtEl>
                                          <p:spTgt spid="38"/>
                                        </p:tgtEl>
                                        <p:attrNameLst>
                                          <p:attrName>style.visibility</p:attrName>
                                        </p:attrNameLst>
                                      </p:cBhvr>
                                      <p:to>
                                        <p:strVal val="visible"/>
                                      </p:to>
                                    </p:set>
                                    <p:animEffect transition="in" filter="wipe(up)">
                                      <p:cBhvr>
                                        <p:cTn id="68" dur="500"/>
                                        <p:tgtEl>
                                          <p:spTgt spid="38"/>
                                        </p:tgtEl>
                                      </p:cBhvr>
                                    </p:animEffect>
                                  </p:childTnLst>
                                </p:cTn>
                              </p:par>
                              <p:par>
                                <p:cTn id="69" presetID="22" presetClass="entr" presetSubtype="8" fill="hold" grpId="0" nodeType="withEffect">
                                  <p:stCondLst>
                                    <p:cond delay="9500"/>
                                  </p:stCondLst>
                                  <p:childTnLst>
                                    <p:set>
                                      <p:cBhvr>
                                        <p:cTn id="70" dur="1" fill="hold">
                                          <p:stCondLst>
                                            <p:cond delay="0"/>
                                          </p:stCondLst>
                                        </p:cTn>
                                        <p:tgtEl>
                                          <p:spTgt spid="39"/>
                                        </p:tgtEl>
                                        <p:attrNameLst>
                                          <p:attrName>style.visibility</p:attrName>
                                        </p:attrNameLst>
                                      </p:cBhvr>
                                      <p:to>
                                        <p:strVal val="visible"/>
                                      </p:to>
                                    </p:set>
                                    <p:animEffect transition="in" filter="wipe(left)">
                                      <p:cBhvr>
                                        <p:cTn id="71" dur="5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6" grpId="0"/>
      <p:bldP spid="27" grpId="0"/>
      <p:bldP spid="15" grpId="0" animBg="1"/>
      <p:bldP spid="16" grpId="0" animBg="1"/>
      <p:bldP spid="17" grpId="0" bldLvl="0" animBg="1"/>
      <p:bldP spid="18" grpId="0" bldLvl="0" animBg="1"/>
      <p:bldP spid="21" grpId="0" bldLvl="0" animBg="1"/>
      <p:bldP spid="22" grpId="0" bldLvl="0" animBg="1"/>
      <p:bldP spid="29" grpId="0"/>
      <p:bldP spid="31" grpId="0"/>
      <p:bldP spid="37" grpId="0"/>
      <p:bldP spid="39"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4" name="直接连接符 23"/>
          <p:cNvCxnSpPr/>
          <p:nvPr/>
        </p:nvCxnSpPr>
        <p:spPr>
          <a:xfrm>
            <a:off x="515257" y="624114"/>
            <a:ext cx="8113486" cy="0"/>
          </a:xfrm>
          <a:prstGeom prst="line">
            <a:avLst/>
          </a:prstGeom>
          <a:ln w="12700">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25" name="椭圆 24"/>
          <p:cNvSpPr/>
          <p:nvPr/>
        </p:nvSpPr>
        <p:spPr>
          <a:xfrm>
            <a:off x="646880" y="242192"/>
            <a:ext cx="274777" cy="274777"/>
          </a:xfrm>
          <a:prstGeom prst="ellipse">
            <a:avLst/>
          </a:prstGeom>
          <a:solidFill>
            <a:srgbClr val="679E2A"/>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pitchFamily="34" charset="-122"/>
            </a:endParaRPr>
          </a:p>
        </p:txBody>
      </p:sp>
      <p:sp>
        <p:nvSpPr>
          <p:cNvPr id="26" name="TextBox 25"/>
          <p:cNvSpPr txBox="1"/>
          <p:nvPr/>
        </p:nvSpPr>
        <p:spPr>
          <a:xfrm>
            <a:off x="908957" y="206330"/>
            <a:ext cx="1069524" cy="400110"/>
          </a:xfrm>
          <a:prstGeom prst="rect">
            <a:avLst/>
          </a:prstGeom>
          <a:noFill/>
          <a:ln>
            <a:noFill/>
          </a:ln>
        </p:spPr>
        <p:txBody>
          <a:bodyPr wrap="none" rtlCol="0">
            <a:spAutoFit/>
          </a:bodyPr>
          <a:lstStyle/>
          <a:p>
            <a:r>
              <a:rPr lang="zh-CN" altLang="en-US" sz="2000" spc="300" dirty="0">
                <a:solidFill>
                  <a:schemeClr val="tx1">
                    <a:lumMod val="65000"/>
                    <a:lumOff val="35000"/>
                  </a:schemeClr>
                </a:solidFill>
                <a:latin typeface="微软雅黑" panose="020B0503020204020204" pitchFamily="34" charset="-122"/>
                <a:ea typeface="微软雅黑" panose="020B0503020204020204" pitchFamily="34" charset="-122"/>
              </a:rPr>
              <a:t>感谢语</a:t>
            </a:r>
            <a:endParaRPr lang="zh-CN" altLang="en-US" sz="2000" spc="3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27" name="TextBox 26"/>
          <p:cNvSpPr txBox="1"/>
          <p:nvPr/>
        </p:nvSpPr>
        <p:spPr>
          <a:xfrm>
            <a:off x="1997556" y="237108"/>
            <a:ext cx="1206292" cy="338554"/>
          </a:xfrm>
          <a:prstGeom prst="rect">
            <a:avLst/>
          </a:prstGeom>
          <a:noFill/>
        </p:spPr>
        <p:txBody>
          <a:bodyPr wrap="none" rtlCol="0">
            <a:spAutoFit/>
          </a:bodyPr>
          <a:lstStyle/>
          <a:p>
            <a:r>
              <a:rPr lang="en-US" altLang="zh-CN" sz="1600" dirty="0">
                <a:solidFill>
                  <a:schemeClr val="tx1">
                    <a:lumMod val="50000"/>
                    <a:lumOff val="50000"/>
                  </a:schemeClr>
                </a:solidFill>
                <a:latin typeface="微软雅黑" panose="020B0503020204020204" pitchFamily="34" charset="-122"/>
                <a:ea typeface="微软雅黑" panose="020B0503020204020204" pitchFamily="34" charset="-122"/>
              </a:rPr>
              <a:t>Thank you</a:t>
            </a:r>
            <a:endParaRPr lang="en-US" altLang="zh-CN" sz="1600" dirty="0">
              <a:solidFill>
                <a:schemeClr val="tx1">
                  <a:lumMod val="50000"/>
                  <a:lumOff val="50000"/>
                </a:schemeClr>
              </a:solidFill>
              <a:latin typeface="微软雅黑" panose="020B0503020204020204" pitchFamily="34" charset="-122"/>
              <a:ea typeface="微软雅黑" panose="020B0503020204020204" pitchFamily="34" charset="-122"/>
            </a:endParaRPr>
          </a:p>
        </p:txBody>
      </p:sp>
      <p:cxnSp>
        <p:nvCxnSpPr>
          <p:cNvPr id="28" name="直接连接符 27"/>
          <p:cNvCxnSpPr/>
          <p:nvPr/>
        </p:nvCxnSpPr>
        <p:spPr>
          <a:xfrm>
            <a:off x="1938815" y="302089"/>
            <a:ext cx="0" cy="208592"/>
          </a:xfrm>
          <a:prstGeom prst="line">
            <a:avLst/>
          </a:prstGeom>
          <a:ln w="190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39" name="矩形 38"/>
          <p:cNvSpPr/>
          <p:nvPr/>
        </p:nvSpPr>
        <p:spPr>
          <a:xfrm>
            <a:off x="2915816" y="555527"/>
            <a:ext cx="3552056" cy="1410579"/>
          </a:xfrm>
          <a:prstGeom prst="rect">
            <a:avLst/>
          </a:prstGeom>
        </p:spPr>
        <p:txBody>
          <a:bodyPr wrap="square">
            <a:spAutoFit/>
          </a:bodyPr>
          <a:lstStyle/>
          <a:p>
            <a:pPr algn="ctr">
              <a:lnSpc>
                <a:spcPct val="150000"/>
              </a:lnSpc>
            </a:pPr>
            <a:r>
              <a:rPr lang="en-US" altLang="zh-CN" sz="6600" dirty="0">
                <a:solidFill>
                  <a:srgbClr val="679E2A"/>
                </a:solidFill>
                <a:latin typeface="Impact" panose="020B0806030902050204" pitchFamily="34" charset="0"/>
                <a:ea typeface="微软雅黑" panose="020B0503020204020204" pitchFamily="34" charset="-122"/>
              </a:rPr>
              <a:t>THANKS!</a:t>
            </a:r>
            <a:endParaRPr lang="zh-CN" altLang="en-US" sz="6600" b="0" dirty="0">
              <a:solidFill>
                <a:srgbClr val="679E2A"/>
              </a:solidFill>
              <a:latin typeface="Impact" panose="020B0806030902050204" pitchFamily="34" charset="0"/>
              <a:ea typeface="微软雅黑" panose="020B0503020204020204" pitchFamily="34" charset="-122"/>
            </a:endParaRPr>
          </a:p>
        </p:txBody>
      </p:sp>
      <p:sp>
        <p:nvSpPr>
          <p:cNvPr id="40" name="矩形 39"/>
          <p:cNvSpPr/>
          <p:nvPr/>
        </p:nvSpPr>
        <p:spPr>
          <a:xfrm>
            <a:off x="1331640" y="1995686"/>
            <a:ext cx="6436704" cy="414020"/>
          </a:xfrm>
          <a:prstGeom prst="rect">
            <a:avLst/>
          </a:prstGeom>
        </p:spPr>
        <p:txBody>
          <a:bodyPr wrap="square">
            <a:spAutoFit/>
          </a:bodyPr>
          <a:lstStyle/>
          <a:p>
            <a:pPr>
              <a:lnSpc>
                <a:spcPct val="150000"/>
              </a:lnSpc>
              <a:defRPr/>
            </a:pPr>
            <a:r>
              <a:rPr lang="zh-CN" altLang="en-US" sz="1400" kern="0" dirty="0">
                <a:solidFill>
                  <a:schemeClr val="tx1">
                    <a:lumMod val="65000"/>
                    <a:lumOff val="35000"/>
                  </a:schemeClr>
                </a:solidFill>
                <a:latin typeface="微软雅黑" panose="020B0503020204020204" pitchFamily="34" charset="-122"/>
                <a:ea typeface="微软雅黑" panose="020B0503020204020204" pitchFamily="34" charset="-122"/>
              </a:rPr>
              <a:t>      </a:t>
            </a:r>
            <a:endParaRPr lang="zh-CN" altLang="en-US" sz="1400" kern="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41" name="矩形 40"/>
          <p:cNvSpPr/>
          <p:nvPr/>
        </p:nvSpPr>
        <p:spPr>
          <a:xfrm>
            <a:off x="3203358" y="2932015"/>
            <a:ext cx="3048000" cy="499624"/>
          </a:xfrm>
          <a:prstGeom prst="rect">
            <a:avLst/>
          </a:prstGeom>
        </p:spPr>
        <p:txBody>
          <a:bodyPr wrap="square">
            <a:spAutoFit/>
          </a:bodyPr>
          <a:lstStyle/>
          <a:p>
            <a:pPr>
              <a:lnSpc>
                <a:spcPct val="150000"/>
              </a:lnSpc>
            </a:pPr>
            <a:r>
              <a:rPr lang="zh-CN" altLang="en-US" sz="2000" b="0" dirty="0">
                <a:solidFill>
                  <a:schemeClr val="tx1">
                    <a:lumMod val="75000"/>
                    <a:lumOff val="25000"/>
                  </a:schemeClr>
                </a:solidFill>
                <a:latin typeface="微软雅黑" panose="020B0503020204020204" pitchFamily="34" charset="-122"/>
                <a:ea typeface="微软雅黑" panose="020B0503020204020204" pitchFamily="34" charset="-122"/>
              </a:rPr>
              <a:t>恳请各位老师批评指正</a:t>
            </a:r>
            <a:r>
              <a:rPr lang="zh-CN" altLang="en-US" sz="2000" dirty="0">
                <a:solidFill>
                  <a:schemeClr val="tx1">
                    <a:lumMod val="75000"/>
                    <a:lumOff val="25000"/>
                  </a:schemeClr>
                </a:solidFill>
                <a:latin typeface="微软雅黑" panose="020B0503020204020204" pitchFamily="34" charset="-122"/>
                <a:ea typeface="微软雅黑" panose="020B0503020204020204" pitchFamily="34" charset="-122"/>
              </a:rPr>
              <a:t>！</a:t>
            </a:r>
            <a:endParaRPr lang="zh-CN" altLang="en-US" sz="2000" b="0" dirty="0">
              <a:solidFill>
                <a:schemeClr val="tx1">
                  <a:lumMod val="75000"/>
                  <a:lumOff val="25000"/>
                </a:schemeClr>
              </a:solidFill>
              <a:latin typeface="微软雅黑" panose="020B0503020204020204" pitchFamily="34" charset="-122"/>
              <a:ea typeface="微软雅黑" panose="020B0503020204020204" pitchFamily="34" charset="-122"/>
            </a:endParaRPr>
          </a:p>
        </p:txBody>
      </p:sp>
      <p:pic>
        <p:nvPicPr>
          <p:cNvPr id="11" name="图片 10" descr="图片包含 物体&#10;&#10;描述已自动生成"/>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94423" y="655329"/>
            <a:ext cx="388986" cy="1907371"/>
          </a:xfrm>
          <a:prstGeom prst="rect">
            <a:avLst/>
          </a:prstGeom>
        </p:spPr>
      </p:pic>
    </p:spTree>
    <p:custDataLst>
      <p:tags r:id="rId2"/>
    </p:custDataLst>
  </p:cSld>
  <p:clrMapOvr>
    <a:masterClrMapping/>
  </p:clrMapOvr>
  <p:transition spd="slow" advClick="0" advTm="0">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wipe(left)">
                                      <p:cBhvr>
                                        <p:cTn id="7" dur="300"/>
                                        <p:tgtEl>
                                          <p:spTgt spid="24"/>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25"/>
                                        </p:tgtEl>
                                        <p:attrNameLst>
                                          <p:attrName>style.visibility</p:attrName>
                                        </p:attrNameLst>
                                      </p:cBhvr>
                                      <p:to>
                                        <p:strVal val="visible"/>
                                      </p:to>
                                    </p:set>
                                    <p:animEffect transition="in" filter="wipe(down)">
                                      <p:cBhvr>
                                        <p:cTn id="11" dur="300"/>
                                        <p:tgtEl>
                                          <p:spTgt spid="25"/>
                                        </p:tgtEl>
                                      </p:cBhvr>
                                    </p:animEffect>
                                  </p:childTnLst>
                                </p:cTn>
                              </p:par>
                            </p:childTnLst>
                          </p:cTn>
                        </p:par>
                        <p:par>
                          <p:cTn id="12" fill="hold">
                            <p:stCondLst>
                              <p:cond delay="1000"/>
                            </p:stCondLst>
                            <p:childTnLst>
                              <p:par>
                                <p:cTn id="13" presetID="12" presetClass="entr" presetSubtype="8" fill="hold" grpId="0" nodeType="afterEffect">
                                  <p:stCondLst>
                                    <p:cond delay="0"/>
                                  </p:stCondLst>
                                  <p:childTnLst>
                                    <p:set>
                                      <p:cBhvr>
                                        <p:cTn id="14" dur="1" fill="hold">
                                          <p:stCondLst>
                                            <p:cond delay="0"/>
                                          </p:stCondLst>
                                        </p:cTn>
                                        <p:tgtEl>
                                          <p:spTgt spid="26"/>
                                        </p:tgtEl>
                                        <p:attrNameLst>
                                          <p:attrName>style.visibility</p:attrName>
                                        </p:attrNameLst>
                                      </p:cBhvr>
                                      <p:to>
                                        <p:strVal val="visible"/>
                                      </p:to>
                                    </p:set>
                                    <p:anim calcmode="lin" valueType="num">
                                      <p:cBhvr additive="base">
                                        <p:cTn id="15" dur="500"/>
                                        <p:tgtEl>
                                          <p:spTgt spid="26"/>
                                        </p:tgtEl>
                                        <p:attrNameLst>
                                          <p:attrName>ppt_x</p:attrName>
                                        </p:attrNameLst>
                                      </p:cBhvr>
                                      <p:tavLst>
                                        <p:tav tm="0">
                                          <p:val>
                                            <p:strVal val="#ppt_x-#ppt_w*1.125000"/>
                                          </p:val>
                                        </p:tav>
                                        <p:tav tm="100000">
                                          <p:val>
                                            <p:strVal val="#ppt_x"/>
                                          </p:val>
                                        </p:tav>
                                      </p:tavLst>
                                    </p:anim>
                                    <p:animEffect transition="in" filter="wipe(right)">
                                      <p:cBhvr>
                                        <p:cTn id="16" dur="500"/>
                                        <p:tgtEl>
                                          <p:spTgt spid="26"/>
                                        </p:tgtEl>
                                      </p:cBhvr>
                                    </p:animEffect>
                                  </p:childTnLst>
                                </p:cTn>
                              </p:par>
                              <p:par>
                                <p:cTn id="17" presetID="12" presetClass="entr" presetSubtype="8" fill="hold" nodeType="withEffect">
                                  <p:stCondLst>
                                    <p:cond delay="0"/>
                                  </p:stCondLst>
                                  <p:childTnLst>
                                    <p:set>
                                      <p:cBhvr>
                                        <p:cTn id="18" dur="1" fill="hold">
                                          <p:stCondLst>
                                            <p:cond delay="0"/>
                                          </p:stCondLst>
                                        </p:cTn>
                                        <p:tgtEl>
                                          <p:spTgt spid="28"/>
                                        </p:tgtEl>
                                        <p:attrNameLst>
                                          <p:attrName>style.visibility</p:attrName>
                                        </p:attrNameLst>
                                      </p:cBhvr>
                                      <p:to>
                                        <p:strVal val="visible"/>
                                      </p:to>
                                    </p:set>
                                    <p:anim calcmode="lin" valueType="num">
                                      <p:cBhvr additive="base">
                                        <p:cTn id="19" dur="500"/>
                                        <p:tgtEl>
                                          <p:spTgt spid="28"/>
                                        </p:tgtEl>
                                        <p:attrNameLst>
                                          <p:attrName>ppt_x</p:attrName>
                                        </p:attrNameLst>
                                      </p:cBhvr>
                                      <p:tavLst>
                                        <p:tav tm="0">
                                          <p:val>
                                            <p:strVal val="#ppt_x-#ppt_w*1.125000"/>
                                          </p:val>
                                        </p:tav>
                                        <p:tav tm="100000">
                                          <p:val>
                                            <p:strVal val="#ppt_x"/>
                                          </p:val>
                                        </p:tav>
                                      </p:tavLst>
                                    </p:anim>
                                    <p:animEffect transition="in" filter="wipe(right)">
                                      <p:cBhvr>
                                        <p:cTn id="20" dur="500"/>
                                        <p:tgtEl>
                                          <p:spTgt spid="28"/>
                                        </p:tgtEl>
                                      </p:cBhvr>
                                    </p:animEffect>
                                  </p:childTnLst>
                                </p:cTn>
                              </p:par>
                              <p:par>
                                <p:cTn id="21" presetID="12" presetClass="entr" presetSubtype="8" fill="hold" grpId="0" nodeType="withEffect">
                                  <p:stCondLst>
                                    <p:cond delay="0"/>
                                  </p:stCondLst>
                                  <p:childTnLst>
                                    <p:set>
                                      <p:cBhvr>
                                        <p:cTn id="22" dur="1" fill="hold">
                                          <p:stCondLst>
                                            <p:cond delay="0"/>
                                          </p:stCondLst>
                                        </p:cTn>
                                        <p:tgtEl>
                                          <p:spTgt spid="27"/>
                                        </p:tgtEl>
                                        <p:attrNameLst>
                                          <p:attrName>style.visibility</p:attrName>
                                        </p:attrNameLst>
                                      </p:cBhvr>
                                      <p:to>
                                        <p:strVal val="visible"/>
                                      </p:to>
                                    </p:set>
                                    <p:anim calcmode="lin" valueType="num">
                                      <p:cBhvr additive="base">
                                        <p:cTn id="23" dur="500"/>
                                        <p:tgtEl>
                                          <p:spTgt spid="27"/>
                                        </p:tgtEl>
                                        <p:attrNameLst>
                                          <p:attrName>ppt_x</p:attrName>
                                        </p:attrNameLst>
                                      </p:cBhvr>
                                      <p:tavLst>
                                        <p:tav tm="0">
                                          <p:val>
                                            <p:strVal val="#ppt_x-#ppt_w*1.125000"/>
                                          </p:val>
                                        </p:tav>
                                        <p:tav tm="100000">
                                          <p:val>
                                            <p:strVal val="#ppt_x"/>
                                          </p:val>
                                        </p:tav>
                                      </p:tavLst>
                                    </p:anim>
                                    <p:animEffect transition="in" filter="wipe(right)">
                                      <p:cBhvr>
                                        <p:cTn id="24" dur="500"/>
                                        <p:tgtEl>
                                          <p:spTgt spid="27"/>
                                        </p:tgtEl>
                                      </p:cBhvr>
                                    </p:animEffect>
                                  </p:childTnLst>
                                </p:cTn>
                              </p:par>
                            </p:childTnLst>
                          </p:cTn>
                        </p:par>
                        <p:par>
                          <p:cTn id="25" fill="hold">
                            <p:stCondLst>
                              <p:cond delay="1500"/>
                            </p:stCondLst>
                            <p:childTnLst>
                              <p:par>
                                <p:cTn id="26" presetID="17" presetClass="entr" presetSubtype="1" fill="hold" grpId="0" nodeType="afterEffect">
                                  <p:stCondLst>
                                    <p:cond delay="0"/>
                                  </p:stCondLst>
                                  <p:iterate type="lt">
                                    <p:tmPct val="40000"/>
                                  </p:iterate>
                                  <p:childTnLst>
                                    <p:set>
                                      <p:cBhvr>
                                        <p:cTn id="27" dur="1" fill="hold">
                                          <p:stCondLst>
                                            <p:cond delay="0"/>
                                          </p:stCondLst>
                                        </p:cTn>
                                        <p:tgtEl>
                                          <p:spTgt spid="39"/>
                                        </p:tgtEl>
                                        <p:attrNameLst>
                                          <p:attrName>style.visibility</p:attrName>
                                        </p:attrNameLst>
                                      </p:cBhvr>
                                      <p:to>
                                        <p:strVal val="visible"/>
                                      </p:to>
                                    </p:set>
                                    <p:anim calcmode="lin" valueType="num">
                                      <p:cBhvr>
                                        <p:cTn id="28" dur="250" fill="hold"/>
                                        <p:tgtEl>
                                          <p:spTgt spid="39"/>
                                        </p:tgtEl>
                                        <p:attrNameLst>
                                          <p:attrName>ppt_x</p:attrName>
                                        </p:attrNameLst>
                                      </p:cBhvr>
                                      <p:tavLst>
                                        <p:tav tm="0">
                                          <p:val>
                                            <p:strVal val="#ppt_x"/>
                                          </p:val>
                                        </p:tav>
                                        <p:tav tm="100000">
                                          <p:val>
                                            <p:strVal val="#ppt_x"/>
                                          </p:val>
                                        </p:tav>
                                      </p:tavLst>
                                    </p:anim>
                                    <p:anim calcmode="lin" valueType="num">
                                      <p:cBhvr>
                                        <p:cTn id="29" dur="250" fill="hold"/>
                                        <p:tgtEl>
                                          <p:spTgt spid="39"/>
                                        </p:tgtEl>
                                        <p:attrNameLst>
                                          <p:attrName>ppt_y</p:attrName>
                                        </p:attrNameLst>
                                      </p:cBhvr>
                                      <p:tavLst>
                                        <p:tav tm="0">
                                          <p:val>
                                            <p:strVal val="#ppt_y-#ppt_h/2"/>
                                          </p:val>
                                        </p:tav>
                                        <p:tav tm="100000">
                                          <p:val>
                                            <p:strVal val="#ppt_y"/>
                                          </p:val>
                                        </p:tav>
                                      </p:tavLst>
                                    </p:anim>
                                    <p:anim calcmode="lin" valueType="num">
                                      <p:cBhvr>
                                        <p:cTn id="30" dur="250" fill="hold"/>
                                        <p:tgtEl>
                                          <p:spTgt spid="39"/>
                                        </p:tgtEl>
                                        <p:attrNameLst>
                                          <p:attrName>ppt_w</p:attrName>
                                        </p:attrNameLst>
                                      </p:cBhvr>
                                      <p:tavLst>
                                        <p:tav tm="0">
                                          <p:val>
                                            <p:strVal val="#ppt_w"/>
                                          </p:val>
                                        </p:tav>
                                        <p:tav tm="100000">
                                          <p:val>
                                            <p:strVal val="#ppt_w"/>
                                          </p:val>
                                        </p:tav>
                                      </p:tavLst>
                                    </p:anim>
                                    <p:anim calcmode="lin" valueType="num">
                                      <p:cBhvr>
                                        <p:cTn id="31" dur="250" fill="hold"/>
                                        <p:tgtEl>
                                          <p:spTgt spid="39"/>
                                        </p:tgtEl>
                                        <p:attrNameLst>
                                          <p:attrName>ppt_h</p:attrName>
                                        </p:attrNameLst>
                                      </p:cBhvr>
                                      <p:tavLst>
                                        <p:tav tm="0">
                                          <p:val>
                                            <p:fltVal val="0"/>
                                          </p:val>
                                        </p:tav>
                                        <p:tav tm="100000">
                                          <p:val>
                                            <p:strVal val="#ppt_h"/>
                                          </p:val>
                                        </p:tav>
                                      </p:tavLst>
                                    </p:anim>
                                  </p:childTnLst>
                                </p:cTn>
                              </p:par>
                            </p:childTnLst>
                          </p:cTn>
                        </p:par>
                        <p:par>
                          <p:cTn id="32" fill="hold">
                            <p:stCondLst>
                              <p:cond delay="1650"/>
                            </p:stCondLst>
                            <p:childTnLst>
                              <p:par>
                                <p:cTn id="33" presetID="22" presetClass="entr" presetSubtype="8" fill="hold" grpId="0" nodeType="afterEffect">
                                  <p:stCondLst>
                                    <p:cond delay="0"/>
                                  </p:stCondLst>
                                  <p:iterate type="lt">
                                    <p:tmPct val="30000"/>
                                  </p:iterate>
                                  <p:childTnLst>
                                    <p:set>
                                      <p:cBhvr>
                                        <p:cTn id="34" dur="1" fill="hold">
                                          <p:stCondLst>
                                            <p:cond delay="0"/>
                                          </p:stCondLst>
                                        </p:cTn>
                                        <p:tgtEl>
                                          <p:spTgt spid="40"/>
                                        </p:tgtEl>
                                        <p:attrNameLst>
                                          <p:attrName>style.visibility</p:attrName>
                                        </p:attrNameLst>
                                      </p:cBhvr>
                                      <p:to>
                                        <p:strVal val="visible"/>
                                      </p:to>
                                    </p:set>
                                    <p:animEffect transition="in" filter="wipe(left)">
                                      <p:cBhvr>
                                        <p:cTn id="35" dur="300"/>
                                        <p:tgtEl>
                                          <p:spTgt spid="40"/>
                                        </p:tgtEl>
                                      </p:cBhvr>
                                    </p:animEffect>
                                  </p:childTnLst>
                                </p:cTn>
                              </p:par>
                              <p:par>
                                <p:cTn id="36" presetID="36" presetClass="emph" presetSubtype="0" fill="hold" grpId="1" nodeType="withEffect">
                                  <p:stCondLst>
                                    <p:cond delay="0"/>
                                  </p:stCondLst>
                                  <p:iterate type="lt">
                                    <p:tmPct val="30000"/>
                                  </p:iterate>
                                  <p:childTnLst>
                                    <p:animScale>
                                      <p:cBhvr>
                                        <p:cTn id="37" dur="150" autoRev="1" fill="hold">
                                          <p:stCondLst>
                                            <p:cond delay="0"/>
                                          </p:stCondLst>
                                        </p:cTn>
                                        <p:tgtEl>
                                          <p:spTgt spid="40"/>
                                        </p:tgtEl>
                                      </p:cBhvr>
                                      <p:to x="80000" y="100000"/>
                                    </p:animScale>
                                    <p:anim by="(#ppt_w*0.10)" calcmode="lin" valueType="num">
                                      <p:cBhvr>
                                        <p:cTn id="38" dur="150" autoRev="1" fill="hold">
                                          <p:stCondLst>
                                            <p:cond delay="0"/>
                                          </p:stCondLst>
                                        </p:cTn>
                                        <p:tgtEl>
                                          <p:spTgt spid="40"/>
                                        </p:tgtEl>
                                        <p:attrNameLst>
                                          <p:attrName>ppt_x</p:attrName>
                                        </p:attrNameLst>
                                      </p:cBhvr>
                                    </p:anim>
                                    <p:anim by="(-#ppt_w*0.10)" calcmode="lin" valueType="num">
                                      <p:cBhvr>
                                        <p:cTn id="39" dur="150" autoRev="1" fill="hold">
                                          <p:stCondLst>
                                            <p:cond delay="0"/>
                                          </p:stCondLst>
                                        </p:cTn>
                                        <p:tgtEl>
                                          <p:spTgt spid="40"/>
                                        </p:tgtEl>
                                        <p:attrNameLst>
                                          <p:attrName>ppt_y</p:attrName>
                                        </p:attrNameLst>
                                      </p:cBhvr>
                                    </p:anim>
                                    <p:animRot by="-480000">
                                      <p:cBhvr>
                                        <p:cTn id="40" dur="150" autoRev="1" fill="hold">
                                          <p:stCondLst>
                                            <p:cond delay="0"/>
                                          </p:stCondLst>
                                        </p:cTn>
                                        <p:tgtEl>
                                          <p:spTgt spid="40"/>
                                        </p:tgtEl>
                                        <p:attrNameLst>
                                          <p:attrName>r</p:attrName>
                                        </p:attrNameLst>
                                      </p:cBhvr>
                                    </p:animRot>
                                  </p:childTnLst>
                                </p:cTn>
                              </p:par>
                            </p:childTnLst>
                          </p:cTn>
                        </p:par>
                        <p:par>
                          <p:cTn id="41" fill="hold">
                            <p:stCondLst>
                              <p:cond delay="2399"/>
                            </p:stCondLst>
                            <p:childTnLst>
                              <p:par>
                                <p:cTn id="42" presetID="42" presetClass="entr" presetSubtype="0" fill="hold" grpId="0" nodeType="afterEffect">
                                  <p:stCondLst>
                                    <p:cond delay="0"/>
                                  </p:stCondLst>
                                  <p:childTnLst>
                                    <p:set>
                                      <p:cBhvr>
                                        <p:cTn id="43" dur="1" fill="hold">
                                          <p:stCondLst>
                                            <p:cond delay="0"/>
                                          </p:stCondLst>
                                        </p:cTn>
                                        <p:tgtEl>
                                          <p:spTgt spid="41"/>
                                        </p:tgtEl>
                                        <p:attrNameLst>
                                          <p:attrName>style.visibility</p:attrName>
                                        </p:attrNameLst>
                                      </p:cBhvr>
                                      <p:to>
                                        <p:strVal val="visible"/>
                                      </p:to>
                                    </p:set>
                                    <p:animEffect transition="in" filter="fade">
                                      <p:cBhvr>
                                        <p:cTn id="44" dur="1000"/>
                                        <p:tgtEl>
                                          <p:spTgt spid="41"/>
                                        </p:tgtEl>
                                      </p:cBhvr>
                                    </p:animEffect>
                                    <p:anim calcmode="lin" valueType="num">
                                      <p:cBhvr>
                                        <p:cTn id="45" dur="1000" fill="hold"/>
                                        <p:tgtEl>
                                          <p:spTgt spid="41"/>
                                        </p:tgtEl>
                                        <p:attrNameLst>
                                          <p:attrName>ppt_x</p:attrName>
                                        </p:attrNameLst>
                                      </p:cBhvr>
                                      <p:tavLst>
                                        <p:tav tm="0">
                                          <p:val>
                                            <p:strVal val="#ppt_x"/>
                                          </p:val>
                                        </p:tav>
                                        <p:tav tm="100000">
                                          <p:val>
                                            <p:strVal val="#ppt_x"/>
                                          </p:val>
                                        </p:tav>
                                      </p:tavLst>
                                    </p:anim>
                                    <p:anim calcmode="lin" valueType="num">
                                      <p:cBhvr>
                                        <p:cTn id="46" dur="1000" fill="hold"/>
                                        <p:tgtEl>
                                          <p:spTgt spid="4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6" grpId="0"/>
      <p:bldP spid="27" grpId="0"/>
      <p:bldP spid="39" grpId="0"/>
      <p:bldP spid="40" grpId="0"/>
      <p:bldP spid="40" grpId="1"/>
      <p:bldP spid="41"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p:cNvSpPr/>
          <p:nvPr/>
        </p:nvSpPr>
        <p:spPr>
          <a:xfrm>
            <a:off x="1964513" y="3363838"/>
            <a:ext cx="5214974" cy="600164"/>
          </a:xfrm>
          <a:prstGeom prst="rect">
            <a:avLst/>
          </a:prstGeom>
        </p:spPr>
        <p:txBody>
          <a:bodyPr wrap="square">
            <a:spAutoFit/>
          </a:bodyPr>
          <a:lstStyle/>
          <a:p>
            <a:pPr algn="ctr" fontAlgn="auto">
              <a:lnSpc>
                <a:spcPct val="150000"/>
              </a:lnSpc>
              <a:spcAft>
                <a:spcPts val="0"/>
              </a:spcAft>
              <a:defRPr/>
            </a:pPr>
            <a:r>
              <a:rPr lang="en-US" altLang="zh-CN" sz="1100" b="1" dirty="0">
                <a:solidFill>
                  <a:schemeClr val="bg1">
                    <a:lumMod val="50000"/>
                  </a:schemeClr>
                </a:solidFill>
                <a:latin typeface="微软雅黑" panose="020B0503020204020204" pitchFamily="34" charset="-122"/>
                <a:ea typeface="微软雅黑" panose="020B0503020204020204" pitchFamily="34" charset="-122"/>
              </a:rPr>
              <a:t> Add up everything what you like and everything what you want </a:t>
            </a:r>
            <a:endParaRPr lang="en-US" altLang="zh-CN" sz="1100" b="1" dirty="0">
              <a:solidFill>
                <a:schemeClr val="bg1">
                  <a:lumMod val="50000"/>
                </a:schemeClr>
              </a:solidFill>
              <a:latin typeface="微软雅黑" panose="020B0503020204020204" pitchFamily="34" charset="-122"/>
              <a:ea typeface="微软雅黑" panose="020B0503020204020204" pitchFamily="34" charset="-122"/>
            </a:endParaRPr>
          </a:p>
          <a:p>
            <a:pPr algn="ctr" fontAlgn="auto">
              <a:lnSpc>
                <a:spcPct val="150000"/>
              </a:lnSpc>
              <a:spcAft>
                <a:spcPts val="0"/>
              </a:spcAft>
              <a:defRPr/>
            </a:pPr>
            <a:r>
              <a:rPr lang="zh-CN" altLang="en-US" sz="1100" b="1" dirty="0">
                <a:solidFill>
                  <a:schemeClr val="bg1">
                    <a:lumMod val="50000"/>
                  </a:schemeClr>
                </a:solidFill>
                <a:latin typeface="微软雅黑" panose="020B0503020204020204" pitchFamily="34" charset="-122"/>
                <a:ea typeface="微软雅黑" panose="020B0503020204020204" pitchFamily="34" charset="-122"/>
              </a:rPr>
              <a:t> 梦想，要比昨天走的更远</a:t>
            </a:r>
            <a:endParaRPr lang="zh-CN" altLang="en-US" sz="1100" b="1" dirty="0">
              <a:solidFill>
                <a:schemeClr val="bg1">
                  <a:lumMod val="50000"/>
                </a:schemeClr>
              </a:solidFill>
              <a:latin typeface="微软雅黑" panose="020B0503020204020204" pitchFamily="34" charset="-122"/>
              <a:ea typeface="微软雅黑" panose="020B0503020204020204" pitchFamily="34" charset="-122"/>
            </a:endParaRPr>
          </a:p>
        </p:txBody>
      </p:sp>
      <p:grpSp>
        <p:nvGrpSpPr>
          <p:cNvPr id="12" name="组合 11"/>
          <p:cNvGrpSpPr/>
          <p:nvPr/>
        </p:nvGrpSpPr>
        <p:grpSpPr>
          <a:xfrm>
            <a:off x="3924000" y="915566"/>
            <a:ext cx="1296000" cy="1296000"/>
            <a:chOff x="3832651" y="1100471"/>
            <a:chExt cx="1296000" cy="1296000"/>
          </a:xfrm>
        </p:grpSpPr>
        <p:sp>
          <p:nvSpPr>
            <p:cNvPr id="13" name="椭圆 12"/>
            <p:cNvSpPr/>
            <p:nvPr/>
          </p:nvSpPr>
          <p:spPr>
            <a:xfrm>
              <a:off x="3832651" y="1100471"/>
              <a:ext cx="1296000" cy="1296000"/>
            </a:xfrm>
            <a:prstGeom prst="ellipse">
              <a:avLst/>
            </a:prstGeom>
            <a:gradFill flip="none" rotWithShape="1">
              <a:gsLst>
                <a:gs pos="0">
                  <a:schemeClr val="bg1">
                    <a:lumMod val="75000"/>
                  </a:schemeClr>
                </a:gs>
                <a:gs pos="100000">
                  <a:schemeClr val="bg1"/>
                </a:gs>
                <a:gs pos="0">
                  <a:srgbClr val="CDCDCD"/>
                </a:gs>
              </a:gsLst>
              <a:lin ang="18900000" scaled="1"/>
              <a:tileRect/>
            </a:gradFill>
            <a:ln w="285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椭圆 13"/>
            <p:cNvSpPr/>
            <p:nvPr/>
          </p:nvSpPr>
          <p:spPr>
            <a:xfrm>
              <a:off x="3868583" y="1136403"/>
              <a:ext cx="1224136" cy="1224136"/>
            </a:xfrm>
            <a:prstGeom prst="ellipse">
              <a:avLst/>
            </a:prstGeom>
            <a:gradFill flip="none" rotWithShape="1">
              <a:gsLst>
                <a:gs pos="100000">
                  <a:schemeClr val="bg1"/>
                </a:gs>
                <a:gs pos="0">
                  <a:schemeClr val="bg1">
                    <a:lumMod val="75000"/>
                  </a:schemeClr>
                </a:gs>
              </a:gsLst>
              <a:lin ang="8400000" scaled="0"/>
              <a:tileRect/>
            </a:gradFill>
            <a:ln w="28575">
              <a:noFill/>
            </a:ln>
            <a:effectLst>
              <a:outerShdw blurRad="317500" dist="228600" dir="7200000" algn="ctr" rotWithShape="0">
                <a:schemeClr val="tx1">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nvGrpSpPr>
          <p:cNvPr id="15" name="组合 14"/>
          <p:cNvGrpSpPr/>
          <p:nvPr/>
        </p:nvGrpSpPr>
        <p:grpSpPr>
          <a:xfrm>
            <a:off x="5812051" y="1309130"/>
            <a:ext cx="1656184" cy="508869"/>
            <a:chOff x="755576" y="627534"/>
            <a:chExt cx="1800200" cy="508869"/>
          </a:xfrm>
        </p:grpSpPr>
        <p:cxnSp>
          <p:nvCxnSpPr>
            <p:cNvPr id="16" name="直接连接符 15"/>
            <p:cNvCxnSpPr/>
            <p:nvPr/>
          </p:nvCxnSpPr>
          <p:spPr>
            <a:xfrm>
              <a:off x="755576" y="987574"/>
              <a:ext cx="504056" cy="0"/>
            </a:xfrm>
            <a:prstGeom prst="line">
              <a:avLst/>
            </a:prstGeom>
            <a:ln w="19050">
              <a:solidFill>
                <a:schemeClr val="bg1"/>
              </a:solidFill>
              <a:headEnd type="oval"/>
            </a:ln>
            <a:effectLst>
              <a:outerShdw blurRad="63500" dist="38100" dir="7200000" algn="ctr" rotWithShape="0">
                <a:schemeClr val="tx1">
                  <a:alpha val="60000"/>
                </a:schemeClr>
              </a:outerShdw>
            </a:effectLst>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flipV="1">
              <a:off x="1259632" y="843558"/>
              <a:ext cx="72008" cy="144016"/>
            </a:xfrm>
            <a:prstGeom prst="line">
              <a:avLst/>
            </a:prstGeom>
            <a:ln w="19050">
              <a:solidFill>
                <a:schemeClr val="bg1"/>
              </a:solidFill>
            </a:ln>
            <a:effectLst>
              <a:outerShdw blurRad="63500" dist="38100" dir="7200000" algn="ctr" rotWithShape="0">
                <a:schemeClr val="tx1">
                  <a:alpha val="60000"/>
                </a:schemeClr>
              </a:outerShdw>
            </a:effectLst>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a:off x="1331640" y="843558"/>
              <a:ext cx="124675" cy="292845"/>
            </a:xfrm>
            <a:prstGeom prst="line">
              <a:avLst/>
            </a:prstGeom>
            <a:ln w="19050">
              <a:solidFill>
                <a:schemeClr val="bg1"/>
              </a:solidFill>
            </a:ln>
            <a:effectLst>
              <a:outerShdw blurRad="63500" dist="38100" dir="7200000" algn="ctr" rotWithShape="0">
                <a:schemeClr val="tx1">
                  <a:alpha val="60000"/>
                </a:schemeClr>
              </a:outerShdw>
            </a:effectLst>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nvCxnSpPr>
          <p:spPr>
            <a:xfrm flipV="1">
              <a:off x="1456315" y="627534"/>
              <a:ext cx="451389" cy="508869"/>
            </a:xfrm>
            <a:prstGeom prst="line">
              <a:avLst/>
            </a:prstGeom>
            <a:ln w="19050">
              <a:solidFill>
                <a:schemeClr val="bg1"/>
              </a:solidFill>
            </a:ln>
            <a:effectLst>
              <a:outerShdw blurRad="63500" dist="38100" dir="7200000" algn="ctr" rotWithShape="0">
                <a:schemeClr val="tx1">
                  <a:alpha val="60000"/>
                </a:schemeClr>
              </a:outerShdw>
            </a:effectLst>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a:xfrm>
              <a:off x="1907704" y="627534"/>
              <a:ext cx="72008" cy="360040"/>
            </a:xfrm>
            <a:prstGeom prst="line">
              <a:avLst/>
            </a:prstGeom>
            <a:ln w="19050">
              <a:solidFill>
                <a:schemeClr val="bg1"/>
              </a:solidFill>
            </a:ln>
            <a:effectLst>
              <a:outerShdw blurRad="63500" dist="38100" dir="7200000" algn="ctr" rotWithShape="0">
                <a:schemeClr val="tx1">
                  <a:alpha val="60000"/>
                </a:schemeClr>
              </a:outerShdw>
            </a:effectLst>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flipV="1">
              <a:off x="1979712" y="987574"/>
              <a:ext cx="576064" cy="2406"/>
            </a:xfrm>
            <a:prstGeom prst="line">
              <a:avLst/>
            </a:prstGeom>
            <a:ln w="19050">
              <a:solidFill>
                <a:schemeClr val="bg1"/>
              </a:solidFill>
              <a:tailEnd type="oval"/>
            </a:ln>
            <a:effectLst>
              <a:outerShdw blurRad="63500" dist="38100" dir="7200000" algn="ctr" rotWithShape="0">
                <a:schemeClr val="tx1">
                  <a:alpha val="60000"/>
                </a:schemeClr>
              </a:outerShdw>
            </a:effectLst>
          </p:spPr>
          <p:style>
            <a:lnRef idx="1">
              <a:schemeClr val="accent1"/>
            </a:lnRef>
            <a:fillRef idx="0">
              <a:schemeClr val="accent1"/>
            </a:fillRef>
            <a:effectRef idx="0">
              <a:schemeClr val="accent1"/>
            </a:effectRef>
            <a:fontRef idx="minor">
              <a:schemeClr val="tx1"/>
            </a:fontRef>
          </p:style>
        </p:cxnSp>
      </p:grpSp>
      <p:grpSp>
        <p:nvGrpSpPr>
          <p:cNvPr id="22" name="组合 21"/>
          <p:cNvGrpSpPr/>
          <p:nvPr/>
        </p:nvGrpSpPr>
        <p:grpSpPr>
          <a:xfrm>
            <a:off x="1475656" y="1309129"/>
            <a:ext cx="1656184" cy="508869"/>
            <a:chOff x="755576" y="627534"/>
            <a:chExt cx="1800200" cy="508869"/>
          </a:xfrm>
        </p:grpSpPr>
        <p:cxnSp>
          <p:nvCxnSpPr>
            <p:cNvPr id="23" name="直接连接符 22"/>
            <p:cNvCxnSpPr/>
            <p:nvPr/>
          </p:nvCxnSpPr>
          <p:spPr>
            <a:xfrm>
              <a:off x="755576" y="987574"/>
              <a:ext cx="504056" cy="0"/>
            </a:xfrm>
            <a:prstGeom prst="line">
              <a:avLst/>
            </a:prstGeom>
            <a:ln w="19050">
              <a:solidFill>
                <a:schemeClr val="bg1"/>
              </a:solidFill>
              <a:headEnd type="oval"/>
            </a:ln>
            <a:effectLst>
              <a:outerShdw blurRad="63500" dist="38100" dir="7200000" algn="ctr" rotWithShape="0">
                <a:schemeClr val="tx1">
                  <a:alpha val="60000"/>
                </a:schemeClr>
              </a:outerShdw>
            </a:effectLst>
          </p:spPr>
          <p:style>
            <a:lnRef idx="1">
              <a:schemeClr val="accent1"/>
            </a:lnRef>
            <a:fillRef idx="0">
              <a:schemeClr val="accent1"/>
            </a:fillRef>
            <a:effectRef idx="0">
              <a:schemeClr val="accent1"/>
            </a:effectRef>
            <a:fontRef idx="minor">
              <a:schemeClr val="tx1"/>
            </a:fontRef>
          </p:style>
        </p:cxnSp>
        <p:cxnSp>
          <p:nvCxnSpPr>
            <p:cNvPr id="29" name="直接连接符 28"/>
            <p:cNvCxnSpPr/>
            <p:nvPr/>
          </p:nvCxnSpPr>
          <p:spPr>
            <a:xfrm flipV="1">
              <a:off x="1259632" y="843558"/>
              <a:ext cx="72008" cy="144016"/>
            </a:xfrm>
            <a:prstGeom prst="line">
              <a:avLst/>
            </a:prstGeom>
            <a:ln w="19050">
              <a:solidFill>
                <a:schemeClr val="bg1"/>
              </a:solidFill>
            </a:ln>
            <a:effectLst>
              <a:outerShdw blurRad="63500" dist="38100" dir="7200000" algn="ctr" rotWithShape="0">
                <a:schemeClr val="tx1">
                  <a:alpha val="60000"/>
                </a:schemeClr>
              </a:outerShdw>
            </a:effectLst>
          </p:spPr>
          <p:style>
            <a:lnRef idx="1">
              <a:schemeClr val="accent1"/>
            </a:lnRef>
            <a:fillRef idx="0">
              <a:schemeClr val="accent1"/>
            </a:fillRef>
            <a:effectRef idx="0">
              <a:schemeClr val="accent1"/>
            </a:effectRef>
            <a:fontRef idx="minor">
              <a:schemeClr val="tx1"/>
            </a:fontRef>
          </p:style>
        </p:cxnSp>
        <p:cxnSp>
          <p:nvCxnSpPr>
            <p:cNvPr id="30" name="直接连接符 29"/>
            <p:cNvCxnSpPr/>
            <p:nvPr/>
          </p:nvCxnSpPr>
          <p:spPr>
            <a:xfrm>
              <a:off x="1331640" y="843558"/>
              <a:ext cx="124675" cy="292845"/>
            </a:xfrm>
            <a:prstGeom prst="line">
              <a:avLst/>
            </a:prstGeom>
            <a:ln w="19050">
              <a:solidFill>
                <a:schemeClr val="bg1"/>
              </a:solidFill>
            </a:ln>
            <a:effectLst>
              <a:outerShdw blurRad="63500" dist="38100" dir="7200000" algn="ctr" rotWithShape="0">
                <a:schemeClr val="tx1">
                  <a:alpha val="60000"/>
                </a:schemeClr>
              </a:outerShdw>
            </a:effectLst>
          </p:spPr>
          <p:style>
            <a:lnRef idx="1">
              <a:schemeClr val="accent1"/>
            </a:lnRef>
            <a:fillRef idx="0">
              <a:schemeClr val="accent1"/>
            </a:fillRef>
            <a:effectRef idx="0">
              <a:schemeClr val="accent1"/>
            </a:effectRef>
            <a:fontRef idx="minor">
              <a:schemeClr val="tx1"/>
            </a:fontRef>
          </p:style>
        </p:cxnSp>
        <p:cxnSp>
          <p:nvCxnSpPr>
            <p:cNvPr id="31" name="直接连接符 30"/>
            <p:cNvCxnSpPr/>
            <p:nvPr/>
          </p:nvCxnSpPr>
          <p:spPr>
            <a:xfrm flipV="1">
              <a:off x="1456315" y="627534"/>
              <a:ext cx="451389" cy="508869"/>
            </a:xfrm>
            <a:prstGeom prst="line">
              <a:avLst/>
            </a:prstGeom>
            <a:ln w="19050">
              <a:solidFill>
                <a:schemeClr val="bg1"/>
              </a:solidFill>
            </a:ln>
            <a:effectLst>
              <a:outerShdw blurRad="63500" dist="38100" dir="7200000" algn="ctr" rotWithShape="0">
                <a:schemeClr val="tx1">
                  <a:alpha val="60000"/>
                </a:schemeClr>
              </a:outerShdw>
            </a:effectLst>
          </p:spPr>
          <p:style>
            <a:lnRef idx="1">
              <a:schemeClr val="accent1"/>
            </a:lnRef>
            <a:fillRef idx="0">
              <a:schemeClr val="accent1"/>
            </a:fillRef>
            <a:effectRef idx="0">
              <a:schemeClr val="accent1"/>
            </a:effectRef>
            <a:fontRef idx="minor">
              <a:schemeClr val="tx1"/>
            </a:fontRef>
          </p:style>
        </p:cxnSp>
        <p:cxnSp>
          <p:nvCxnSpPr>
            <p:cNvPr id="32" name="直接连接符 31"/>
            <p:cNvCxnSpPr/>
            <p:nvPr/>
          </p:nvCxnSpPr>
          <p:spPr>
            <a:xfrm>
              <a:off x="1907704" y="627534"/>
              <a:ext cx="72008" cy="360040"/>
            </a:xfrm>
            <a:prstGeom prst="line">
              <a:avLst/>
            </a:prstGeom>
            <a:ln w="19050">
              <a:solidFill>
                <a:schemeClr val="bg1"/>
              </a:solidFill>
            </a:ln>
            <a:effectLst>
              <a:outerShdw blurRad="63500" dist="38100" dir="7200000" algn="ctr" rotWithShape="0">
                <a:schemeClr val="tx1">
                  <a:alpha val="60000"/>
                </a:schemeClr>
              </a:outerShdw>
            </a:effectLst>
          </p:spPr>
          <p:style>
            <a:lnRef idx="1">
              <a:schemeClr val="accent1"/>
            </a:lnRef>
            <a:fillRef idx="0">
              <a:schemeClr val="accent1"/>
            </a:fillRef>
            <a:effectRef idx="0">
              <a:schemeClr val="accent1"/>
            </a:effectRef>
            <a:fontRef idx="minor">
              <a:schemeClr val="tx1"/>
            </a:fontRef>
          </p:style>
        </p:cxnSp>
        <p:cxnSp>
          <p:nvCxnSpPr>
            <p:cNvPr id="33" name="直接连接符 32"/>
            <p:cNvCxnSpPr/>
            <p:nvPr/>
          </p:nvCxnSpPr>
          <p:spPr>
            <a:xfrm flipV="1">
              <a:off x="1979712" y="987574"/>
              <a:ext cx="576064" cy="2406"/>
            </a:xfrm>
            <a:prstGeom prst="line">
              <a:avLst/>
            </a:prstGeom>
            <a:ln w="19050">
              <a:solidFill>
                <a:schemeClr val="bg1"/>
              </a:solidFill>
              <a:tailEnd type="oval"/>
            </a:ln>
            <a:effectLst>
              <a:outerShdw blurRad="63500" dist="38100" dir="7200000" algn="ctr" rotWithShape="0">
                <a:schemeClr val="tx1">
                  <a:alpha val="60000"/>
                </a:schemeClr>
              </a:outerShdw>
            </a:effectLst>
          </p:spPr>
          <p:style>
            <a:lnRef idx="1">
              <a:schemeClr val="accent1"/>
            </a:lnRef>
            <a:fillRef idx="0">
              <a:schemeClr val="accent1"/>
            </a:fillRef>
            <a:effectRef idx="0">
              <a:schemeClr val="accent1"/>
            </a:effectRef>
            <a:fontRef idx="minor">
              <a:schemeClr val="tx1"/>
            </a:fontRef>
          </p:style>
        </p:cxnSp>
      </p:grpSp>
      <p:sp>
        <p:nvSpPr>
          <p:cNvPr id="35" name="TextBox 34"/>
          <p:cNvSpPr txBox="1"/>
          <p:nvPr/>
        </p:nvSpPr>
        <p:spPr>
          <a:xfrm>
            <a:off x="7668344" y="4531355"/>
            <a:ext cx="1475656" cy="230505"/>
          </a:xfrm>
          <a:prstGeom prst="rect">
            <a:avLst/>
          </a:prstGeom>
          <a:noFill/>
        </p:spPr>
        <p:txBody>
          <a:bodyPr wrap="square" lIns="0" tIns="0" rIns="0" bIns="0" rtlCol="0">
            <a:spAutoFit/>
          </a:bodyPr>
          <a:lstStyle/>
          <a:p>
            <a:r>
              <a:rPr lang="zh-CN" altLang="en-US" sz="1500" dirty="0">
                <a:solidFill>
                  <a:schemeClr val="bg1">
                    <a:lumMod val="50000"/>
                  </a:schemeClr>
                </a:solidFill>
                <a:latin typeface="微软雅黑" panose="020B0503020204020204" pitchFamily="34" charset="-122"/>
                <a:ea typeface="微软雅黑" panose="020B0503020204020204" pitchFamily="34" charset="-122"/>
              </a:rPr>
              <a:t>答辩人：朱正轩</a:t>
            </a:r>
            <a:endParaRPr lang="zh-CN" altLang="en-US" sz="1500"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36" name="TextBox 35"/>
          <p:cNvSpPr txBox="1"/>
          <p:nvPr/>
        </p:nvSpPr>
        <p:spPr>
          <a:xfrm>
            <a:off x="7668344" y="4789190"/>
            <a:ext cx="1475656" cy="230505"/>
          </a:xfrm>
          <a:prstGeom prst="rect">
            <a:avLst/>
          </a:prstGeom>
          <a:noFill/>
        </p:spPr>
        <p:txBody>
          <a:bodyPr wrap="square" lIns="0" tIns="0" rIns="0" bIns="0" rtlCol="0">
            <a:spAutoFit/>
          </a:bodyPr>
          <a:lstStyle/>
          <a:p>
            <a:r>
              <a:rPr lang="zh-CN" altLang="en-US" sz="1500" dirty="0">
                <a:solidFill>
                  <a:schemeClr val="bg1">
                    <a:lumMod val="50000"/>
                  </a:schemeClr>
                </a:solidFill>
                <a:latin typeface="微软雅黑" panose="020B0503020204020204" pitchFamily="34" charset="-122"/>
                <a:ea typeface="微软雅黑" panose="020B0503020204020204" pitchFamily="34" charset="-122"/>
              </a:rPr>
              <a:t>导   师：徐静</a:t>
            </a:r>
            <a:endParaRPr lang="zh-CN" altLang="en-US" sz="1500"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37" name="圆角矩形 36"/>
          <p:cNvSpPr/>
          <p:nvPr/>
        </p:nvSpPr>
        <p:spPr>
          <a:xfrm>
            <a:off x="2354493" y="2765444"/>
            <a:ext cx="4593771" cy="549896"/>
          </a:xfrm>
          <a:prstGeom prst="roundRect">
            <a:avLst>
              <a:gd name="adj" fmla="val 22751"/>
            </a:avLst>
          </a:prstGeom>
          <a:gradFill>
            <a:gsLst>
              <a:gs pos="0">
                <a:schemeClr val="bg1">
                  <a:lumMod val="95000"/>
                </a:schemeClr>
              </a:gs>
              <a:gs pos="100000">
                <a:schemeClr val="bg1">
                  <a:lumMod val="95000"/>
                </a:schemeClr>
              </a:gs>
            </a:gsLst>
            <a:lin ang="5400000" scaled="0"/>
          </a:gradFill>
          <a:ln>
            <a:noFill/>
          </a:ln>
          <a:effectLst>
            <a:innerShdw blurRad="1524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p>
        </p:txBody>
      </p:sp>
      <p:sp>
        <p:nvSpPr>
          <p:cNvPr id="38" name="Text Box 64"/>
          <p:cNvSpPr txBox="1">
            <a:spLocks noChangeArrowheads="1"/>
          </p:cNvSpPr>
          <p:nvPr/>
        </p:nvSpPr>
        <p:spPr bwMode="auto">
          <a:xfrm>
            <a:off x="2915816" y="2790292"/>
            <a:ext cx="3816424" cy="900246"/>
          </a:xfrm>
          <a:prstGeom prst="rect">
            <a:avLst/>
          </a:prstGeom>
          <a:noFill/>
          <a:ln w="9525">
            <a:noFill/>
            <a:miter lim="800000"/>
          </a:ln>
        </p:spPr>
        <p:txBody>
          <a:bodyPr wrap="square" lIns="68580" tIns="34290" rIns="68580" bIns="34290">
            <a:spAutoFit/>
          </a:bodyPr>
          <a:lstStyle/>
          <a:p>
            <a:r>
              <a:rPr lang="zh-CN" altLang="en-US" sz="2700" b="1" dirty="0">
                <a:solidFill>
                  <a:srgbClr val="679E2A"/>
                </a:solidFill>
                <a:latin typeface="微软雅黑" panose="020B0503020204020204" pitchFamily="34" charset="-122"/>
                <a:ea typeface="微软雅黑" panose="020B0503020204020204" pitchFamily="34" charset="-122"/>
              </a:rPr>
              <a:t>演讲完毕  感谢聆听</a:t>
            </a:r>
            <a:endParaRPr lang="en-US" altLang="zh-CN" sz="2700" b="1" dirty="0">
              <a:solidFill>
                <a:srgbClr val="679E2A"/>
              </a:solidFill>
              <a:latin typeface="微软雅黑" panose="020B0503020204020204" pitchFamily="34" charset="-122"/>
              <a:ea typeface="微软雅黑" panose="020B0503020204020204" pitchFamily="34" charset="-122"/>
            </a:endParaRPr>
          </a:p>
          <a:p>
            <a:endParaRPr lang="en-US" altLang="zh-CN" sz="2700" b="1" dirty="0">
              <a:solidFill>
                <a:srgbClr val="679E2A"/>
              </a:solidFill>
              <a:latin typeface="微软雅黑" panose="020B0503020204020204" pitchFamily="34" charset="-122"/>
              <a:ea typeface="微软雅黑" panose="020B0503020204020204" pitchFamily="34" charset="-122"/>
            </a:endParaRPr>
          </a:p>
        </p:txBody>
      </p:sp>
      <p:pic>
        <p:nvPicPr>
          <p:cNvPr id="39" name="Picture 2"/>
          <p:cNvPicPr preferRelativeResize="0">
            <a:picLocks noChangeAspect="1" noChangeArrowheads="1"/>
          </p:cNvPicPr>
          <p:nvPr/>
        </p:nvPicPr>
        <p:blipFill>
          <a:blip r:embed="rId1" cstate="print">
            <a:duotone>
              <a:prstClr val="black"/>
              <a:srgbClr val="679E2A">
                <a:tint val="45000"/>
                <a:satMod val="400000"/>
              </a:srgbClr>
            </a:duotone>
            <a:extLst>
              <a:ext uri="{BEBA8EAE-BF5A-486C-A8C5-ECC9F3942E4B}">
                <a14:imgProps xmlns:a14="http://schemas.microsoft.com/office/drawing/2010/main">
                  <a14:imgLayer r:embed="rId2">
                    <a14:imgEffect>
                      <a14:brightnessContrast bright="25000"/>
                    </a14:imgEffect>
                  </a14:imgLayer>
                </a14:imgProps>
              </a:ext>
              <a:ext uri="{28A0092B-C50C-407E-A947-70E740481C1C}">
                <a14:useLocalDpi xmlns:a14="http://schemas.microsoft.com/office/drawing/2010/main" val="0"/>
              </a:ext>
            </a:extLst>
          </a:blip>
          <a:srcRect/>
          <a:stretch>
            <a:fillRect/>
          </a:stretch>
        </p:blipFill>
        <p:spPr bwMode="auto">
          <a:xfrm>
            <a:off x="3951733" y="966117"/>
            <a:ext cx="1240534" cy="1240534"/>
          </a:xfrm>
          <a:prstGeom prst="rect">
            <a:avLst/>
          </a:prstGeom>
          <a:noFill/>
          <a:extLst>
            <a:ext uri="{909E8E84-426E-40DD-AFC4-6F175D3DCCD1}">
              <a14:hiddenFill xmlns:a14="http://schemas.microsoft.com/office/drawing/2010/main">
                <a:solidFill>
                  <a:srgbClr val="FFFFFF"/>
                </a:solidFill>
              </a14:hiddenFill>
            </a:ext>
          </a:extLst>
        </p:spPr>
      </p:pic>
    </p:spTree>
    <p:custDataLst>
      <p:tags r:id="rId3"/>
    </p:custDataLst>
  </p:cSld>
  <p:clrMapOvr>
    <a:masterClrMapping/>
  </p:clrMapOvr>
  <p:transition spd="slow" advClick="0" advTm="0">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32" fill="hold" nodeType="after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p:cTn id="7" dur="500" fill="hold"/>
                                        <p:tgtEl>
                                          <p:spTgt spid="12"/>
                                        </p:tgtEl>
                                        <p:attrNameLst>
                                          <p:attrName>ppt_w</p:attrName>
                                        </p:attrNameLst>
                                      </p:cBhvr>
                                      <p:tavLst>
                                        <p:tav tm="0">
                                          <p:val>
                                            <p:strVal val="4*#ppt_w"/>
                                          </p:val>
                                        </p:tav>
                                        <p:tav tm="100000">
                                          <p:val>
                                            <p:strVal val="#ppt_w"/>
                                          </p:val>
                                        </p:tav>
                                      </p:tavLst>
                                    </p:anim>
                                    <p:anim calcmode="lin" valueType="num">
                                      <p:cBhvr>
                                        <p:cTn id="8" dur="500" fill="hold"/>
                                        <p:tgtEl>
                                          <p:spTgt spid="12"/>
                                        </p:tgtEl>
                                        <p:attrNameLst>
                                          <p:attrName>ppt_h</p:attrName>
                                        </p:attrNameLst>
                                      </p:cBhvr>
                                      <p:tavLst>
                                        <p:tav tm="0">
                                          <p:val>
                                            <p:strVal val="4*#ppt_h"/>
                                          </p:val>
                                        </p:tav>
                                        <p:tav tm="100000">
                                          <p:val>
                                            <p:strVal val="#ppt_h"/>
                                          </p:val>
                                        </p:tav>
                                      </p:tavLst>
                                    </p:anim>
                                  </p:childTnLst>
                                </p:cTn>
                              </p:par>
                            </p:childTnLst>
                          </p:cTn>
                        </p:par>
                        <p:par>
                          <p:cTn id="9" fill="hold">
                            <p:stCondLst>
                              <p:cond delay="500"/>
                            </p:stCondLst>
                            <p:childTnLst>
                              <p:par>
                                <p:cTn id="10" presetID="1" presetClass="entr" presetSubtype="0" fill="hold" nodeType="afterEffect">
                                  <p:stCondLst>
                                    <p:cond delay="0"/>
                                  </p:stCondLst>
                                  <p:childTnLst>
                                    <p:set>
                                      <p:cBhvr>
                                        <p:cTn id="11" dur="1" fill="hold">
                                          <p:stCondLst>
                                            <p:cond delay="0"/>
                                          </p:stCondLst>
                                        </p:cTn>
                                        <p:tgtEl>
                                          <p:spTgt spid="15"/>
                                        </p:tgtEl>
                                        <p:attrNameLst>
                                          <p:attrName>style.visibility</p:attrName>
                                        </p:attrNameLst>
                                      </p:cBhvr>
                                      <p:to>
                                        <p:strVal val="visible"/>
                                      </p:to>
                                    </p:set>
                                  </p:childTnLst>
                                </p:cTn>
                              </p:par>
                              <p:par>
                                <p:cTn id="12" presetID="1" presetClass="entr" presetSubtype="0" fill="hold" nodeType="withEffect">
                                  <p:stCondLst>
                                    <p:cond delay="0"/>
                                  </p:stCondLst>
                                  <p:childTnLst>
                                    <p:set>
                                      <p:cBhvr>
                                        <p:cTn id="13" dur="1" fill="hold">
                                          <p:stCondLst>
                                            <p:cond delay="0"/>
                                          </p:stCondLst>
                                        </p:cTn>
                                        <p:tgtEl>
                                          <p:spTgt spid="22"/>
                                        </p:tgtEl>
                                        <p:attrNameLst>
                                          <p:attrName>style.visibility</p:attrName>
                                        </p:attrNameLst>
                                      </p:cBhvr>
                                      <p:to>
                                        <p:strVal val="visible"/>
                                      </p:to>
                                    </p:set>
                                  </p:childTnLst>
                                </p:cTn>
                              </p:par>
                            </p:childTnLst>
                          </p:cTn>
                        </p:par>
                        <p:par>
                          <p:cTn id="14" fill="hold">
                            <p:stCondLst>
                              <p:cond delay="500"/>
                            </p:stCondLst>
                            <p:childTnLst>
                              <p:par>
                                <p:cTn id="15" presetID="22" presetClass="entr" presetSubtype="8" fill="hold" nodeType="after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wipe(left)">
                                      <p:cBhvr>
                                        <p:cTn id="17" dur="500"/>
                                        <p:tgtEl>
                                          <p:spTgt spid="15"/>
                                        </p:tgtEl>
                                      </p:cBhvr>
                                    </p:animEffect>
                                  </p:childTnLst>
                                </p:cTn>
                              </p:par>
                              <p:par>
                                <p:cTn id="18" presetID="22" presetClass="entr" presetSubtype="2" fill="hold" nodeType="withEffect">
                                  <p:stCondLst>
                                    <p:cond delay="0"/>
                                  </p:stCondLst>
                                  <p:childTnLst>
                                    <p:set>
                                      <p:cBhvr>
                                        <p:cTn id="19" dur="1" fill="hold">
                                          <p:stCondLst>
                                            <p:cond delay="0"/>
                                          </p:stCondLst>
                                        </p:cTn>
                                        <p:tgtEl>
                                          <p:spTgt spid="22"/>
                                        </p:tgtEl>
                                        <p:attrNameLst>
                                          <p:attrName>style.visibility</p:attrName>
                                        </p:attrNameLst>
                                      </p:cBhvr>
                                      <p:to>
                                        <p:strVal val="visible"/>
                                      </p:to>
                                    </p:set>
                                    <p:animEffect transition="in" filter="wipe(right)">
                                      <p:cBhvr>
                                        <p:cTn id="20" dur="500"/>
                                        <p:tgtEl>
                                          <p:spTgt spid="22"/>
                                        </p:tgtEl>
                                      </p:cBhvr>
                                    </p:animEffect>
                                  </p:childTnLst>
                                </p:cTn>
                              </p:par>
                            </p:childTnLst>
                          </p:cTn>
                        </p:par>
                        <p:par>
                          <p:cTn id="21" fill="hold">
                            <p:stCondLst>
                              <p:cond delay="1000"/>
                            </p:stCondLst>
                            <p:childTnLst>
                              <p:par>
                                <p:cTn id="22" presetID="26" presetClass="emph" presetSubtype="0" fill="hold" nodeType="afterEffect">
                                  <p:stCondLst>
                                    <p:cond delay="0"/>
                                  </p:stCondLst>
                                  <p:childTnLst>
                                    <p:animEffect transition="out" filter="fade">
                                      <p:cBhvr>
                                        <p:cTn id="23" dur="500" tmFilter="0, 0; .2, .5; .8, .5; 1, 0"/>
                                        <p:tgtEl>
                                          <p:spTgt spid="15"/>
                                        </p:tgtEl>
                                      </p:cBhvr>
                                    </p:animEffect>
                                    <p:animScale>
                                      <p:cBhvr>
                                        <p:cTn id="24" dur="250" autoRev="1" fill="hold"/>
                                        <p:tgtEl>
                                          <p:spTgt spid="15"/>
                                        </p:tgtEl>
                                      </p:cBhvr>
                                      <p:by x="105000" y="105000"/>
                                    </p:animScale>
                                  </p:childTnLst>
                                </p:cTn>
                              </p:par>
                              <p:par>
                                <p:cTn id="25" presetID="26" presetClass="emph" presetSubtype="0" fill="hold" nodeType="withEffect">
                                  <p:stCondLst>
                                    <p:cond delay="0"/>
                                  </p:stCondLst>
                                  <p:childTnLst>
                                    <p:animEffect transition="out" filter="fade">
                                      <p:cBhvr>
                                        <p:cTn id="26" dur="500" tmFilter="0, 0; .2, .5; .8, .5; 1, 0"/>
                                        <p:tgtEl>
                                          <p:spTgt spid="22"/>
                                        </p:tgtEl>
                                      </p:cBhvr>
                                    </p:animEffect>
                                    <p:animScale>
                                      <p:cBhvr>
                                        <p:cTn id="27" dur="250" autoRev="1" fill="hold"/>
                                        <p:tgtEl>
                                          <p:spTgt spid="22"/>
                                        </p:tgtEl>
                                      </p:cBhvr>
                                      <p:by x="105000" y="105000"/>
                                    </p:animScale>
                                  </p:childTnLst>
                                </p:cTn>
                              </p:par>
                            </p:childTnLst>
                          </p:cTn>
                        </p:par>
                        <p:par>
                          <p:cTn id="28" fill="hold">
                            <p:stCondLst>
                              <p:cond delay="1500"/>
                            </p:stCondLst>
                            <p:childTnLst>
                              <p:par>
                                <p:cTn id="29" presetID="16" presetClass="entr" presetSubtype="21" fill="hold" grpId="0" nodeType="afterEffect">
                                  <p:stCondLst>
                                    <p:cond delay="0"/>
                                  </p:stCondLst>
                                  <p:childTnLst>
                                    <p:set>
                                      <p:cBhvr>
                                        <p:cTn id="30" dur="1" fill="hold">
                                          <p:stCondLst>
                                            <p:cond delay="0"/>
                                          </p:stCondLst>
                                        </p:cTn>
                                        <p:tgtEl>
                                          <p:spTgt spid="37"/>
                                        </p:tgtEl>
                                        <p:attrNameLst>
                                          <p:attrName>style.visibility</p:attrName>
                                        </p:attrNameLst>
                                      </p:cBhvr>
                                      <p:to>
                                        <p:strVal val="visible"/>
                                      </p:to>
                                    </p:set>
                                    <p:animEffect transition="in" filter="barn(inVertical)">
                                      <p:cBhvr>
                                        <p:cTn id="31" dur="500"/>
                                        <p:tgtEl>
                                          <p:spTgt spid="37"/>
                                        </p:tgtEl>
                                      </p:cBhvr>
                                    </p:animEffect>
                                  </p:childTnLst>
                                </p:cTn>
                              </p:par>
                              <p:par>
                                <p:cTn id="32" presetID="22" presetClass="entr" presetSubtype="8" fill="hold" grpId="0" nodeType="withEffect">
                                  <p:stCondLst>
                                    <p:cond delay="500"/>
                                  </p:stCondLst>
                                  <p:childTnLst>
                                    <p:set>
                                      <p:cBhvr>
                                        <p:cTn id="33" dur="1" fill="hold">
                                          <p:stCondLst>
                                            <p:cond delay="0"/>
                                          </p:stCondLst>
                                        </p:cTn>
                                        <p:tgtEl>
                                          <p:spTgt spid="38"/>
                                        </p:tgtEl>
                                        <p:attrNameLst>
                                          <p:attrName>style.visibility</p:attrName>
                                        </p:attrNameLst>
                                      </p:cBhvr>
                                      <p:to>
                                        <p:strVal val="visible"/>
                                      </p:to>
                                    </p:set>
                                    <p:animEffect transition="in" filter="wipe(left)">
                                      <p:cBhvr>
                                        <p:cTn id="34" dur="2000"/>
                                        <p:tgtEl>
                                          <p:spTgt spid="38"/>
                                        </p:tgtEl>
                                      </p:cBhvr>
                                    </p:animEffect>
                                  </p:childTnLst>
                                </p:cTn>
                              </p:par>
                            </p:childTnLst>
                          </p:cTn>
                        </p:par>
                        <p:par>
                          <p:cTn id="35" fill="hold">
                            <p:stCondLst>
                              <p:cond delay="2000"/>
                            </p:stCondLst>
                            <p:childTnLst>
                              <p:par>
                                <p:cTn id="36" presetID="10" presetClass="entr" presetSubtype="0" fill="hold" grpId="0" nodeType="afterEffect">
                                  <p:stCondLst>
                                    <p:cond delay="0"/>
                                  </p:stCondLst>
                                  <p:childTnLst>
                                    <p:set>
                                      <p:cBhvr>
                                        <p:cTn id="37" dur="1" fill="hold">
                                          <p:stCondLst>
                                            <p:cond delay="0"/>
                                          </p:stCondLst>
                                        </p:cTn>
                                        <p:tgtEl>
                                          <p:spTgt spid="11"/>
                                        </p:tgtEl>
                                        <p:attrNameLst>
                                          <p:attrName>style.visibility</p:attrName>
                                        </p:attrNameLst>
                                      </p:cBhvr>
                                      <p:to>
                                        <p:strVal val="visible"/>
                                      </p:to>
                                    </p:set>
                                    <p:animEffect transition="in" filter="fade">
                                      <p:cBhvr>
                                        <p:cTn id="38" dur="500"/>
                                        <p:tgtEl>
                                          <p:spTgt spid="11"/>
                                        </p:tgtEl>
                                      </p:cBhvr>
                                    </p:animEffect>
                                  </p:childTnLst>
                                </p:cTn>
                              </p:par>
                            </p:childTnLst>
                          </p:cTn>
                        </p:par>
                        <p:par>
                          <p:cTn id="39" fill="hold">
                            <p:stCondLst>
                              <p:cond delay="2500"/>
                            </p:stCondLst>
                            <p:childTnLst>
                              <p:par>
                                <p:cTn id="40" presetID="37" presetClass="entr" presetSubtype="0" fill="hold" grpId="0" nodeType="afterEffect">
                                  <p:stCondLst>
                                    <p:cond delay="0"/>
                                  </p:stCondLst>
                                  <p:childTnLst>
                                    <p:set>
                                      <p:cBhvr>
                                        <p:cTn id="41" dur="1" fill="hold">
                                          <p:stCondLst>
                                            <p:cond delay="0"/>
                                          </p:stCondLst>
                                        </p:cTn>
                                        <p:tgtEl>
                                          <p:spTgt spid="35"/>
                                        </p:tgtEl>
                                        <p:attrNameLst>
                                          <p:attrName>style.visibility</p:attrName>
                                        </p:attrNameLst>
                                      </p:cBhvr>
                                      <p:to>
                                        <p:strVal val="visible"/>
                                      </p:to>
                                    </p:set>
                                    <p:animEffect transition="in" filter="fade">
                                      <p:cBhvr>
                                        <p:cTn id="42" dur="1000"/>
                                        <p:tgtEl>
                                          <p:spTgt spid="35"/>
                                        </p:tgtEl>
                                      </p:cBhvr>
                                    </p:animEffect>
                                    <p:anim calcmode="lin" valueType="num">
                                      <p:cBhvr>
                                        <p:cTn id="43" dur="1000" fill="hold"/>
                                        <p:tgtEl>
                                          <p:spTgt spid="35"/>
                                        </p:tgtEl>
                                        <p:attrNameLst>
                                          <p:attrName>ppt_x</p:attrName>
                                        </p:attrNameLst>
                                      </p:cBhvr>
                                      <p:tavLst>
                                        <p:tav tm="0">
                                          <p:val>
                                            <p:strVal val="#ppt_x"/>
                                          </p:val>
                                        </p:tav>
                                        <p:tav tm="100000">
                                          <p:val>
                                            <p:strVal val="#ppt_x"/>
                                          </p:val>
                                        </p:tav>
                                      </p:tavLst>
                                    </p:anim>
                                    <p:anim calcmode="lin" valueType="num">
                                      <p:cBhvr>
                                        <p:cTn id="44" dur="900" decel="100000" fill="hold"/>
                                        <p:tgtEl>
                                          <p:spTgt spid="35"/>
                                        </p:tgtEl>
                                        <p:attrNameLst>
                                          <p:attrName>ppt_y</p:attrName>
                                        </p:attrNameLst>
                                      </p:cBhvr>
                                      <p:tavLst>
                                        <p:tav tm="0">
                                          <p:val>
                                            <p:strVal val="#ppt_y+1"/>
                                          </p:val>
                                        </p:tav>
                                        <p:tav tm="100000">
                                          <p:val>
                                            <p:strVal val="#ppt_y-.03"/>
                                          </p:val>
                                        </p:tav>
                                      </p:tavLst>
                                    </p:anim>
                                    <p:anim calcmode="lin" valueType="num">
                                      <p:cBhvr>
                                        <p:cTn id="45" dur="100" accel="100000" fill="hold">
                                          <p:stCondLst>
                                            <p:cond delay="900"/>
                                          </p:stCondLst>
                                        </p:cTn>
                                        <p:tgtEl>
                                          <p:spTgt spid="35"/>
                                        </p:tgtEl>
                                        <p:attrNameLst>
                                          <p:attrName>ppt_y</p:attrName>
                                        </p:attrNameLst>
                                      </p:cBhvr>
                                      <p:tavLst>
                                        <p:tav tm="0">
                                          <p:val>
                                            <p:strVal val="#ppt_y-.03"/>
                                          </p:val>
                                        </p:tav>
                                        <p:tav tm="100000">
                                          <p:val>
                                            <p:strVal val="#ppt_y"/>
                                          </p:val>
                                        </p:tav>
                                      </p:tavLst>
                                    </p:anim>
                                  </p:childTnLst>
                                </p:cTn>
                              </p:par>
                            </p:childTnLst>
                          </p:cTn>
                        </p:par>
                        <p:par>
                          <p:cTn id="46" fill="hold">
                            <p:stCondLst>
                              <p:cond delay="3500"/>
                            </p:stCondLst>
                            <p:childTnLst>
                              <p:par>
                                <p:cTn id="47" presetID="37" presetClass="entr" presetSubtype="0" fill="hold" grpId="0" nodeType="afterEffect">
                                  <p:stCondLst>
                                    <p:cond delay="0"/>
                                  </p:stCondLst>
                                  <p:childTnLst>
                                    <p:set>
                                      <p:cBhvr>
                                        <p:cTn id="48" dur="1" fill="hold">
                                          <p:stCondLst>
                                            <p:cond delay="0"/>
                                          </p:stCondLst>
                                        </p:cTn>
                                        <p:tgtEl>
                                          <p:spTgt spid="36"/>
                                        </p:tgtEl>
                                        <p:attrNameLst>
                                          <p:attrName>style.visibility</p:attrName>
                                        </p:attrNameLst>
                                      </p:cBhvr>
                                      <p:to>
                                        <p:strVal val="visible"/>
                                      </p:to>
                                    </p:set>
                                    <p:animEffect transition="in" filter="fade">
                                      <p:cBhvr>
                                        <p:cTn id="49" dur="1000"/>
                                        <p:tgtEl>
                                          <p:spTgt spid="36"/>
                                        </p:tgtEl>
                                      </p:cBhvr>
                                    </p:animEffect>
                                    <p:anim calcmode="lin" valueType="num">
                                      <p:cBhvr>
                                        <p:cTn id="50" dur="1000" fill="hold"/>
                                        <p:tgtEl>
                                          <p:spTgt spid="36"/>
                                        </p:tgtEl>
                                        <p:attrNameLst>
                                          <p:attrName>ppt_x</p:attrName>
                                        </p:attrNameLst>
                                      </p:cBhvr>
                                      <p:tavLst>
                                        <p:tav tm="0">
                                          <p:val>
                                            <p:strVal val="#ppt_x"/>
                                          </p:val>
                                        </p:tav>
                                        <p:tav tm="100000">
                                          <p:val>
                                            <p:strVal val="#ppt_x"/>
                                          </p:val>
                                        </p:tav>
                                      </p:tavLst>
                                    </p:anim>
                                    <p:anim calcmode="lin" valueType="num">
                                      <p:cBhvr>
                                        <p:cTn id="51" dur="900" decel="100000" fill="hold"/>
                                        <p:tgtEl>
                                          <p:spTgt spid="36"/>
                                        </p:tgtEl>
                                        <p:attrNameLst>
                                          <p:attrName>ppt_y</p:attrName>
                                        </p:attrNameLst>
                                      </p:cBhvr>
                                      <p:tavLst>
                                        <p:tav tm="0">
                                          <p:val>
                                            <p:strVal val="#ppt_y+1"/>
                                          </p:val>
                                        </p:tav>
                                        <p:tav tm="100000">
                                          <p:val>
                                            <p:strVal val="#ppt_y-.03"/>
                                          </p:val>
                                        </p:tav>
                                      </p:tavLst>
                                    </p:anim>
                                    <p:anim calcmode="lin" valueType="num">
                                      <p:cBhvr>
                                        <p:cTn id="52" dur="100" accel="100000" fill="hold">
                                          <p:stCondLst>
                                            <p:cond delay="900"/>
                                          </p:stCondLst>
                                        </p:cTn>
                                        <p:tgtEl>
                                          <p:spTgt spid="36"/>
                                        </p:tgtEl>
                                        <p:attrNameLst>
                                          <p:attrName>ppt_y</p:attrName>
                                        </p:attrNameLst>
                                      </p:cBhvr>
                                      <p:tavLst>
                                        <p:tav tm="0">
                                          <p:val>
                                            <p:strVal val="#ppt_y-.03"/>
                                          </p:val>
                                        </p:tav>
                                        <p:tav tm="100000">
                                          <p:val>
                                            <p:strVal val="#ppt_y"/>
                                          </p:val>
                                        </p:tav>
                                      </p:tavLst>
                                    </p:anim>
                                  </p:childTnLst>
                                </p:cTn>
                              </p:par>
                            </p:childTnLst>
                          </p:cTn>
                        </p:par>
                        <p:par>
                          <p:cTn id="53" fill="hold">
                            <p:stCondLst>
                              <p:cond delay="4500"/>
                            </p:stCondLst>
                            <p:childTnLst>
                              <p:par>
                                <p:cTn id="54" presetID="10" presetClass="entr" presetSubtype="0" fill="hold" nodeType="afterEffect">
                                  <p:stCondLst>
                                    <p:cond delay="0"/>
                                  </p:stCondLst>
                                  <p:childTnLst>
                                    <p:set>
                                      <p:cBhvr>
                                        <p:cTn id="55" dur="1" fill="hold">
                                          <p:stCondLst>
                                            <p:cond delay="0"/>
                                          </p:stCondLst>
                                        </p:cTn>
                                        <p:tgtEl>
                                          <p:spTgt spid="39"/>
                                        </p:tgtEl>
                                        <p:attrNameLst>
                                          <p:attrName>style.visibility</p:attrName>
                                        </p:attrNameLst>
                                      </p:cBhvr>
                                      <p:to>
                                        <p:strVal val="visible"/>
                                      </p:to>
                                    </p:set>
                                    <p:animEffect transition="in" filter="fade">
                                      <p:cBhvr>
                                        <p:cTn id="56" dur="5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35" grpId="0"/>
      <p:bldP spid="36" grpId="0"/>
      <p:bldP spid="37" grpId="0" animBg="1"/>
      <p:bldP spid="38"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4" name="直接连接符 23"/>
          <p:cNvCxnSpPr/>
          <p:nvPr/>
        </p:nvCxnSpPr>
        <p:spPr>
          <a:xfrm>
            <a:off x="515257" y="624114"/>
            <a:ext cx="8113486" cy="0"/>
          </a:xfrm>
          <a:prstGeom prst="line">
            <a:avLst/>
          </a:prstGeom>
          <a:ln w="12700">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25" name="椭圆 24"/>
          <p:cNvSpPr/>
          <p:nvPr/>
        </p:nvSpPr>
        <p:spPr>
          <a:xfrm>
            <a:off x="646880" y="242192"/>
            <a:ext cx="274777" cy="274777"/>
          </a:xfrm>
          <a:prstGeom prst="ellipse">
            <a:avLst/>
          </a:prstGeom>
          <a:solidFill>
            <a:srgbClr val="679E2A"/>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pitchFamily="34" charset="-122"/>
            </a:endParaRPr>
          </a:p>
        </p:txBody>
      </p:sp>
      <p:sp>
        <p:nvSpPr>
          <p:cNvPr id="26" name="TextBox 25"/>
          <p:cNvSpPr txBox="1"/>
          <p:nvPr/>
        </p:nvSpPr>
        <p:spPr>
          <a:xfrm>
            <a:off x="908957" y="206330"/>
            <a:ext cx="1364476" cy="400110"/>
          </a:xfrm>
          <a:prstGeom prst="rect">
            <a:avLst/>
          </a:prstGeom>
          <a:noFill/>
          <a:ln>
            <a:noFill/>
          </a:ln>
        </p:spPr>
        <p:txBody>
          <a:bodyPr wrap="none" rtlCol="0">
            <a:spAutoFit/>
          </a:bodyPr>
          <a:lstStyle/>
          <a:p>
            <a:r>
              <a:rPr lang="zh-CN" altLang="en-US" sz="2000" spc="300" dirty="0">
                <a:solidFill>
                  <a:schemeClr val="tx1">
                    <a:lumMod val="65000"/>
                    <a:lumOff val="35000"/>
                  </a:schemeClr>
                </a:solidFill>
                <a:latin typeface="微软雅黑" panose="020B0503020204020204" pitchFamily="34" charset="-122"/>
                <a:ea typeface="微软雅黑" panose="020B0503020204020204" pitchFamily="34" charset="-122"/>
              </a:rPr>
              <a:t>参考文献</a:t>
            </a:r>
            <a:endParaRPr lang="zh-CN" altLang="en-US" sz="2000" spc="3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27" name="TextBox 26"/>
          <p:cNvSpPr txBox="1"/>
          <p:nvPr/>
        </p:nvSpPr>
        <p:spPr>
          <a:xfrm>
            <a:off x="2390916" y="237108"/>
            <a:ext cx="1156599" cy="338554"/>
          </a:xfrm>
          <a:prstGeom prst="rect">
            <a:avLst/>
          </a:prstGeom>
          <a:noFill/>
        </p:spPr>
        <p:txBody>
          <a:bodyPr wrap="none" rtlCol="0">
            <a:spAutoFit/>
          </a:bodyPr>
          <a:lstStyle/>
          <a:p>
            <a:r>
              <a:rPr lang="en-US" altLang="zh-CN" sz="1600" dirty="0">
                <a:solidFill>
                  <a:schemeClr val="tx1">
                    <a:lumMod val="50000"/>
                    <a:lumOff val="50000"/>
                  </a:schemeClr>
                </a:solidFill>
                <a:latin typeface="微软雅黑" panose="020B0503020204020204" pitchFamily="34" charset="-122"/>
                <a:ea typeface="微软雅黑" panose="020B0503020204020204" pitchFamily="34" charset="-122"/>
              </a:rPr>
              <a:t>Reference</a:t>
            </a:r>
            <a:endParaRPr lang="en-US" altLang="zh-CN" sz="1600" dirty="0">
              <a:solidFill>
                <a:schemeClr val="tx1">
                  <a:lumMod val="50000"/>
                  <a:lumOff val="50000"/>
                </a:schemeClr>
              </a:solidFill>
              <a:latin typeface="微软雅黑" panose="020B0503020204020204" pitchFamily="34" charset="-122"/>
              <a:ea typeface="微软雅黑" panose="020B0503020204020204" pitchFamily="34" charset="-122"/>
            </a:endParaRPr>
          </a:p>
        </p:txBody>
      </p:sp>
      <p:cxnSp>
        <p:nvCxnSpPr>
          <p:cNvPr id="28" name="直接连接符 27"/>
          <p:cNvCxnSpPr/>
          <p:nvPr/>
        </p:nvCxnSpPr>
        <p:spPr>
          <a:xfrm>
            <a:off x="2332175" y="302089"/>
            <a:ext cx="0" cy="208592"/>
          </a:xfrm>
          <a:prstGeom prst="line">
            <a:avLst/>
          </a:prstGeom>
          <a:ln w="190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grpSp>
        <p:nvGrpSpPr>
          <p:cNvPr id="74" name="组合 73"/>
          <p:cNvGrpSpPr/>
          <p:nvPr/>
        </p:nvGrpSpPr>
        <p:grpSpPr>
          <a:xfrm>
            <a:off x="723874" y="1565803"/>
            <a:ext cx="2011893" cy="2011893"/>
            <a:chOff x="304800" y="673100"/>
            <a:chExt cx="4000500" cy="4000500"/>
          </a:xfrm>
          <a:effectLst>
            <a:outerShdw blurRad="444500" dist="254000" dir="8100000" algn="tr" rotWithShape="0">
              <a:prstClr val="black">
                <a:alpha val="50000"/>
              </a:prstClr>
            </a:outerShdw>
          </a:effectLst>
        </p:grpSpPr>
        <p:sp>
          <p:nvSpPr>
            <p:cNvPr id="76" name="同心圆 75"/>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77" name="椭圆 76"/>
            <p:cNvSpPr/>
            <p:nvPr/>
          </p:nvSpPr>
          <p:spPr>
            <a:xfrm>
              <a:off x="392112" y="760412"/>
              <a:ext cx="3825874" cy="3825874"/>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78" name="椭圆 77"/>
          <p:cNvSpPr/>
          <p:nvPr/>
        </p:nvSpPr>
        <p:spPr>
          <a:xfrm>
            <a:off x="907235" y="3447812"/>
            <a:ext cx="274777" cy="274777"/>
          </a:xfrm>
          <a:prstGeom prst="ellipse">
            <a:avLst/>
          </a:prstGeom>
          <a:solidFill>
            <a:srgbClr val="679E2A"/>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9" name="椭圆 78"/>
          <p:cNvSpPr/>
          <p:nvPr/>
        </p:nvSpPr>
        <p:spPr>
          <a:xfrm>
            <a:off x="1284995" y="3571714"/>
            <a:ext cx="137389" cy="137389"/>
          </a:xfrm>
          <a:prstGeom prst="ellipse">
            <a:avLst/>
          </a:prstGeom>
          <a:solidFill>
            <a:srgbClr val="679E2A"/>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0" name="椭圆 79"/>
          <p:cNvSpPr/>
          <p:nvPr/>
        </p:nvSpPr>
        <p:spPr>
          <a:xfrm>
            <a:off x="1458698" y="3377093"/>
            <a:ext cx="274777" cy="274777"/>
          </a:xfrm>
          <a:prstGeom prst="ellipse">
            <a:avLst/>
          </a:prstGeom>
          <a:solidFill>
            <a:srgbClr val="679E2A"/>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1" name="椭圆 80"/>
          <p:cNvSpPr/>
          <p:nvPr/>
        </p:nvSpPr>
        <p:spPr>
          <a:xfrm>
            <a:off x="2091459" y="3498702"/>
            <a:ext cx="137389" cy="137389"/>
          </a:xfrm>
          <a:prstGeom prst="ellipse">
            <a:avLst/>
          </a:prstGeom>
          <a:solidFill>
            <a:srgbClr val="679E2A"/>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2" name="椭圆 81"/>
          <p:cNvSpPr/>
          <p:nvPr/>
        </p:nvSpPr>
        <p:spPr>
          <a:xfrm>
            <a:off x="632458" y="3259008"/>
            <a:ext cx="274777" cy="274777"/>
          </a:xfrm>
          <a:prstGeom prst="ellipse">
            <a:avLst/>
          </a:prstGeom>
          <a:solidFill>
            <a:srgbClr val="679E2A"/>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3" name="椭圆 82"/>
          <p:cNvSpPr/>
          <p:nvPr/>
        </p:nvSpPr>
        <p:spPr>
          <a:xfrm>
            <a:off x="925207" y="3302300"/>
            <a:ext cx="137389" cy="137389"/>
          </a:xfrm>
          <a:prstGeom prst="ellipse">
            <a:avLst/>
          </a:prstGeom>
          <a:solidFill>
            <a:srgbClr val="679E2A"/>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4" name="椭圆 83"/>
          <p:cNvSpPr/>
          <p:nvPr/>
        </p:nvSpPr>
        <p:spPr>
          <a:xfrm>
            <a:off x="2462177" y="3433728"/>
            <a:ext cx="274777" cy="274777"/>
          </a:xfrm>
          <a:prstGeom prst="ellipse">
            <a:avLst/>
          </a:prstGeom>
          <a:solidFill>
            <a:srgbClr val="679E2A"/>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8" name="椭圆 97"/>
          <p:cNvSpPr/>
          <p:nvPr/>
        </p:nvSpPr>
        <p:spPr>
          <a:xfrm>
            <a:off x="2828060" y="3072585"/>
            <a:ext cx="167224" cy="167224"/>
          </a:xfrm>
          <a:prstGeom prst="ellipse">
            <a:avLst/>
          </a:prstGeom>
          <a:solidFill>
            <a:srgbClr val="679E2A"/>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9" name="椭圆 98"/>
          <p:cNvSpPr/>
          <p:nvPr/>
        </p:nvSpPr>
        <p:spPr>
          <a:xfrm>
            <a:off x="2623161" y="3190313"/>
            <a:ext cx="137389" cy="137389"/>
          </a:xfrm>
          <a:prstGeom prst="ellipse">
            <a:avLst/>
          </a:prstGeom>
          <a:solidFill>
            <a:srgbClr val="679E2A"/>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5" name="TextBox 104"/>
          <p:cNvSpPr txBox="1"/>
          <p:nvPr/>
        </p:nvSpPr>
        <p:spPr>
          <a:xfrm>
            <a:off x="1061368" y="2417860"/>
            <a:ext cx="1400809" cy="307777"/>
          </a:xfrm>
          <a:prstGeom prst="rect">
            <a:avLst/>
          </a:prstGeom>
          <a:noFill/>
        </p:spPr>
        <p:txBody>
          <a:bodyPr wrap="square" lIns="0" tIns="0" rIns="0" bIns="0" rtlCol="0">
            <a:spAutoFit/>
          </a:bodyPr>
          <a:lstStyle>
            <a:defPPr>
              <a:defRPr lang="zh-CN"/>
            </a:defPPr>
            <a:lvl1pPr algn="just">
              <a:lnSpc>
                <a:spcPts val="1300"/>
              </a:lnSpc>
              <a:defRPr sz="1000">
                <a:solidFill>
                  <a:schemeClr val="tx1">
                    <a:lumMod val="65000"/>
                    <a:lumOff val="35000"/>
                  </a:schemeClr>
                </a:solidFill>
                <a:latin typeface="微软雅黑" panose="020B0503020204020204" pitchFamily="34" charset="-122"/>
                <a:ea typeface="微软雅黑" panose="020B0503020204020204" pitchFamily="34" charset="-122"/>
              </a:defRPr>
            </a:lvl1pPr>
          </a:lstStyle>
          <a:p>
            <a:pPr algn="ctr">
              <a:lnSpc>
                <a:spcPct val="100000"/>
              </a:lnSpc>
            </a:pPr>
            <a:r>
              <a:rPr lang="zh-CN" altLang="en-US" sz="2000" b="1" dirty="0">
                <a:solidFill>
                  <a:schemeClr val="tx1">
                    <a:lumMod val="75000"/>
                    <a:lumOff val="25000"/>
                  </a:schemeClr>
                </a:solidFill>
              </a:rPr>
              <a:t>参考文献</a:t>
            </a:r>
            <a:endParaRPr lang="en-US" altLang="zh-CN" sz="2000" b="1" dirty="0">
              <a:solidFill>
                <a:schemeClr val="tx1">
                  <a:lumMod val="75000"/>
                  <a:lumOff val="25000"/>
                </a:schemeClr>
              </a:solidFill>
            </a:endParaRPr>
          </a:p>
        </p:txBody>
      </p:sp>
      <p:pic>
        <p:nvPicPr>
          <p:cNvPr id="39" name="图片 38" descr="图片包含 物体&#10;&#10;描述已自动生成"/>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94423" y="655329"/>
            <a:ext cx="388986" cy="1907371"/>
          </a:xfrm>
          <a:prstGeom prst="rect">
            <a:avLst/>
          </a:prstGeom>
        </p:spPr>
      </p:pic>
      <p:sp>
        <p:nvSpPr>
          <p:cNvPr id="2" name="文本框 1"/>
          <p:cNvSpPr txBox="1"/>
          <p:nvPr/>
        </p:nvSpPr>
        <p:spPr>
          <a:xfrm>
            <a:off x="3203575" y="810260"/>
            <a:ext cx="6019800" cy="4338320"/>
          </a:xfrm>
          <a:prstGeom prst="rect">
            <a:avLst/>
          </a:prstGeom>
          <a:noFill/>
        </p:spPr>
        <p:txBody>
          <a:bodyPr wrap="square" rtlCol="0">
            <a:spAutoFit/>
          </a:bodyPr>
          <a:p>
            <a:r>
              <a:rPr lang="en-US" altLang="zh-CN" sz="1200"/>
              <a:t>[1] Hardt D. Request for comments: number 6749 The OAuth 2.0 Authorization Framework [M/OL].RFC Editor, 2012. https://www.rfc-editor.org/info/rfc6749. DOI: 10.17487/RFC6749.</a:t>
            </a:r>
            <a:endParaRPr lang="en-US" altLang="zh-CN" sz="1200"/>
          </a:p>
          <a:p>
            <a:r>
              <a:rPr lang="en-US" altLang="zh-CN" sz="1200"/>
              <a:t>[2] Sakimura N, Bradley J, Jones M, et al. OpenID Connect Core 1.0 incorporating Errata Set 2 [EB/OL].2014. https://openid.net/specs/openid-connect-core-1_0.html.</a:t>
            </a:r>
            <a:endParaRPr lang="en-US" altLang="zh-CN" sz="1200"/>
          </a:p>
          <a:p>
            <a:r>
              <a:rPr lang="en-US" altLang="zh-CN" sz="1200"/>
              <a:t>[3] Hsu C, Lin J C C. Acceptance of blog usage: The roles of technology acceptance, social influence andknowledge sharing motivation [J]. Information &amp; Management, 2008, 45(1): 65-74.</a:t>
            </a:r>
            <a:endParaRPr lang="en-US" altLang="zh-CN" sz="1200"/>
          </a:p>
          <a:p>
            <a:r>
              <a:rPr lang="en-US" altLang="zh-CN" sz="1200"/>
              <a:t>[4] Bansal C, Bhargavan K, Maffeis S. Discovering concrete attacks on website authorization by formalanalysis [C/OL]//Proceedings of the 25th IEEE Computer Security Foundations Symposium (CSF).IEEE, 2012: 247-262. https://doi.org/10.1109/CSF.2012.27.</a:t>
            </a:r>
            <a:endParaRPr lang="en-US" altLang="zh-CN" sz="1200"/>
          </a:p>
          <a:p>
            <a:r>
              <a:rPr lang="en-US" altLang="zh-CN" sz="1200"/>
              <a:t>[5] Fett D, K</a:t>
            </a:r>
            <a:r>
              <a:rPr lang="en-US" altLang="en-US" sz="1200"/>
              <a:t>ü</a:t>
            </a:r>
            <a:r>
              <a:rPr lang="en-US" altLang="zh-CN" sz="1200"/>
              <a:t>sters R, Schmitz G. A comprehensive formal security analysis of oauth 2.0 [C/OL]//Proceedings of the 2016 ACM SIGSAC Conference on Computer and Communications Security (CCS).ACM, 2016: 1204-1215. https://doi.org/10.1145/2976749.2978385</a:t>
            </a:r>
            <a:endParaRPr lang="en-US" altLang="zh-CN" sz="1200"/>
          </a:p>
          <a:p>
            <a:r>
              <a:rPr lang="en-US" altLang="zh-CN" sz="1200"/>
              <a:t>6] Andrade R, Yoo S, Tello-Oquendo L, et al. A comprehensive study of the iot cybersecurity in smart cities [J/OL]. IEEE Access, 2020, 8: 228922-228941. </a:t>
            </a:r>
            <a:endParaRPr lang="en-US" altLang="zh-CN" sz="1200"/>
          </a:p>
          <a:p>
            <a:r>
              <a:rPr lang="en-US" altLang="zh-CN" sz="1200"/>
              <a:t>[7] Sucasas V, Mantas G, Althunibat S, et al. A privacy-enhanced oauth 2.0 based protocol for smart city mobile applications [J/OL]. Computers &amp; Security, 2018, 74: 258-274. https://doi.org/10.1016/j.cose. 2018.01.014.</a:t>
            </a:r>
            <a:endParaRPr lang="en-US" altLang="zh-CN" sz="1200"/>
          </a:p>
          <a:p>
            <a:r>
              <a:rPr lang="en-US" altLang="zh-CN" sz="1200"/>
              <a:t>[8] Fett D, K</a:t>
            </a:r>
            <a:r>
              <a:rPr lang="en-US" altLang="en-US" sz="1200"/>
              <a:t>ü</a:t>
            </a:r>
            <a:r>
              <a:rPr lang="en-US" altLang="zh-CN" sz="1200"/>
              <a:t>sters R, Schmitz G. The web sso standard openid connect: In-depth formal security analysis and security guidelines [C/OL]//Proceedings of the 30th IEEE Computer Security Foundations Symposium (CSF). IEEE, 2017: 189-202. https://doi.org/10.1109/CSF.2017.20.</a:t>
            </a:r>
            <a:endParaRPr lang="en-US" altLang="zh-CN" sz="1200"/>
          </a:p>
          <a:p>
            <a:endParaRPr lang="en-US" altLang="zh-CN" sz="1200"/>
          </a:p>
        </p:txBody>
      </p:sp>
    </p:spTree>
    <p:custDataLst>
      <p:tags r:id="rId2"/>
    </p:custDataLst>
  </p:cSld>
  <p:clrMapOvr>
    <a:masterClrMapping/>
  </p:clrMapOvr>
  <p:transition spd="slow" advClick="0" advTm="0">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wipe(left)">
                                      <p:cBhvr>
                                        <p:cTn id="7" dur="300"/>
                                        <p:tgtEl>
                                          <p:spTgt spid="24"/>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25"/>
                                        </p:tgtEl>
                                        <p:attrNameLst>
                                          <p:attrName>style.visibility</p:attrName>
                                        </p:attrNameLst>
                                      </p:cBhvr>
                                      <p:to>
                                        <p:strVal val="visible"/>
                                      </p:to>
                                    </p:set>
                                    <p:animEffect transition="in" filter="wipe(down)">
                                      <p:cBhvr>
                                        <p:cTn id="11" dur="300"/>
                                        <p:tgtEl>
                                          <p:spTgt spid="25"/>
                                        </p:tgtEl>
                                      </p:cBhvr>
                                    </p:animEffect>
                                  </p:childTnLst>
                                </p:cTn>
                              </p:par>
                            </p:childTnLst>
                          </p:cTn>
                        </p:par>
                        <p:par>
                          <p:cTn id="12" fill="hold">
                            <p:stCondLst>
                              <p:cond delay="1000"/>
                            </p:stCondLst>
                            <p:childTnLst>
                              <p:par>
                                <p:cTn id="13" presetID="12" presetClass="entr" presetSubtype="8" fill="hold" grpId="0" nodeType="afterEffect">
                                  <p:stCondLst>
                                    <p:cond delay="0"/>
                                  </p:stCondLst>
                                  <p:childTnLst>
                                    <p:set>
                                      <p:cBhvr>
                                        <p:cTn id="14" dur="1" fill="hold">
                                          <p:stCondLst>
                                            <p:cond delay="0"/>
                                          </p:stCondLst>
                                        </p:cTn>
                                        <p:tgtEl>
                                          <p:spTgt spid="26"/>
                                        </p:tgtEl>
                                        <p:attrNameLst>
                                          <p:attrName>style.visibility</p:attrName>
                                        </p:attrNameLst>
                                      </p:cBhvr>
                                      <p:to>
                                        <p:strVal val="visible"/>
                                      </p:to>
                                    </p:set>
                                    <p:anim calcmode="lin" valueType="num">
                                      <p:cBhvr additive="base">
                                        <p:cTn id="15" dur="500"/>
                                        <p:tgtEl>
                                          <p:spTgt spid="26"/>
                                        </p:tgtEl>
                                        <p:attrNameLst>
                                          <p:attrName>ppt_x</p:attrName>
                                        </p:attrNameLst>
                                      </p:cBhvr>
                                      <p:tavLst>
                                        <p:tav tm="0">
                                          <p:val>
                                            <p:strVal val="#ppt_x-#ppt_w*1.125000"/>
                                          </p:val>
                                        </p:tav>
                                        <p:tav tm="100000">
                                          <p:val>
                                            <p:strVal val="#ppt_x"/>
                                          </p:val>
                                        </p:tav>
                                      </p:tavLst>
                                    </p:anim>
                                    <p:animEffect transition="in" filter="wipe(right)">
                                      <p:cBhvr>
                                        <p:cTn id="16" dur="500"/>
                                        <p:tgtEl>
                                          <p:spTgt spid="26"/>
                                        </p:tgtEl>
                                      </p:cBhvr>
                                    </p:animEffect>
                                  </p:childTnLst>
                                </p:cTn>
                              </p:par>
                              <p:par>
                                <p:cTn id="17" presetID="12" presetClass="entr" presetSubtype="8" fill="hold" nodeType="withEffect">
                                  <p:stCondLst>
                                    <p:cond delay="0"/>
                                  </p:stCondLst>
                                  <p:childTnLst>
                                    <p:set>
                                      <p:cBhvr>
                                        <p:cTn id="18" dur="1" fill="hold">
                                          <p:stCondLst>
                                            <p:cond delay="0"/>
                                          </p:stCondLst>
                                        </p:cTn>
                                        <p:tgtEl>
                                          <p:spTgt spid="28"/>
                                        </p:tgtEl>
                                        <p:attrNameLst>
                                          <p:attrName>style.visibility</p:attrName>
                                        </p:attrNameLst>
                                      </p:cBhvr>
                                      <p:to>
                                        <p:strVal val="visible"/>
                                      </p:to>
                                    </p:set>
                                    <p:anim calcmode="lin" valueType="num">
                                      <p:cBhvr additive="base">
                                        <p:cTn id="19" dur="500"/>
                                        <p:tgtEl>
                                          <p:spTgt spid="28"/>
                                        </p:tgtEl>
                                        <p:attrNameLst>
                                          <p:attrName>ppt_x</p:attrName>
                                        </p:attrNameLst>
                                      </p:cBhvr>
                                      <p:tavLst>
                                        <p:tav tm="0">
                                          <p:val>
                                            <p:strVal val="#ppt_x-#ppt_w*1.125000"/>
                                          </p:val>
                                        </p:tav>
                                        <p:tav tm="100000">
                                          <p:val>
                                            <p:strVal val="#ppt_x"/>
                                          </p:val>
                                        </p:tav>
                                      </p:tavLst>
                                    </p:anim>
                                    <p:animEffect transition="in" filter="wipe(right)">
                                      <p:cBhvr>
                                        <p:cTn id="20" dur="500"/>
                                        <p:tgtEl>
                                          <p:spTgt spid="28"/>
                                        </p:tgtEl>
                                      </p:cBhvr>
                                    </p:animEffect>
                                  </p:childTnLst>
                                </p:cTn>
                              </p:par>
                              <p:par>
                                <p:cTn id="21" presetID="12" presetClass="entr" presetSubtype="8" fill="hold" grpId="0" nodeType="withEffect">
                                  <p:stCondLst>
                                    <p:cond delay="0"/>
                                  </p:stCondLst>
                                  <p:childTnLst>
                                    <p:set>
                                      <p:cBhvr>
                                        <p:cTn id="22" dur="1" fill="hold">
                                          <p:stCondLst>
                                            <p:cond delay="0"/>
                                          </p:stCondLst>
                                        </p:cTn>
                                        <p:tgtEl>
                                          <p:spTgt spid="27"/>
                                        </p:tgtEl>
                                        <p:attrNameLst>
                                          <p:attrName>style.visibility</p:attrName>
                                        </p:attrNameLst>
                                      </p:cBhvr>
                                      <p:to>
                                        <p:strVal val="visible"/>
                                      </p:to>
                                    </p:set>
                                    <p:anim calcmode="lin" valueType="num">
                                      <p:cBhvr additive="base">
                                        <p:cTn id="23" dur="500"/>
                                        <p:tgtEl>
                                          <p:spTgt spid="27"/>
                                        </p:tgtEl>
                                        <p:attrNameLst>
                                          <p:attrName>ppt_x</p:attrName>
                                        </p:attrNameLst>
                                      </p:cBhvr>
                                      <p:tavLst>
                                        <p:tav tm="0">
                                          <p:val>
                                            <p:strVal val="#ppt_x-#ppt_w*1.125000"/>
                                          </p:val>
                                        </p:tav>
                                        <p:tav tm="100000">
                                          <p:val>
                                            <p:strVal val="#ppt_x"/>
                                          </p:val>
                                        </p:tav>
                                      </p:tavLst>
                                    </p:anim>
                                    <p:animEffect transition="in" filter="wipe(right)">
                                      <p:cBhvr>
                                        <p:cTn id="24" dur="500"/>
                                        <p:tgtEl>
                                          <p:spTgt spid="27"/>
                                        </p:tgtEl>
                                      </p:cBhvr>
                                    </p:animEffect>
                                  </p:childTnLst>
                                </p:cTn>
                              </p:par>
                            </p:childTnLst>
                          </p:cTn>
                        </p:par>
                        <p:par>
                          <p:cTn id="25" fill="hold">
                            <p:stCondLst>
                              <p:cond delay="1500"/>
                            </p:stCondLst>
                            <p:childTnLst>
                              <p:par>
                                <p:cTn id="26" presetID="42" presetClass="entr" presetSubtype="0" fill="hold" nodeType="afterEffect">
                                  <p:stCondLst>
                                    <p:cond delay="0"/>
                                  </p:stCondLst>
                                  <p:childTnLst>
                                    <p:set>
                                      <p:cBhvr>
                                        <p:cTn id="27" dur="1" fill="hold">
                                          <p:stCondLst>
                                            <p:cond delay="0"/>
                                          </p:stCondLst>
                                        </p:cTn>
                                        <p:tgtEl>
                                          <p:spTgt spid="74"/>
                                        </p:tgtEl>
                                        <p:attrNameLst>
                                          <p:attrName>style.visibility</p:attrName>
                                        </p:attrNameLst>
                                      </p:cBhvr>
                                      <p:to>
                                        <p:strVal val="visible"/>
                                      </p:to>
                                    </p:set>
                                    <p:animEffect transition="in" filter="fade">
                                      <p:cBhvr>
                                        <p:cTn id="28" dur="1500"/>
                                        <p:tgtEl>
                                          <p:spTgt spid="74"/>
                                        </p:tgtEl>
                                      </p:cBhvr>
                                    </p:animEffect>
                                    <p:anim calcmode="lin" valueType="num">
                                      <p:cBhvr>
                                        <p:cTn id="29" dur="1500" fill="hold"/>
                                        <p:tgtEl>
                                          <p:spTgt spid="74"/>
                                        </p:tgtEl>
                                        <p:attrNameLst>
                                          <p:attrName>ppt_x</p:attrName>
                                        </p:attrNameLst>
                                      </p:cBhvr>
                                      <p:tavLst>
                                        <p:tav tm="0">
                                          <p:val>
                                            <p:strVal val="#ppt_x"/>
                                          </p:val>
                                        </p:tav>
                                        <p:tav tm="100000">
                                          <p:val>
                                            <p:strVal val="#ppt_x"/>
                                          </p:val>
                                        </p:tav>
                                      </p:tavLst>
                                    </p:anim>
                                    <p:anim calcmode="lin" valueType="num">
                                      <p:cBhvr>
                                        <p:cTn id="30" dur="1500" fill="hold"/>
                                        <p:tgtEl>
                                          <p:spTgt spid="74"/>
                                        </p:tgtEl>
                                        <p:attrNameLst>
                                          <p:attrName>ppt_y</p:attrName>
                                        </p:attrNameLst>
                                      </p:cBhvr>
                                      <p:tavLst>
                                        <p:tav tm="0">
                                          <p:val>
                                            <p:strVal val="#ppt_y+.1"/>
                                          </p:val>
                                        </p:tav>
                                        <p:tav tm="100000">
                                          <p:val>
                                            <p:strVal val="#ppt_y"/>
                                          </p:val>
                                        </p:tav>
                                      </p:tavLst>
                                    </p:anim>
                                  </p:childTnLst>
                                </p:cTn>
                              </p:par>
                              <p:par>
                                <p:cTn id="31" presetID="53" presetClass="entr" presetSubtype="16" fill="hold" grpId="0" nodeType="withEffect">
                                  <p:stCondLst>
                                    <p:cond delay="400"/>
                                  </p:stCondLst>
                                  <p:childTnLst>
                                    <p:set>
                                      <p:cBhvr>
                                        <p:cTn id="32" dur="1" fill="hold">
                                          <p:stCondLst>
                                            <p:cond delay="0"/>
                                          </p:stCondLst>
                                        </p:cTn>
                                        <p:tgtEl>
                                          <p:spTgt spid="78"/>
                                        </p:tgtEl>
                                        <p:attrNameLst>
                                          <p:attrName>style.visibility</p:attrName>
                                        </p:attrNameLst>
                                      </p:cBhvr>
                                      <p:to>
                                        <p:strVal val="visible"/>
                                      </p:to>
                                    </p:set>
                                    <p:anim calcmode="lin" valueType="num">
                                      <p:cBhvr>
                                        <p:cTn id="33" dur="500" fill="hold"/>
                                        <p:tgtEl>
                                          <p:spTgt spid="78"/>
                                        </p:tgtEl>
                                        <p:attrNameLst>
                                          <p:attrName>ppt_w</p:attrName>
                                        </p:attrNameLst>
                                      </p:cBhvr>
                                      <p:tavLst>
                                        <p:tav tm="0">
                                          <p:val>
                                            <p:fltVal val="0"/>
                                          </p:val>
                                        </p:tav>
                                        <p:tav tm="100000">
                                          <p:val>
                                            <p:strVal val="#ppt_w"/>
                                          </p:val>
                                        </p:tav>
                                      </p:tavLst>
                                    </p:anim>
                                    <p:anim calcmode="lin" valueType="num">
                                      <p:cBhvr>
                                        <p:cTn id="34" dur="500" fill="hold"/>
                                        <p:tgtEl>
                                          <p:spTgt spid="78"/>
                                        </p:tgtEl>
                                        <p:attrNameLst>
                                          <p:attrName>ppt_h</p:attrName>
                                        </p:attrNameLst>
                                      </p:cBhvr>
                                      <p:tavLst>
                                        <p:tav tm="0">
                                          <p:val>
                                            <p:fltVal val="0"/>
                                          </p:val>
                                        </p:tav>
                                        <p:tav tm="100000">
                                          <p:val>
                                            <p:strVal val="#ppt_h"/>
                                          </p:val>
                                        </p:tav>
                                      </p:tavLst>
                                    </p:anim>
                                    <p:animEffect transition="in" filter="fade">
                                      <p:cBhvr>
                                        <p:cTn id="35" dur="500"/>
                                        <p:tgtEl>
                                          <p:spTgt spid="78"/>
                                        </p:tgtEl>
                                      </p:cBhvr>
                                    </p:animEffect>
                                  </p:childTnLst>
                                </p:cTn>
                              </p:par>
                              <p:par>
                                <p:cTn id="36" presetID="53" presetClass="entr" presetSubtype="16" fill="hold" grpId="0" nodeType="withEffect">
                                  <p:stCondLst>
                                    <p:cond delay="200"/>
                                  </p:stCondLst>
                                  <p:childTnLst>
                                    <p:set>
                                      <p:cBhvr>
                                        <p:cTn id="37" dur="1" fill="hold">
                                          <p:stCondLst>
                                            <p:cond delay="0"/>
                                          </p:stCondLst>
                                        </p:cTn>
                                        <p:tgtEl>
                                          <p:spTgt spid="79"/>
                                        </p:tgtEl>
                                        <p:attrNameLst>
                                          <p:attrName>style.visibility</p:attrName>
                                        </p:attrNameLst>
                                      </p:cBhvr>
                                      <p:to>
                                        <p:strVal val="visible"/>
                                      </p:to>
                                    </p:set>
                                    <p:anim calcmode="lin" valueType="num">
                                      <p:cBhvr>
                                        <p:cTn id="38" dur="500" fill="hold"/>
                                        <p:tgtEl>
                                          <p:spTgt spid="79"/>
                                        </p:tgtEl>
                                        <p:attrNameLst>
                                          <p:attrName>ppt_w</p:attrName>
                                        </p:attrNameLst>
                                      </p:cBhvr>
                                      <p:tavLst>
                                        <p:tav tm="0">
                                          <p:val>
                                            <p:fltVal val="0"/>
                                          </p:val>
                                        </p:tav>
                                        <p:tav tm="100000">
                                          <p:val>
                                            <p:strVal val="#ppt_w"/>
                                          </p:val>
                                        </p:tav>
                                      </p:tavLst>
                                    </p:anim>
                                    <p:anim calcmode="lin" valueType="num">
                                      <p:cBhvr>
                                        <p:cTn id="39" dur="500" fill="hold"/>
                                        <p:tgtEl>
                                          <p:spTgt spid="79"/>
                                        </p:tgtEl>
                                        <p:attrNameLst>
                                          <p:attrName>ppt_h</p:attrName>
                                        </p:attrNameLst>
                                      </p:cBhvr>
                                      <p:tavLst>
                                        <p:tav tm="0">
                                          <p:val>
                                            <p:fltVal val="0"/>
                                          </p:val>
                                        </p:tav>
                                        <p:tav tm="100000">
                                          <p:val>
                                            <p:strVal val="#ppt_h"/>
                                          </p:val>
                                        </p:tav>
                                      </p:tavLst>
                                    </p:anim>
                                    <p:animEffect transition="in" filter="fade">
                                      <p:cBhvr>
                                        <p:cTn id="40" dur="500"/>
                                        <p:tgtEl>
                                          <p:spTgt spid="79"/>
                                        </p:tgtEl>
                                      </p:cBhvr>
                                    </p:animEffect>
                                  </p:childTnLst>
                                </p:cTn>
                              </p:par>
                              <p:par>
                                <p:cTn id="41" presetID="53" presetClass="entr" presetSubtype="16" fill="hold" grpId="0" nodeType="withEffect">
                                  <p:stCondLst>
                                    <p:cond delay="400"/>
                                  </p:stCondLst>
                                  <p:childTnLst>
                                    <p:set>
                                      <p:cBhvr>
                                        <p:cTn id="42" dur="1" fill="hold">
                                          <p:stCondLst>
                                            <p:cond delay="0"/>
                                          </p:stCondLst>
                                        </p:cTn>
                                        <p:tgtEl>
                                          <p:spTgt spid="80"/>
                                        </p:tgtEl>
                                        <p:attrNameLst>
                                          <p:attrName>style.visibility</p:attrName>
                                        </p:attrNameLst>
                                      </p:cBhvr>
                                      <p:to>
                                        <p:strVal val="visible"/>
                                      </p:to>
                                    </p:set>
                                    <p:anim calcmode="lin" valueType="num">
                                      <p:cBhvr>
                                        <p:cTn id="43" dur="500" fill="hold"/>
                                        <p:tgtEl>
                                          <p:spTgt spid="80"/>
                                        </p:tgtEl>
                                        <p:attrNameLst>
                                          <p:attrName>ppt_w</p:attrName>
                                        </p:attrNameLst>
                                      </p:cBhvr>
                                      <p:tavLst>
                                        <p:tav tm="0">
                                          <p:val>
                                            <p:fltVal val="0"/>
                                          </p:val>
                                        </p:tav>
                                        <p:tav tm="100000">
                                          <p:val>
                                            <p:strVal val="#ppt_w"/>
                                          </p:val>
                                        </p:tav>
                                      </p:tavLst>
                                    </p:anim>
                                    <p:anim calcmode="lin" valueType="num">
                                      <p:cBhvr>
                                        <p:cTn id="44" dur="500" fill="hold"/>
                                        <p:tgtEl>
                                          <p:spTgt spid="80"/>
                                        </p:tgtEl>
                                        <p:attrNameLst>
                                          <p:attrName>ppt_h</p:attrName>
                                        </p:attrNameLst>
                                      </p:cBhvr>
                                      <p:tavLst>
                                        <p:tav tm="0">
                                          <p:val>
                                            <p:fltVal val="0"/>
                                          </p:val>
                                        </p:tav>
                                        <p:tav tm="100000">
                                          <p:val>
                                            <p:strVal val="#ppt_h"/>
                                          </p:val>
                                        </p:tav>
                                      </p:tavLst>
                                    </p:anim>
                                    <p:animEffect transition="in" filter="fade">
                                      <p:cBhvr>
                                        <p:cTn id="45" dur="500"/>
                                        <p:tgtEl>
                                          <p:spTgt spid="80"/>
                                        </p:tgtEl>
                                      </p:cBhvr>
                                    </p:animEffect>
                                  </p:childTnLst>
                                </p:cTn>
                              </p:par>
                              <p:par>
                                <p:cTn id="46" presetID="53" presetClass="entr" presetSubtype="16" fill="hold" grpId="0" nodeType="withEffect">
                                  <p:stCondLst>
                                    <p:cond delay="0"/>
                                  </p:stCondLst>
                                  <p:childTnLst>
                                    <p:set>
                                      <p:cBhvr>
                                        <p:cTn id="47" dur="1" fill="hold">
                                          <p:stCondLst>
                                            <p:cond delay="0"/>
                                          </p:stCondLst>
                                        </p:cTn>
                                        <p:tgtEl>
                                          <p:spTgt spid="81"/>
                                        </p:tgtEl>
                                        <p:attrNameLst>
                                          <p:attrName>style.visibility</p:attrName>
                                        </p:attrNameLst>
                                      </p:cBhvr>
                                      <p:to>
                                        <p:strVal val="visible"/>
                                      </p:to>
                                    </p:set>
                                    <p:anim calcmode="lin" valueType="num">
                                      <p:cBhvr>
                                        <p:cTn id="48" dur="500" fill="hold"/>
                                        <p:tgtEl>
                                          <p:spTgt spid="81"/>
                                        </p:tgtEl>
                                        <p:attrNameLst>
                                          <p:attrName>ppt_w</p:attrName>
                                        </p:attrNameLst>
                                      </p:cBhvr>
                                      <p:tavLst>
                                        <p:tav tm="0">
                                          <p:val>
                                            <p:fltVal val="0"/>
                                          </p:val>
                                        </p:tav>
                                        <p:tav tm="100000">
                                          <p:val>
                                            <p:strVal val="#ppt_w"/>
                                          </p:val>
                                        </p:tav>
                                      </p:tavLst>
                                    </p:anim>
                                    <p:anim calcmode="lin" valueType="num">
                                      <p:cBhvr>
                                        <p:cTn id="49" dur="500" fill="hold"/>
                                        <p:tgtEl>
                                          <p:spTgt spid="81"/>
                                        </p:tgtEl>
                                        <p:attrNameLst>
                                          <p:attrName>ppt_h</p:attrName>
                                        </p:attrNameLst>
                                      </p:cBhvr>
                                      <p:tavLst>
                                        <p:tav tm="0">
                                          <p:val>
                                            <p:fltVal val="0"/>
                                          </p:val>
                                        </p:tav>
                                        <p:tav tm="100000">
                                          <p:val>
                                            <p:strVal val="#ppt_h"/>
                                          </p:val>
                                        </p:tav>
                                      </p:tavLst>
                                    </p:anim>
                                    <p:animEffect transition="in" filter="fade">
                                      <p:cBhvr>
                                        <p:cTn id="50" dur="500"/>
                                        <p:tgtEl>
                                          <p:spTgt spid="81"/>
                                        </p:tgtEl>
                                      </p:cBhvr>
                                    </p:animEffect>
                                  </p:childTnLst>
                                </p:cTn>
                              </p:par>
                              <p:par>
                                <p:cTn id="51" presetID="53" presetClass="entr" presetSubtype="16" fill="hold" grpId="0" nodeType="withEffect">
                                  <p:stCondLst>
                                    <p:cond delay="400"/>
                                  </p:stCondLst>
                                  <p:childTnLst>
                                    <p:set>
                                      <p:cBhvr>
                                        <p:cTn id="52" dur="1" fill="hold">
                                          <p:stCondLst>
                                            <p:cond delay="0"/>
                                          </p:stCondLst>
                                        </p:cTn>
                                        <p:tgtEl>
                                          <p:spTgt spid="82"/>
                                        </p:tgtEl>
                                        <p:attrNameLst>
                                          <p:attrName>style.visibility</p:attrName>
                                        </p:attrNameLst>
                                      </p:cBhvr>
                                      <p:to>
                                        <p:strVal val="visible"/>
                                      </p:to>
                                    </p:set>
                                    <p:anim calcmode="lin" valueType="num">
                                      <p:cBhvr>
                                        <p:cTn id="53" dur="500" fill="hold"/>
                                        <p:tgtEl>
                                          <p:spTgt spid="82"/>
                                        </p:tgtEl>
                                        <p:attrNameLst>
                                          <p:attrName>ppt_w</p:attrName>
                                        </p:attrNameLst>
                                      </p:cBhvr>
                                      <p:tavLst>
                                        <p:tav tm="0">
                                          <p:val>
                                            <p:fltVal val="0"/>
                                          </p:val>
                                        </p:tav>
                                        <p:tav tm="100000">
                                          <p:val>
                                            <p:strVal val="#ppt_w"/>
                                          </p:val>
                                        </p:tav>
                                      </p:tavLst>
                                    </p:anim>
                                    <p:anim calcmode="lin" valueType="num">
                                      <p:cBhvr>
                                        <p:cTn id="54" dur="500" fill="hold"/>
                                        <p:tgtEl>
                                          <p:spTgt spid="82"/>
                                        </p:tgtEl>
                                        <p:attrNameLst>
                                          <p:attrName>ppt_h</p:attrName>
                                        </p:attrNameLst>
                                      </p:cBhvr>
                                      <p:tavLst>
                                        <p:tav tm="0">
                                          <p:val>
                                            <p:fltVal val="0"/>
                                          </p:val>
                                        </p:tav>
                                        <p:tav tm="100000">
                                          <p:val>
                                            <p:strVal val="#ppt_h"/>
                                          </p:val>
                                        </p:tav>
                                      </p:tavLst>
                                    </p:anim>
                                    <p:animEffect transition="in" filter="fade">
                                      <p:cBhvr>
                                        <p:cTn id="55" dur="500"/>
                                        <p:tgtEl>
                                          <p:spTgt spid="82"/>
                                        </p:tgtEl>
                                      </p:cBhvr>
                                    </p:animEffect>
                                  </p:childTnLst>
                                </p:cTn>
                              </p:par>
                              <p:par>
                                <p:cTn id="56" presetID="53" presetClass="entr" presetSubtype="16" fill="hold" grpId="0" nodeType="withEffect">
                                  <p:stCondLst>
                                    <p:cond delay="200"/>
                                  </p:stCondLst>
                                  <p:childTnLst>
                                    <p:set>
                                      <p:cBhvr>
                                        <p:cTn id="57" dur="1" fill="hold">
                                          <p:stCondLst>
                                            <p:cond delay="0"/>
                                          </p:stCondLst>
                                        </p:cTn>
                                        <p:tgtEl>
                                          <p:spTgt spid="83"/>
                                        </p:tgtEl>
                                        <p:attrNameLst>
                                          <p:attrName>style.visibility</p:attrName>
                                        </p:attrNameLst>
                                      </p:cBhvr>
                                      <p:to>
                                        <p:strVal val="visible"/>
                                      </p:to>
                                    </p:set>
                                    <p:anim calcmode="lin" valueType="num">
                                      <p:cBhvr>
                                        <p:cTn id="58" dur="500" fill="hold"/>
                                        <p:tgtEl>
                                          <p:spTgt spid="83"/>
                                        </p:tgtEl>
                                        <p:attrNameLst>
                                          <p:attrName>ppt_w</p:attrName>
                                        </p:attrNameLst>
                                      </p:cBhvr>
                                      <p:tavLst>
                                        <p:tav tm="0">
                                          <p:val>
                                            <p:fltVal val="0"/>
                                          </p:val>
                                        </p:tav>
                                        <p:tav tm="100000">
                                          <p:val>
                                            <p:strVal val="#ppt_w"/>
                                          </p:val>
                                        </p:tav>
                                      </p:tavLst>
                                    </p:anim>
                                    <p:anim calcmode="lin" valueType="num">
                                      <p:cBhvr>
                                        <p:cTn id="59" dur="500" fill="hold"/>
                                        <p:tgtEl>
                                          <p:spTgt spid="83"/>
                                        </p:tgtEl>
                                        <p:attrNameLst>
                                          <p:attrName>ppt_h</p:attrName>
                                        </p:attrNameLst>
                                      </p:cBhvr>
                                      <p:tavLst>
                                        <p:tav tm="0">
                                          <p:val>
                                            <p:fltVal val="0"/>
                                          </p:val>
                                        </p:tav>
                                        <p:tav tm="100000">
                                          <p:val>
                                            <p:strVal val="#ppt_h"/>
                                          </p:val>
                                        </p:tav>
                                      </p:tavLst>
                                    </p:anim>
                                    <p:animEffect transition="in" filter="fade">
                                      <p:cBhvr>
                                        <p:cTn id="60" dur="500"/>
                                        <p:tgtEl>
                                          <p:spTgt spid="83"/>
                                        </p:tgtEl>
                                      </p:cBhvr>
                                    </p:animEffect>
                                  </p:childTnLst>
                                </p:cTn>
                              </p:par>
                              <p:par>
                                <p:cTn id="61" presetID="53" presetClass="entr" presetSubtype="16" fill="hold" grpId="0" nodeType="withEffect">
                                  <p:stCondLst>
                                    <p:cond delay="200"/>
                                  </p:stCondLst>
                                  <p:childTnLst>
                                    <p:set>
                                      <p:cBhvr>
                                        <p:cTn id="62" dur="1" fill="hold">
                                          <p:stCondLst>
                                            <p:cond delay="0"/>
                                          </p:stCondLst>
                                        </p:cTn>
                                        <p:tgtEl>
                                          <p:spTgt spid="84"/>
                                        </p:tgtEl>
                                        <p:attrNameLst>
                                          <p:attrName>style.visibility</p:attrName>
                                        </p:attrNameLst>
                                      </p:cBhvr>
                                      <p:to>
                                        <p:strVal val="visible"/>
                                      </p:to>
                                    </p:set>
                                    <p:anim calcmode="lin" valueType="num">
                                      <p:cBhvr>
                                        <p:cTn id="63" dur="500" fill="hold"/>
                                        <p:tgtEl>
                                          <p:spTgt spid="84"/>
                                        </p:tgtEl>
                                        <p:attrNameLst>
                                          <p:attrName>ppt_w</p:attrName>
                                        </p:attrNameLst>
                                      </p:cBhvr>
                                      <p:tavLst>
                                        <p:tav tm="0">
                                          <p:val>
                                            <p:fltVal val="0"/>
                                          </p:val>
                                        </p:tav>
                                        <p:tav tm="100000">
                                          <p:val>
                                            <p:strVal val="#ppt_w"/>
                                          </p:val>
                                        </p:tav>
                                      </p:tavLst>
                                    </p:anim>
                                    <p:anim calcmode="lin" valueType="num">
                                      <p:cBhvr>
                                        <p:cTn id="64" dur="500" fill="hold"/>
                                        <p:tgtEl>
                                          <p:spTgt spid="84"/>
                                        </p:tgtEl>
                                        <p:attrNameLst>
                                          <p:attrName>ppt_h</p:attrName>
                                        </p:attrNameLst>
                                      </p:cBhvr>
                                      <p:tavLst>
                                        <p:tav tm="0">
                                          <p:val>
                                            <p:fltVal val="0"/>
                                          </p:val>
                                        </p:tav>
                                        <p:tav tm="100000">
                                          <p:val>
                                            <p:strVal val="#ppt_h"/>
                                          </p:val>
                                        </p:tav>
                                      </p:tavLst>
                                    </p:anim>
                                    <p:animEffect transition="in" filter="fade">
                                      <p:cBhvr>
                                        <p:cTn id="65" dur="500"/>
                                        <p:tgtEl>
                                          <p:spTgt spid="84"/>
                                        </p:tgtEl>
                                      </p:cBhvr>
                                    </p:animEffect>
                                  </p:childTnLst>
                                </p:cTn>
                              </p:par>
                            </p:childTnLst>
                          </p:cTn>
                        </p:par>
                        <p:par>
                          <p:cTn id="66" fill="hold">
                            <p:stCondLst>
                              <p:cond delay="3000"/>
                            </p:stCondLst>
                            <p:childTnLst>
                              <p:par>
                                <p:cTn id="67" presetID="53" presetClass="entr" presetSubtype="16" fill="hold" grpId="0" nodeType="afterEffect">
                                  <p:stCondLst>
                                    <p:cond delay="0"/>
                                  </p:stCondLst>
                                  <p:childTnLst>
                                    <p:set>
                                      <p:cBhvr>
                                        <p:cTn id="68" dur="1" fill="hold">
                                          <p:stCondLst>
                                            <p:cond delay="0"/>
                                          </p:stCondLst>
                                        </p:cTn>
                                        <p:tgtEl>
                                          <p:spTgt spid="105"/>
                                        </p:tgtEl>
                                        <p:attrNameLst>
                                          <p:attrName>style.visibility</p:attrName>
                                        </p:attrNameLst>
                                      </p:cBhvr>
                                      <p:to>
                                        <p:strVal val="visible"/>
                                      </p:to>
                                    </p:set>
                                    <p:anim calcmode="lin" valueType="num">
                                      <p:cBhvr>
                                        <p:cTn id="69" dur="500" fill="hold"/>
                                        <p:tgtEl>
                                          <p:spTgt spid="105"/>
                                        </p:tgtEl>
                                        <p:attrNameLst>
                                          <p:attrName>ppt_w</p:attrName>
                                        </p:attrNameLst>
                                      </p:cBhvr>
                                      <p:tavLst>
                                        <p:tav tm="0">
                                          <p:val>
                                            <p:fltVal val="0"/>
                                          </p:val>
                                        </p:tav>
                                        <p:tav tm="100000">
                                          <p:val>
                                            <p:strVal val="#ppt_w"/>
                                          </p:val>
                                        </p:tav>
                                      </p:tavLst>
                                    </p:anim>
                                    <p:anim calcmode="lin" valueType="num">
                                      <p:cBhvr>
                                        <p:cTn id="70" dur="500" fill="hold"/>
                                        <p:tgtEl>
                                          <p:spTgt spid="105"/>
                                        </p:tgtEl>
                                        <p:attrNameLst>
                                          <p:attrName>ppt_h</p:attrName>
                                        </p:attrNameLst>
                                      </p:cBhvr>
                                      <p:tavLst>
                                        <p:tav tm="0">
                                          <p:val>
                                            <p:fltVal val="0"/>
                                          </p:val>
                                        </p:tav>
                                        <p:tav tm="100000">
                                          <p:val>
                                            <p:strVal val="#ppt_h"/>
                                          </p:val>
                                        </p:tav>
                                      </p:tavLst>
                                    </p:anim>
                                    <p:animEffect transition="in" filter="fade">
                                      <p:cBhvr>
                                        <p:cTn id="71" dur="500"/>
                                        <p:tgtEl>
                                          <p:spTgt spid="105"/>
                                        </p:tgtEl>
                                      </p:cBhvr>
                                    </p:animEffect>
                                  </p:childTnLst>
                                </p:cTn>
                              </p:par>
                              <p:par>
                                <p:cTn id="72" presetID="53" presetClass="entr" presetSubtype="16" fill="hold" grpId="0" nodeType="withEffect">
                                  <p:stCondLst>
                                    <p:cond delay="100"/>
                                  </p:stCondLst>
                                  <p:childTnLst>
                                    <p:set>
                                      <p:cBhvr>
                                        <p:cTn id="73" dur="1" fill="hold">
                                          <p:stCondLst>
                                            <p:cond delay="0"/>
                                          </p:stCondLst>
                                        </p:cTn>
                                        <p:tgtEl>
                                          <p:spTgt spid="98"/>
                                        </p:tgtEl>
                                        <p:attrNameLst>
                                          <p:attrName>style.visibility</p:attrName>
                                        </p:attrNameLst>
                                      </p:cBhvr>
                                      <p:to>
                                        <p:strVal val="visible"/>
                                      </p:to>
                                    </p:set>
                                    <p:anim calcmode="lin" valueType="num">
                                      <p:cBhvr>
                                        <p:cTn id="74" dur="500" fill="hold"/>
                                        <p:tgtEl>
                                          <p:spTgt spid="98"/>
                                        </p:tgtEl>
                                        <p:attrNameLst>
                                          <p:attrName>ppt_w</p:attrName>
                                        </p:attrNameLst>
                                      </p:cBhvr>
                                      <p:tavLst>
                                        <p:tav tm="0">
                                          <p:val>
                                            <p:fltVal val="0"/>
                                          </p:val>
                                        </p:tav>
                                        <p:tav tm="100000">
                                          <p:val>
                                            <p:strVal val="#ppt_w"/>
                                          </p:val>
                                        </p:tav>
                                      </p:tavLst>
                                    </p:anim>
                                    <p:anim calcmode="lin" valueType="num">
                                      <p:cBhvr>
                                        <p:cTn id="75" dur="500" fill="hold"/>
                                        <p:tgtEl>
                                          <p:spTgt spid="98"/>
                                        </p:tgtEl>
                                        <p:attrNameLst>
                                          <p:attrName>ppt_h</p:attrName>
                                        </p:attrNameLst>
                                      </p:cBhvr>
                                      <p:tavLst>
                                        <p:tav tm="0">
                                          <p:val>
                                            <p:fltVal val="0"/>
                                          </p:val>
                                        </p:tav>
                                        <p:tav tm="100000">
                                          <p:val>
                                            <p:strVal val="#ppt_h"/>
                                          </p:val>
                                        </p:tav>
                                      </p:tavLst>
                                    </p:anim>
                                    <p:animEffect transition="in" filter="fade">
                                      <p:cBhvr>
                                        <p:cTn id="76" dur="500"/>
                                        <p:tgtEl>
                                          <p:spTgt spid="98"/>
                                        </p:tgtEl>
                                      </p:cBhvr>
                                    </p:animEffect>
                                  </p:childTnLst>
                                </p:cTn>
                              </p:par>
                              <p:par>
                                <p:cTn id="77" presetID="53" presetClass="entr" presetSubtype="16" fill="hold" grpId="0" nodeType="withEffect">
                                  <p:stCondLst>
                                    <p:cond delay="200"/>
                                  </p:stCondLst>
                                  <p:childTnLst>
                                    <p:set>
                                      <p:cBhvr>
                                        <p:cTn id="78" dur="1" fill="hold">
                                          <p:stCondLst>
                                            <p:cond delay="0"/>
                                          </p:stCondLst>
                                        </p:cTn>
                                        <p:tgtEl>
                                          <p:spTgt spid="99"/>
                                        </p:tgtEl>
                                        <p:attrNameLst>
                                          <p:attrName>style.visibility</p:attrName>
                                        </p:attrNameLst>
                                      </p:cBhvr>
                                      <p:to>
                                        <p:strVal val="visible"/>
                                      </p:to>
                                    </p:set>
                                    <p:anim calcmode="lin" valueType="num">
                                      <p:cBhvr>
                                        <p:cTn id="79" dur="500" fill="hold"/>
                                        <p:tgtEl>
                                          <p:spTgt spid="99"/>
                                        </p:tgtEl>
                                        <p:attrNameLst>
                                          <p:attrName>ppt_w</p:attrName>
                                        </p:attrNameLst>
                                      </p:cBhvr>
                                      <p:tavLst>
                                        <p:tav tm="0">
                                          <p:val>
                                            <p:fltVal val="0"/>
                                          </p:val>
                                        </p:tav>
                                        <p:tav tm="100000">
                                          <p:val>
                                            <p:strVal val="#ppt_w"/>
                                          </p:val>
                                        </p:tav>
                                      </p:tavLst>
                                    </p:anim>
                                    <p:anim calcmode="lin" valueType="num">
                                      <p:cBhvr>
                                        <p:cTn id="80" dur="500" fill="hold"/>
                                        <p:tgtEl>
                                          <p:spTgt spid="99"/>
                                        </p:tgtEl>
                                        <p:attrNameLst>
                                          <p:attrName>ppt_h</p:attrName>
                                        </p:attrNameLst>
                                      </p:cBhvr>
                                      <p:tavLst>
                                        <p:tav tm="0">
                                          <p:val>
                                            <p:fltVal val="0"/>
                                          </p:val>
                                        </p:tav>
                                        <p:tav tm="100000">
                                          <p:val>
                                            <p:strVal val="#ppt_h"/>
                                          </p:val>
                                        </p:tav>
                                      </p:tavLst>
                                    </p:anim>
                                    <p:animEffect transition="in" filter="fade">
                                      <p:cBhvr>
                                        <p:cTn id="81" dur="500"/>
                                        <p:tgtEl>
                                          <p:spTgt spid="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6" grpId="0"/>
      <p:bldP spid="27" grpId="0"/>
      <p:bldP spid="78" grpId="0" bldLvl="0" animBg="1"/>
      <p:bldP spid="79" grpId="0" bldLvl="0" animBg="1"/>
      <p:bldP spid="80" grpId="0" bldLvl="0" animBg="1"/>
      <p:bldP spid="81" grpId="0" bldLvl="0" animBg="1"/>
      <p:bldP spid="82" grpId="0" bldLvl="0" animBg="1"/>
      <p:bldP spid="83" grpId="0" bldLvl="0" animBg="1"/>
      <p:bldP spid="84" grpId="0" bldLvl="0" animBg="1"/>
      <p:bldP spid="98" grpId="0" bldLvl="0" animBg="1"/>
      <p:bldP spid="99" grpId="0" bldLvl="0" animBg="1"/>
      <p:bldP spid="105"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4" name="直接连接符 23"/>
          <p:cNvCxnSpPr/>
          <p:nvPr/>
        </p:nvCxnSpPr>
        <p:spPr>
          <a:xfrm>
            <a:off x="515257" y="624114"/>
            <a:ext cx="8113486" cy="0"/>
          </a:xfrm>
          <a:prstGeom prst="line">
            <a:avLst/>
          </a:prstGeom>
          <a:ln w="12700">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25" name="椭圆 24"/>
          <p:cNvSpPr/>
          <p:nvPr/>
        </p:nvSpPr>
        <p:spPr>
          <a:xfrm>
            <a:off x="646880" y="242192"/>
            <a:ext cx="274777" cy="274777"/>
          </a:xfrm>
          <a:prstGeom prst="ellipse">
            <a:avLst/>
          </a:prstGeom>
          <a:solidFill>
            <a:srgbClr val="679E2A"/>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pitchFamily="34" charset="-122"/>
            </a:endParaRPr>
          </a:p>
        </p:txBody>
      </p:sp>
      <p:sp>
        <p:nvSpPr>
          <p:cNvPr id="26" name="TextBox 25"/>
          <p:cNvSpPr txBox="1"/>
          <p:nvPr/>
        </p:nvSpPr>
        <p:spPr>
          <a:xfrm>
            <a:off x="908957" y="206330"/>
            <a:ext cx="1364476" cy="400110"/>
          </a:xfrm>
          <a:prstGeom prst="rect">
            <a:avLst/>
          </a:prstGeom>
          <a:noFill/>
          <a:ln>
            <a:noFill/>
          </a:ln>
        </p:spPr>
        <p:txBody>
          <a:bodyPr wrap="none" rtlCol="0">
            <a:spAutoFit/>
          </a:bodyPr>
          <a:lstStyle/>
          <a:p>
            <a:r>
              <a:rPr lang="zh-CN" altLang="en-US" sz="2000" spc="300" dirty="0">
                <a:solidFill>
                  <a:schemeClr val="tx1">
                    <a:lumMod val="65000"/>
                    <a:lumOff val="35000"/>
                  </a:schemeClr>
                </a:solidFill>
                <a:latin typeface="微软雅黑" panose="020B0503020204020204" pitchFamily="34" charset="-122"/>
                <a:ea typeface="微软雅黑" panose="020B0503020204020204" pitchFamily="34" charset="-122"/>
              </a:rPr>
              <a:t>参考文献</a:t>
            </a:r>
            <a:endParaRPr lang="zh-CN" altLang="en-US" sz="2000" spc="3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27" name="TextBox 26"/>
          <p:cNvSpPr txBox="1"/>
          <p:nvPr/>
        </p:nvSpPr>
        <p:spPr>
          <a:xfrm>
            <a:off x="2390916" y="237108"/>
            <a:ext cx="1156599" cy="338554"/>
          </a:xfrm>
          <a:prstGeom prst="rect">
            <a:avLst/>
          </a:prstGeom>
          <a:noFill/>
        </p:spPr>
        <p:txBody>
          <a:bodyPr wrap="none" rtlCol="0">
            <a:spAutoFit/>
          </a:bodyPr>
          <a:lstStyle/>
          <a:p>
            <a:r>
              <a:rPr lang="en-US" altLang="zh-CN" sz="1600" dirty="0">
                <a:solidFill>
                  <a:schemeClr val="tx1">
                    <a:lumMod val="50000"/>
                    <a:lumOff val="50000"/>
                  </a:schemeClr>
                </a:solidFill>
                <a:latin typeface="微软雅黑" panose="020B0503020204020204" pitchFamily="34" charset="-122"/>
                <a:ea typeface="微软雅黑" panose="020B0503020204020204" pitchFamily="34" charset="-122"/>
              </a:rPr>
              <a:t>Reference</a:t>
            </a:r>
            <a:endParaRPr lang="en-US" altLang="zh-CN" sz="1600" dirty="0">
              <a:solidFill>
                <a:schemeClr val="tx1">
                  <a:lumMod val="50000"/>
                  <a:lumOff val="50000"/>
                </a:schemeClr>
              </a:solidFill>
              <a:latin typeface="微软雅黑" panose="020B0503020204020204" pitchFamily="34" charset="-122"/>
              <a:ea typeface="微软雅黑" panose="020B0503020204020204" pitchFamily="34" charset="-122"/>
            </a:endParaRPr>
          </a:p>
        </p:txBody>
      </p:sp>
      <p:cxnSp>
        <p:nvCxnSpPr>
          <p:cNvPr id="28" name="直接连接符 27"/>
          <p:cNvCxnSpPr/>
          <p:nvPr/>
        </p:nvCxnSpPr>
        <p:spPr>
          <a:xfrm>
            <a:off x="2332175" y="302089"/>
            <a:ext cx="0" cy="208592"/>
          </a:xfrm>
          <a:prstGeom prst="line">
            <a:avLst/>
          </a:prstGeom>
          <a:ln w="190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grpSp>
        <p:nvGrpSpPr>
          <p:cNvPr id="74" name="组合 73"/>
          <p:cNvGrpSpPr/>
          <p:nvPr/>
        </p:nvGrpSpPr>
        <p:grpSpPr>
          <a:xfrm>
            <a:off x="723874" y="1565803"/>
            <a:ext cx="2011893" cy="2011893"/>
            <a:chOff x="304800" y="673100"/>
            <a:chExt cx="4000500" cy="4000500"/>
          </a:xfrm>
          <a:effectLst>
            <a:outerShdw blurRad="444500" dist="254000" dir="8100000" algn="tr" rotWithShape="0">
              <a:prstClr val="black">
                <a:alpha val="50000"/>
              </a:prstClr>
            </a:outerShdw>
          </a:effectLst>
        </p:grpSpPr>
        <p:sp>
          <p:nvSpPr>
            <p:cNvPr id="76" name="同心圆 75"/>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77" name="椭圆 76"/>
            <p:cNvSpPr/>
            <p:nvPr/>
          </p:nvSpPr>
          <p:spPr>
            <a:xfrm>
              <a:off x="392112" y="760412"/>
              <a:ext cx="3825874" cy="3825874"/>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78" name="椭圆 77"/>
          <p:cNvSpPr/>
          <p:nvPr/>
        </p:nvSpPr>
        <p:spPr>
          <a:xfrm>
            <a:off x="907235" y="3447812"/>
            <a:ext cx="274777" cy="274777"/>
          </a:xfrm>
          <a:prstGeom prst="ellipse">
            <a:avLst/>
          </a:prstGeom>
          <a:solidFill>
            <a:srgbClr val="679E2A"/>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9" name="椭圆 78"/>
          <p:cNvSpPr/>
          <p:nvPr/>
        </p:nvSpPr>
        <p:spPr>
          <a:xfrm>
            <a:off x="1284995" y="3571714"/>
            <a:ext cx="137389" cy="137389"/>
          </a:xfrm>
          <a:prstGeom prst="ellipse">
            <a:avLst/>
          </a:prstGeom>
          <a:solidFill>
            <a:srgbClr val="679E2A"/>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0" name="椭圆 79"/>
          <p:cNvSpPr/>
          <p:nvPr/>
        </p:nvSpPr>
        <p:spPr>
          <a:xfrm>
            <a:off x="1458698" y="3377093"/>
            <a:ext cx="274777" cy="274777"/>
          </a:xfrm>
          <a:prstGeom prst="ellipse">
            <a:avLst/>
          </a:prstGeom>
          <a:solidFill>
            <a:srgbClr val="679E2A"/>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1" name="椭圆 80"/>
          <p:cNvSpPr/>
          <p:nvPr/>
        </p:nvSpPr>
        <p:spPr>
          <a:xfrm>
            <a:off x="2091459" y="3498702"/>
            <a:ext cx="137389" cy="137389"/>
          </a:xfrm>
          <a:prstGeom prst="ellipse">
            <a:avLst/>
          </a:prstGeom>
          <a:solidFill>
            <a:srgbClr val="679E2A"/>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2" name="椭圆 81"/>
          <p:cNvSpPr/>
          <p:nvPr/>
        </p:nvSpPr>
        <p:spPr>
          <a:xfrm>
            <a:off x="632458" y="3259008"/>
            <a:ext cx="274777" cy="274777"/>
          </a:xfrm>
          <a:prstGeom prst="ellipse">
            <a:avLst/>
          </a:prstGeom>
          <a:solidFill>
            <a:srgbClr val="679E2A"/>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3" name="椭圆 82"/>
          <p:cNvSpPr/>
          <p:nvPr/>
        </p:nvSpPr>
        <p:spPr>
          <a:xfrm>
            <a:off x="925207" y="3302300"/>
            <a:ext cx="137389" cy="137389"/>
          </a:xfrm>
          <a:prstGeom prst="ellipse">
            <a:avLst/>
          </a:prstGeom>
          <a:solidFill>
            <a:srgbClr val="679E2A"/>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4" name="椭圆 83"/>
          <p:cNvSpPr/>
          <p:nvPr/>
        </p:nvSpPr>
        <p:spPr>
          <a:xfrm>
            <a:off x="2462177" y="3433728"/>
            <a:ext cx="274777" cy="274777"/>
          </a:xfrm>
          <a:prstGeom prst="ellipse">
            <a:avLst/>
          </a:prstGeom>
          <a:solidFill>
            <a:srgbClr val="679E2A"/>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8" name="椭圆 97"/>
          <p:cNvSpPr/>
          <p:nvPr/>
        </p:nvSpPr>
        <p:spPr>
          <a:xfrm>
            <a:off x="2828060" y="3072585"/>
            <a:ext cx="167224" cy="167224"/>
          </a:xfrm>
          <a:prstGeom prst="ellipse">
            <a:avLst/>
          </a:prstGeom>
          <a:solidFill>
            <a:srgbClr val="679E2A"/>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9" name="椭圆 98"/>
          <p:cNvSpPr/>
          <p:nvPr/>
        </p:nvSpPr>
        <p:spPr>
          <a:xfrm>
            <a:off x="2623161" y="3190313"/>
            <a:ext cx="137389" cy="137389"/>
          </a:xfrm>
          <a:prstGeom prst="ellipse">
            <a:avLst/>
          </a:prstGeom>
          <a:solidFill>
            <a:srgbClr val="679E2A"/>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5" name="TextBox 104"/>
          <p:cNvSpPr txBox="1"/>
          <p:nvPr/>
        </p:nvSpPr>
        <p:spPr>
          <a:xfrm>
            <a:off x="1061368" y="2417860"/>
            <a:ext cx="1400809" cy="307777"/>
          </a:xfrm>
          <a:prstGeom prst="rect">
            <a:avLst/>
          </a:prstGeom>
          <a:noFill/>
        </p:spPr>
        <p:txBody>
          <a:bodyPr wrap="square" lIns="0" tIns="0" rIns="0" bIns="0" rtlCol="0">
            <a:spAutoFit/>
          </a:bodyPr>
          <a:lstStyle>
            <a:defPPr>
              <a:defRPr lang="zh-CN"/>
            </a:defPPr>
            <a:lvl1pPr algn="just">
              <a:lnSpc>
                <a:spcPts val="1300"/>
              </a:lnSpc>
              <a:defRPr sz="1000">
                <a:solidFill>
                  <a:schemeClr val="tx1">
                    <a:lumMod val="65000"/>
                    <a:lumOff val="35000"/>
                  </a:schemeClr>
                </a:solidFill>
                <a:latin typeface="微软雅黑" panose="020B0503020204020204" pitchFamily="34" charset="-122"/>
                <a:ea typeface="微软雅黑" panose="020B0503020204020204" pitchFamily="34" charset="-122"/>
              </a:defRPr>
            </a:lvl1pPr>
          </a:lstStyle>
          <a:p>
            <a:pPr algn="ctr">
              <a:lnSpc>
                <a:spcPct val="100000"/>
              </a:lnSpc>
            </a:pPr>
            <a:r>
              <a:rPr lang="zh-CN" altLang="en-US" sz="2000" b="1" dirty="0">
                <a:solidFill>
                  <a:schemeClr val="tx1">
                    <a:lumMod val="75000"/>
                    <a:lumOff val="25000"/>
                  </a:schemeClr>
                </a:solidFill>
              </a:rPr>
              <a:t>参考文献</a:t>
            </a:r>
            <a:endParaRPr lang="en-US" altLang="zh-CN" sz="2000" b="1" dirty="0">
              <a:solidFill>
                <a:schemeClr val="tx1">
                  <a:lumMod val="75000"/>
                  <a:lumOff val="25000"/>
                </a:schemeClr>
              </a:solidFill>
            </a:endParaRPr>
          </a:p>
        </p:txBody>
      </p:sp>
      <p:pic>
        <p:nvPicPr>
          <p:cNvPr id="39" name="图片 38" descr="图片包含 物体&#10;&#10;描述已自动生成"/>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94423" y="655329"/>
            <a:ext cx="388986" cy="1907371"/>
          </a:xfrm>
          <a:prstGeom prst="rect">
            <a:avLst/>
          </a:prstGeom>
        </p:spPr>
      </p:pic>
      <p:sp>
        <p:nvSpPr>
          <p:cNvPr id="2" name="文本框 1"/>
          <p:cNvSpPr txBox="1"/>
          <p:nvPr/>
        </p:nvSpPr>
        <p:spPr>
          <a:xfrm>
            <a:off x="3203575" y="810260"/>
            <a:ext cx="6019800" cy="4338320"/>
          </a:xfrm>
          <a:prstGeom prst="rect">
            <a:avLst/>
          </a:prstGeom>
          <a:noFill/>
        </p:spPr>
        <p:txBody>
          <a:bodyPr wrap="square" rtlCol="0">
            <a:spAutoFit/>
          </a:bodyPr>
          <a:p>
            <a:r>
              <a:rPr lang="en-US" altLang="zh-CN" sz="1200">
                <a:sym typeface="+mn-ea"/>
              </a:rPr>
              <a:t>[9] Philippaerts P, Preuveneers D, Joosen W. Oauch: Exploring security compliance in the oauth 2.0 ecosystem [C/OL]//Proceedings of the 37th ACM/SIGAPP Symposium on Applied Computing (SAC). ACM, 2022: 1844-1853. https://doi.org/10.1145/3545948.3545955.</a:t>
            </a:r>
            <a:endParaRPr lang="en-US" altLang="zh-CN" sz="1200"/>
          </a:p>
          <a:p>
            <a:r>
              <a:rPr lang="en-US" altLang="zh-CN" sz="1200">
                <a:sym typeface="+mn-ea"/>
              </a:rPr>
              <a:t>[10] Munonye K, Martinek P. Machine learning approach to vulnerability detection in oauth 2.0 authen_x0002_tication and authorization flow [J/OL]. International Journal of Information Security, 2021, 21(2): 223-237. https://doi.org/10.1007/s10207-021-00551-w.</a:t>
            </a:r>
            <a:endParaRPr lang="en-US" altLang="zh-CN" sz="1200"/>
          </a:p>
          <a:p>
            <a:r>
              <a:rPr lang="en-US" altLang="zh-CN" sz="1200">
                <a:sym typeface="+mn-ea"/>
              </a:rPr>
              <a:t>[11] Li W, Mitchell C, Chen T. Oauthguard [C/OL]//Proceedings of the 35th Annual Computer Security Applications Conference (ACSAC). ACM, 2019: 444-456. https://doi.org/10.1145/3338500.3360331.</a:t>
            </a:r>
            <a:endParaRPr lang="en-US" altLang="zh-CN" sz="1200"/>
          </a:p>
          <a:p>
            <a:r>
              <a:rPr lang="en-US" altLang="zh-CN" sz="1200">
                <a:sym typeface="+mn-ea"/>
              </a:rPr>
              <a:t>[12] Ferry E, O’Raw J, Curran K. Security evaluation of the oauth 2.0 framework [J/OL]. Information and Computer Security, 2015, 23(1): 73-101. https://doi.org/10.1108/ICS-12-2013-0089</a:t>
            </a:r>
            <a:endParaRPr lang="en-US" altLang="zh-CN" sz="1200">
              <a:sym typeface="+mn-ea"/>
            </a:endParaRPr>
          </a:p>
          <a:p>
            <a:r>
              <a:rPr lang="en-US" altLang="zh-CN" sz="1200"/>
              <a:t>13] Sun S, Beznosov K. The devil is in the (implementation) details: An empirical analysis of oauth sso systems [C/OL]//Proceedings of the 2012 ACM Conference on Computer and Communications Security (CCS). ACM, 2012: 378-390. https://doi.org/10.1145/2382196.2382238.</a:t>
            </a:r>
            <a:endParaRPr lang="en-US" altLang="zh-CN" sz="1200"/>
          </a:p>
          <a:p>
            <a:r>
              <a:rPr lang="en-US" altLang="zh-CN" sz="1200"/>
              <a:t>[14] Alotaibi A, Mahmmod A. Enhancing oauth services security by an authentication service with face recognition [C/OL]//Proceedings of the 11th Long Island Systems, Applications and Technology Con_x0002_ference (LISAT). IEEE, 2015. https://doi.org/10.1109/LISAT.2015.7160208.</a:t>
            </a:r>
            <a:endParaRPr lang="en-US" altLang="zh-CN" sz="1200"/>
          </a:p>
          <a:p>
            <a:r>
              <a:rPr lang="en-US" altLang="zh-CN" sz="1200"/>
              <a:t>[15] Dabagh N, Mahmood M. Multilevel database security for android using fast encryption methods [J/OL]. Al-Rafidain Journal of Computer Sciences and Mathematics, 2022, 16(1): 87-96. https://doi.org/10.33899/csmj.2022.174412.</a:t>
            </a:r>
            <a:endParaRPr lang="en-US" altLang="zh-CN" sz="1200"/>
          </a:p>
          <a:p>
            <a:endParaRPr lang="en-US" altLang="zh-CN" sz="1200"/>
          </a:p>
        </p:txBody>
      </p:sp>
    </p:spTree>
    <p:custDataLst>
      <p:tags r:id="rId2"/>
    </p:custDataLst>
  </p:cSld>
  <p:clrMapOvr>
    <a:masterClrMapping/>
  </p:clrMapOvr>
  <p:transition spd="slow" advClick="0" advTm="0">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wipe(left)">
                                      <p:cBhvr>
                                        <p:cTn id="7" dur="300"/>
                                        <p:tgtEl>
                                          <p:spTgt spid="24"/>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25"/>
                                        </p:tgtEl>
                                        <p:attrNameLst>
                                          <p:attrName>style.visibility</p:attrName>
                                        </p:attrNameLst>
                                      </p:cBhvr>
                                      <p:to>
                                        <p:strVal val="visible"/>
                                      </p:to>
                                    </p:set>
                                    <p:animEffect transition="in" filter="wipe(down)">
                                      <p:cBhvr>
                                        <p:cTn id="11" dur="300"/>
                                        <p:tgtEl>
                                          <p:spTgt spid="25"/>
                                        </p:tgtEl>
                                      </p:cBhvr>
                                    </p:animEffect>
                                  </p:childTnLst>
                                </p:cTn>
                              </p:par>
                            </p:childTnLst>
                          </p:cTn>
                        </p:par>
                        <p:par>
                          <p:cTn id="12" fill="hold">
                            <p:stCondLst>
                              <p:cond delay="1000"/>
                            </p:stCondLst>
                            <p:childTnLst>
                              <p:par>
                                <p:cTn id="13" presetID="12" presetClass="entr" presetSubtype="8" fill="hold" grpId="0" nodeType="afterEffect">
                                  <p:stCondLst>
                                    <p:cond delay="0"/>
                                  </p:stCondLst>
                                  <p:childTnLst>
                                    <p:set>
                                      <p:cBhvr>
                                        <p:cTn id="14" dur="1" fill="hold">
                                          <p:stCondLst>
                                            <p:cond delay="0"/>
                                          </p:stCondLst>
                                        </p:cTn>
                                        <p:tgtEl>
                                          <p:spTgt spid="26"/>
                                        </p:tgtEl>
                                        <p:attrNameLst>
                                          <p:attrName>style.visibility</p:attrName>
                                        </p:attrNameLst>
                                      </p:cBhvr>
                                      <p:to>
                                        <p:strVal val="visible"/>
                                      </p:to>
                                    </p:set>
                                    <p:anim calcmode="lin" valueType="num">
                                      <p:cBhvr additive="base">
                                        <p:cTn id="15" dur="500"/>
                                        <p:tgtEl>
                                          <p:spTgt spid="26"/>
                                        </p:tgtEl>
                                        <p:attrNameLst>
                                          <p:attrName>ppt_x</p:attrName>
                                        </p:attrNameLst>
                                      </p:cBhvr>
                                      <p:tavLst>
                                        <p:tav tm="0">
                                          <p:val>
                                            <p:strVal val="#ppt_x-#ppt_w*1.125000"/>
                                          </p:val>
                                        </p:tav>
                                        <p:tav tm="100000">
                                          <p:val>
                                            <p:strVal val="#ppt_x"/>
                                          </p:val>
                                        </p:tav>
                                      </p:tavLst>
                                    </p:anim>
                                    <p:animEffect transition="in" filter="wipe(right)">
                                      <p:cBhvr>
                                        <p:cTn id="16" dur="500"/>
                                        <p:tgtEl>
                                          <p:spTgt spid="26"/>
                                        </p:tgtEl>
                                      </p:cBhvr>
                                    </p:animEffect>
                                  </p:childTnLst>
                                </p:cTn>
                              </p:par>
                              <p:par>
                                <p:cTn id="17" presetID="12" presetClass="entr" presetSubtype="8" fill="hold" nodeType="withEffect">
                                  <p:stCondLst>
                                    <p:cond delay="0"/>
                                  </p:stCondLst>
                                  <p:childTnLst>
                                    <p:set>
                                      <p:cBhvr>
                                        <p:cTn id="18" dur="1" fill="hold">
                                          <p:stCondLst>
                                            <p:cond delay="0"/>
                                          </p:stCondLst>
                                        </p:cTn>
                                        <p:tgtEl>
                                          <p:spTgt spid="28"/>
                                        </p:tgtEl>
                                        <p:attrNameLst>
                                          <p:attrName>style.visibility</p:attrName>
                                        </p:attrNameLst>
                                      </p:cBhvr>
                                      <p:to>
                                        <p:strVal val="visible"/>
                                      </p:to>
                                    </p:set>
                                    <p:anim calcmode="lin" valueType="num">
                                      <p:cBhvr additive="base">
                                        <p:cTn id="19" dur="500"/>
                                        <p:tgtEl>
                                          <p:spTgt spid="28"/>
                                        </p:tgtEl>
                                        <p:attrNameLst>
                                          <p:attrName>ppt_x</p:attrName>
                                        </p:attrNameLst>
                                      </p:cBhvr>
                                      <p:tavLst>
                                        <p:tav tm="0">
                                          <p:val>
                                            <p:strVal val="#ppt_x-#ppt_w*1.125000"/>
                                          </p:val>
                                        </p:tav>
                                        <p:tav tm="100000">
                                          <p:val>
                                            <p:strVal val="#ppt_x"/>
                                          </p:val>
                                        </p:tav>
                                      </p:tavLst>
                                    </p:anim>
                                    <p:animEffect transition="in" filter="wipe(right)">
                                      <p:cBhvr>
                                        <p:cTn id="20" dur="500"/>
                                        <p:tgtEl>
                                          <p:spTgt spid="28"/>
                                        </p:tgtEl>
                                      </p:cBhvr>
                                    </p:animEffect>
                                  </p:childTnLst>
                                </p:cTn>
                              </p:par>
                              <p:par>
                                <p:cTn id="21" presetID="12" presetClass="entr" presetSubtype="8" fill="hold" grpId="0" nodeType="withEffect">
                                  <p:stCondLst>
                                    <p:cond delay="0"/>
                                  </p:stCondLst>
                                  <p:childTnLst>
                                    <p:set>
                                      <p:cBhvr>
                                        <p:cTn id="22" dur="1" fill="hold">
                                          <p:stCondLst>
                                            <p:cond delay="0"/>
                                          </p:stCondLst>
                                        </p:cTn>
                                        <p:tgtEl>
                                          <p:spTgt spid="27"/>
                                        </p:tgtEl>
                                        <p:attrNameLst>
                                          <p:attrName>style.visibility</p:attrName>
                                        </p:attrNameLst>
                                      </p:cBhvr>
                                      <p:to>
                                        <p:strVal val="visible"/>
                                      </p:to>
                                    </p:set>
                                    <p:anim calcmode="lin" valueType="num">
                                      <p:cBhvr additive="base">
                                        <p:cTn id="23" dur="500"/>
                                        <p:tgtEl>
                                          <p:spTgt spid="27"/>
                                        </p:tgtEl>
                                        <p:attrNameLst>
                                          <p:attrName>ppt_x</p:attrName>
                                        </p:attrNameLst>
                                      </p:cBhvr>
                                      <p:tavLst>
                                        <p:tav tm="0">
                                          <p:val>
                                            <p:strVal val="#ppt_x-#ppt_w*1.125000"/>
                                          </p:val>
                                        </p:tav>
                                        <p:tav tm="100000">
                                          <p:val>
                                            <p:strVal val="#ppt_x"/>
                                          </p:val>
                                        </p:tav>
                                      </p:tavLst>
                                    </p:anim>
                                    <p:animEffect transition="in" filter="wipe(right)">
                                      <p:cBhvr>
                                        <p:cTn id="24" dur="500"/>
                                        <p:tgtEl>
                                          <p:spTgt spid="27"/>
                                        </p:tgtEl>
                                      </p:cBhvr>
                                    </p:animEffect>
                                  </p:childTnLst>
                                </p:cTn>
                              </p:par>
                            </p:childTnLst>
                          </p:cTn>
                        </p:par>
                        <p:par>
                          <p:cTn id="25" fill="hold">
                            <p:stCondLst>
                              <p:cond delay="1500"/>
                            </p:stCondLst>
                            <p:childTnLst>
                              <p:par>
                                <p:cTn id="26" presetID="42" presetClass="entr" presetSubtype="0" fill="hold" nodeType="afterEffect">
                                  <p:stCondLst>
                                    <p:cond delay="0"/>
                                  </p:stCondLst>
                                  <p:childTnLst>
                                    <p:set>
                                      <p:cBhvr>
                                        <p:cTn id="27" dur="1" fill="hold">
                                          <p:stCondLst>
                                            <p:cond delay="0"/>
                                          </p:stCondLst>
                                        </p:cTn>
                                        <p:tgtEl>
                                          <p:spTgt spid="74"/>
                                        </p:tgtEl>
                                        <p:attrNameLst>
                                          <p:attrName>style.visibility</p:attrName>
                                        </p:attrNameLst>
                                      </p:cBhvr>
                                      <p:to>
                                        <p:strVal val="visible"/>
                                      </p:to>
                                    </p:set>
                                    <p:animEffect transition="in" filter="fade">
                                      <p:cBhvr>
                                        <p:cTn id="28" dur="1500"/>
                                        <p:tgtEl>
                                          <p:spTgt spid="74"/>
                                        </p:tgtEl>
                                      </p:cBhvr>
                                    </p:animEffect>
                                    <p:anim calcmode="lin" valueType="num">
                                      <p:cBhvr>
                                        <p:cTn id="29" dur="1500" fill="hold"/>
                                        <p:tgtEl>
                                          <p:spTgt spid="74"/>
                                        </p:tgtEl>
                                        <p:attrNameLst>
                                          <p:attrName>ppt_x</p:attrName>
                                        </p:attrNameLst>
                                      </p:cBhvr>
                                      <p:tavLst>
                                        <p:tav tm="0">
                                          <p:val>
                                            <p:strVal val="#ppt_x"/>
                                          </p:val>
                                        </p:tav>
                                        <p:tav tm="100000">
                                          <p:val>
                                            <p:strVal val="#ppt_x"/>
                                          </p:val>
                                        </p:tav>
                                      </p:tavLst>
                                    </p:anim>
                                    <p:anim calcmode="lin" valueType="num">
                                      <p:cBhvr>
                                        <p:cTn id="30" dur="1500" fill="hold"/>
                                        <p:tgtEl>
                                          <p:spTgt spid="74"/>
                                        </p:tgtEl>
                                        <p:attrNameLst>
                                          <p:attrName>ppt_y</p:attrName>
                                        </p:attrNameLst>
                                      </p:cBhvr>
                                      <p:tavLst>
                                        <p:tav tm="0">
                                          <p:val>
                                            <p:strVal val="#ppt_y+.1"/>
                                          </p:val>
                                        </p:tav>
                                        <p:tav tm="100000">
                                          <p:val>
                                            <p:strVal val="#ppt_y"/>
                                          </p:val>
                                        </p:tav>
                                      </p:tavLst>
                                    </p:anim>
                                  </p:childTnLst>
                                </p:cTn>
                              </p:par>
                              <p:par>
                                <p:cTn id="31" presetID="53" presetClass="entr" presetSubtype="16" fill="hold" grpId="0" nodeType="withEffect">
                                  <p:stCondLst>
                                    <p:cond delay="400"/>
                                  </p:stCondLst>
                                  <p:childTnLst>
                                    <p:set>
                                      <p:cBhvr>
                                        <p:cTn id="32" dur="1" fill="hold">
                                          <p:stCondLst>
                                            <p:cond delay="0"/>
                                          </p:stCondLst>
                                        </p:cTn>
                                        <p:tgtEl>
                                          <p:spTgt spid="78"/>
                                        </p:tgtEl>
                                        <p:attrNameLst>
                                          <p:attrName>style.visibility</p:attrName>
                                        </p:attrNameLst>
                                      </p:cBhvr>
                                      <p:to>
                                        <p:strVal val="visible"/>
                                      </p:to>
                                    </p:set>
                                    <p:anim calcmode="lin" valueType="num">
                                      <p:cBhvr>
                                        <p:cTn id="33" dur="500" fill="hold"/>
                                        <p:tgtEl>
                                          <p:spTgt spid="78"/>
                                        </p:tgtEl>
                                        <p:attrNameLst>
                                          <p:attrName>ppt_w</p:attrName>
                                        </p:attrNameLst>
                                      </p:cBhvr>
                                      <p:tavLst>
                                        <p:tav tm="0">
                                          <p:val>
                                            <p:fltVal val="0"/>
                                          </p:val>
                                        </p:tav>
                                        <p:tav tm="100000">
                                          <p:val>
                                            <p:strVal val="#ppt_w"/>
                                          </p:val>
                                        </p:tav>
                                      </p:tavLst>
                                    </p:anim>
                                    <p:anim calcmode="lin" valueType="num">
                                      <p:cBhvr>
                                        <p:cTn id="34" dur="500" fill="hold"/>
                                        <p:tgtEl>
                                          <p:spTgt spid="78"/>
                                        </p:tgtEl>
                                        <p:attrNameLst>
                                          <p:attrName>ppt_h</p:attrName>
                                        </p:attrNameLst>
                                      </p:cBhvr>
                                      <p:tavLst>
                                        <p:tav tm="0">
                                          <p:val>
                                            <p:fltVal val="0"/>
                                          </p:val>
                                        </p:tav>
                                        <p:tav tm="100000">
                                          <p:val>
                                            <p:strVal val="#ppt_h"/>
                                          </p:val>
                                        </p:tav>
                                      </p:tavLst>
                                    </p:anim>
                                    <p:animEffect transition="in" filter="fade">
                                      <p:cBhvr>
                                        <p:cTn id="35" dur="500"/>
                                        <p:tgtEl>
                                          <p:spTgt spid="78"/>
                                        </p:tgtEl>
                                      </p:cBhvr>
                                    </p:animEffect>
                                  </p:childTnLst>
                                </p:cTn>
                              </p:par>
                              <p:par>
                                <p:cTn id="36" presetID="53" presetClass="entr" presetSubtype="16" fill="hold" grpId="0" nodeType="withEffect">
                                  <p:stCondLst>
                                    <p:cond delay="200"/>
                                  </p:stCondLst>
                                  <p:childTnLst>
                                    <p:set>
                                      <p:cBhvr>
                                        <p:cTn id="37" dur="1" fill="hold">
                                          <p:stCondLst>
                                            <p:cond delay="0"/>
                                          </p:stCondLst>
                                        </p:cTn>
                                        <p:tgtEl>
                                          <p:spTgt spid="79"/>
                                        </p:tgtEl>
                                        <p:attrNameLst>
                                          <p:attrName>style.visibility</p:attrName>
                                        </p:attrNameLst>
                                      </p:cBhvr>
                                      <p:to>
                                        <p:strVal val="visible"/>
                                      </p:to>
                                    </p:set>
                                    <p:anim calcmode="lin" valueType="num">
                                      <p:cBhvr>
                                        <p:cTn id="38" dur="500" fill="hold"/>
                                        <p:tgtEl>
                                          <p:spTgt spid="79"/>
                                        </p:tgtEl>
                                        <p:attrNameLst>
                                          <p:attrName>ppt_w</p:attrName>
                                        </p:attrNameLst>
                                      </p:cBhvr>
                                      <p:tavLst>
                                        <p:tav tm="0">
                                          <p:val>
                                            <p:fltVal val="0"/>
                                          </p:val>
                                        </p:tav>
                                        <p:tav tm="100000">
                                          <p:val>
                                            <p:strVal val="#ppt_w"/>
                                          </p:val>
                                        </p:tav>
                                      </p:tavLst>
                                    </p:anim>
                                    <p:anim calcmode="lin" valueType="num">
                                      <p:cBhvr>
                                        <p:cTn id="39" dur="500" fill="hold"/>
                                        <p:tgtEl>
                                          <p:spTgt spid="79"/>
                                        </p:tgtEl>
                                        <p:attrNameLst>
                                          <p:attrName>ppt_h</p:attrName>
                                        </p:attrNameLst>
                                      </p:cBhvr>
                                      <p:tavLst>
                                        <p:tav tm="0">
                                          <p:val>
                                            <p:fltVal val="0"/>
                                          </p:val>
                                        </p:tav>
                                        <p:tav tm="100000">
                                          <p:val>
                                            <p:strVal val="#ppt_h"/>
                                          </p:val>
                                        </p:tav>
                                      </p:tavLst>
                                    </p:anim>
                                    <p:animEffect transition="in" filter="fade">
                                      <p:cBhvr>
                                        <p:cTn id="40" dur="500"/>
                                        <p:tgtEl>
                                          <p:spTgt spid="79"/>
                                        </p:tgtEl>
                                      </p:cBhvr>
                                    </p:animEffect>
                                  </p:childTnLst>
                                </p:cTn>
                              </p:par>
                              <p:par>
                                <p:cTn id="41" presetID="53" presetClass="entr" presetSubtype="16" fill="hold" grpId="0" nodeType="withEffect">
                                  <p:stCondLst>
                                    <p:cond delay="400"/>
                                  </p:stCondLst>
                                  <p:childTnLst>
                                    <p:set>
                                      <p:cBhvr>
                                        <p:cTn id="42" dur="1" fill="hold">
                                          <p:stCondLst>
                                            <p:cond delay="0"/>
                                          </p:stCondLst>
                                        </p:cTn>
                                        <p:tgtEl>
                                          <p:spTgt spid="80"/>
                                        </p:tgtEl>
                                        <p:attrNameLst>
                                          <p:attrName>style.visibility</p:attrName>
                                        </p:attrNameLst>
                                      </p:cBhvr>
                                      <p:to>
                                        <p:strVal val="visible"/>
                                      </p:to>
                                    </p:set>
                                    <p:anim calcmode="lin" valueType="num">
                                      <p:cBhvr>
                                        <p:cTn id="43" dur="500" fill="hold"/>
                                        <p:tgtEl>
                                          <p:spTgt spid="80"/>
                                        </p:tgtEl>
                                        <p:attrNameLst>
                                          <p:attrName>ppt_w</p:attrName>
                                        </p:attrNameLst>
                                      </p:cBhvr>
                                      <p:tavLst>
                                        <p:tav tm="0">
                                          <p:val>
                                            <p:fltVal val="0"/>
                                          </p:val>
                                        </p:tav>
                                        <p:tav tm="100000">
                                          <p:val>
                                            <p:strVal val="#ppt_w"/>
                                          </p:val>
                                        </p:tav>
                                      </p:tavLst>
                                    </p:anim>
                                    <p:anim calcmode="lin" valueType="num">
                                      <p:cBhvr>
                                        <p:cTn id="44" dur="500" fill="hold"/>
                                        <p:tgtEl>
                                          <p:spTgt spid="80"/>
                                        </p:tgtEl>
                                        <p:attrNameLst>
                                          <p:attrName>ppt_h</p:attrName>
                                        </p:attrNameLst>
                                      </p:cBhvr>
                                      <p:tavLst>
                                        <p:tav tm="0">
                                          <p:val>
                                            <p:fltVal val="0"/>
                                          </p:val>
                                        </p:tav>
                                        <p:tav tm="100000">
                                          <p:val>
                                            <p:strVal val="#ppt_h"/>
                                          </p:val>
                                        </p:tav>
                                      </p:tavLst>
                                    </p:anim>
                                    <p:animEffect transition="in" filter="fade">
                                      <p:cBhvr>
                                        <p:cTn id="45" dur="500"/>
                                        <p:tgtEl>
                                          <p:spTgt spid="80"/>
                                        </p:tgtEl>
                                      </p:cBhvr>
                                    </p:animEffect>
                                  </p:childTnLst>
                                </p:cTn>
                              </p:par>
                              <p:par>
                                <p:cTn id="46" presetID="53" presetClass="entr" presetSubtype="16" fill="hold" grpId="0" nodeType="withEffect">
                                  <p:stCondLst>
                                    <p:cond delay="0"/>
                                  </p:stCondLst>
                                  <p:childTnLst>
                                    <p:set>
                                      <p:cBhvr>
                                        <p:cTn id="47" dur="1" fill="hold">
                                          <p:stCondLst>
                                            <p:cond delay="0"/>
                                          </p:stCondLst>
                                        </p:cTn>
                                        <p:tgtEl>
                                          <p:spTgt spid="81"/>
                                        </p:tgtEl>
                                        <p:attrNameLst>
                                          <p:attrName>style.visibility</p:attrName>
                                        </p:attrNameLst>
                                      </p:cBhvr>
                                      <p:to>
                                        <p:strVal val="visible"/>
                                      </p:to>
                                    </p:set>
                                    <p:anim calcmode="lin" valueType="num">
                                      <p:cBhvr>
                                        <p:cTn id="48" dur="500" fill="hold"/>
                                        <p:tgtEl>
                                          <p:spTgt spid="81"/>
                                        </p:tgtEl>
                                        <p:attrNameLst>
                                          <p:attrName>ppt_w</p:attrName>
                                        </p:attrNameLst>
                                      </p:cBhvr>
                                      <p:tavLst>
                                        <p:tav tm="0">
                                          <p:val>
                                            <p:fltVal val="0"/>
                                          </p:val>
                                        </p:tav>
                                        <p:tav tm="100000">
                                          <p:val>
                                            <p:strVal val="#ppt_w"/>
                                          </p:val>
                                        </p:tav>
                                      </p:tavLst>
                                    </p:anim>
                                    <p:anim calcmode="lin" valueType="num">
                                      <p:cBhvr>
                                        <p:cTn id="49" dur="500" fill="hold"/>
                                        <p:tgtEl>
                                          <p:spTgt spid="81"/>
                                        </p:tgtEl>
                                        <p:attrNameLst>
                                          <p:attrName>ppt_h</p:attrName>
                                        </p:attrNameLst>
                                      </p:cBhvr>
                                      <p:tavLst>
                                        <p:tav tm="0">
                                          <p:val>
                                            <p:fltVal val="0"/>
                                          </p:val>
                                        </p:tav>
                                        <p:tav tm="100000">
                                          <p:val>
                                            <p:strVal val="#ppt_h"/>
                                          </p:val>
                                        </p:tav>
                                      </p:tavLst>
                                    </p:anim>
                                    <p:animEffect transition="in" filter="fade">
                                      <p:cBhvr>
                                        <p:cTn id="50" dur="500"/>
                                        <p:tgtEl>
                                          <p:spTgt spid="81"/>
                                        </p:tgtEl>
                                      </p:cBhvr>
                                    </p:animEffect>
                                  </p:childTnLst>
                                </p:cTn>
                              </p:par>
                              <p:par>
                                <p:cTn id="51" presetID="53" presetClass="entr" presetSubtype="16" fill="hold" grpId="0" nodeType="withEffect">
                                  <p:stCondLst>
                                    <p:cond delay="400"/>
                                  </p:stCondLst>
                                  <p:childTnLst>
                                    <p:set>
                                      <p:cBhvr>
                                        <p:cTn id="52" dur="1" fill="hold">
                                          <p:stCondLst>
                                            <p:cond delay="0"/>
                                          </p:stCondLst>
                                        </p:cTn>
                                        <p:tgtEl>
                                          <p:spTgt spid="82"/>
                                        </p:tgtEl>
                                        <p:attrNameLst>
                                          <p:attrName>style.visibility</p:attrName>
                                        </p:attrNameLst>
                                      </p:cBhvr>
                                      <p:to>
                                        <p:strVal val="visible"/>
                                      </p:to>
                                    </p:set>
                                    <p:anim calcmode="lin" valueType="num">
                                      <p:cBhvr>
                                        <p:cTn id="53" dur="500" fill="hold"/>
                                        <p:tgtEl>
                                          <p:spTgt spid="82"/>
                                        </p:tgtEl>
                                        <p:attrNameLst>
                                          <p:attrName>ppt_w</p:attrName>
                                        </p:attrNameLst>
                                      </p:cBhvr>
                                      <p:tavLst>
                                        <p:tav tm="0">
                                          <p:val>
                                            <p:fltVal val="0"/>
                                          </p:val>
                                        </p:tav>
                                        <p:tav tm="100000">
                                          <p:val>
                                            <p:strVal val="#ppt_w"/>
                                          </p:val>
                                        </p:tav>
                                      </p:tavLst>
                                    </p:anim>
                                    <p:anim calcmode="lin" valueType="num">
                                      <p:cBhvr>
                                        <p:cTn id="54" dur="500" fill="hold"/>
                                        <p:tgtEl>
                                          <p:spTgt spid="82"/>
                                        </p:tgtEl>
                                        <p:attrNameLst>
                                          <p:attrName>ppt_h</p:attrName>
                                        </p:attrNameLst>
                                      </p:cBhvr>
                                      <p:tavLst>
                                        <p:tav tm="0">
                                          <p:val>
                                            <p:fltVal val="0"/>
                                          </p:val>
                                        </p:tav>
                                        <p:tav tm="100000">
                                          <p:val>
                                            <p:strVal val="#ppt_h"/>
                                          </p:val>
                                        </p:tav>
                                      </p:tavLst>
                                    </p:anim>
                                    <p:animEffect transition="in" filter="fade">
                                      <p:cBhvr>
                                        <p:cTn id="55" dur="500"/>
                                        <p:tgtEl>
                                          <p:spTgt spid="82"/>
                                        </p:tgtEl>
                                      </p:cBhvr>
                                    </p:animEffect>
                                  </p:childTnLst>
                                </p:cTn>
                              </p:par>
                              <p:par>
                                <p:cTn id="56" presetID="53" presetClass="entr" presetSubtype="16" fill="hold" grpId="0" nodeType="withEffect">
                                  <p:stCondLst>
                                    <p:cond delay="200"/>
                                  </p:stCondLst>
                                  <p:childTnLst>
                                    <p:set>
                                      <p:cBhvr>
                                        <p:cTn id="57" dur="1" fill="hold">
                                          <p:stCondLst>
                                            <p:cond delay="0"/>
                                          </p:stCondLst>
                                        </p:cTn>
                                        <p:tgtEl>
                                          <p:spTgt spid="83"/>
                                        </p:tgtEl>
                                        <p:attrNameLst>
                                          <p:attrName>style.visibility</p:attrName>
                                        </p:attrNameLst>
                                      </p:cBhvr>
                                      <p:to>
                                        <p:strVal val="visible"/>
                                      </p:to>
                                    </p:set>
                                    <p:anim calcmode="lin" valueType="num">
                                      <p:cBhvr>
                                        <p:cTn id="58" dur="500" fill="hold"/>
                                        <p:tgtEl>
                                          <p:spTgt spid="83"/>
                                        </p:tgtEl>
                                        <p:attrNameLst>
                                          <p:attrName>ppt_w</p:attrName>
                                        </p:attrNameLst>
                                      </p:cBhvr>
                                      <p:tavLst>
                                        <p:tav tm="0">
                                          <p:val>
                                            <p:fltVal val="0"/>
                                          </p:val>
                                        </p:tav>
                                        <p:tav tm="100000">
                                          <p:val>
                                            <p:strVal val="#ppt_w"/>
                                          </p:val>
                                        </p:tav>
                                      </p:tavLst>
                                    </p:anim>
                                    <p:anim calcmode="lin" valueType="num">
                                      <p:cBhvr>
                                        <p:cTn id="59" dur="500" fill="hold"/>
                                        <p:tgtEl>
                                          <p:spTgt spid="83"/>
                                        </p:tgtEl>
                                        <p:attrNameLst>
                                          <p:attrName>ppt_h</p:attrName>
                                        </p:attrNameLst>
                                      </p:cBhvr>
                                      <p:tavLst>
                                        <p:tav tm="0">
                                          <p:val>
                                            <p:fltVal val="0"/>
                                          </p:val>
                                        </p:tav>
                                        <p:tav tm="100000">
                                          <p:val>
                                            <p:strVal val="#ppt_h"/>
                                          </p:val>
                                        </p:tav>
                                      </p:tavLst>
                                    </p:anim>
                                    <p:animEffect transition="in" filter="fade">
                                      <p:cBhvr>
                                        <p:cTn id="60" dur="500"/>
                                        <p:tgtEl>
                                          <p:spTgt spid="83"/>
                                        </p:tgtEl>
                                      </p:cBhvr>
                                    </p:animEffect>
                                  </p:childTnLst>
                                </p:cTn>
                              </p:par>
                              <p:par>
                                <p:cTn id="61" presetID="53" presetClass="entr" presetSubtype="16" fill="hold" grpId="0" nodeType="withEffect">
                                  <p:stCondLst>
                                    <p:cond delay="200"/>
                                  </p:stCondLst>
                                  <p:childTnLst>
                                    <p:set>
                                      <p:cBhvr>
                                        <p:cTn id="62" dur="1" fill="hold">
                                          <p:stCondLst>
                                            <p:cond delay="0"/>
                                          </p:stCondLst>
                                        </p:cTn>
                                        <p:tgtEl>
                                          <p:spTgt spid="84"/>
                                        </p:tgtEl>
                                        <p:attrNameLst>
                                          <p:attrName>style.visibility</p:attrName>
                                        </p:attrNameLst>
                                      </p:cBhvr>
                                      <p:to>
                                        <p:strVal val="visible"/>
                                      </p:to>
                                    </p:set>
                                    <p:anim calcmode="lin" valueType="num">
                                      <p:cBhvr>
                                        <p:cTn id="63" dur="500" fill="hold"/>
                                        <p:tgtEl>
                                          <p:spTgt spid="84"/>
                                        </p:tgtEl>
                                        <p:attrNameLst>
                                          <p:attrName>ppt_w</p:attrName>
                                        </p:attrNameLst>
                                      </p:cBhvr>
                                      <p:tavLst>
                                        <p:tav tm="0">
                                          <p:val>
                                            <p:fltVal val="0"/>
                                          </p:val>
                                        </p:tav>
                                        <p:tav tm="100000">
                                          <p:val>
                                            <p:strVal val="#ppt_w"/>
                                          </p:val>
                                        </p:tav>
                                      </p:tavLst>
                                    </p:anim>
                                    <p:anim calcmode="lin" valueType="num">
                                      <p:cBhvr>
                                        <p:cTn id="64" dur="500" fill="hold"/>
                                        <p:tgtEl>
                                          <p:spTgt spid="84"/>
                                        </p:tgtEl>
                                        <p:attrNameLst>
                                          <p:attrName>ppt_h</p:attrName>
                                        </p:attrNameLst>
                                      </p:cBhvr>
                                      <p:tavLst>
                                        <p:tav tm="0">
                                          <p:val>
                                            <p:fltVal val="0"/>
                                          </p:val>
                                        </p:tav>
                                        <p:tav tm="100000">
                                          <p:val>
                                            <p:strVal val="#ppt_h"/>
                                          </p:val>
                                        </p:tav>
                                      </p:tavLst>
                                    </p:anim>
                                    <p:animEffect transition="in" filter="fade">
                                      <p:cBhvr>
                                        <p:cTn id="65" dur="500"/>
                                        <p:tgtEl>
                                          <p:spTgt spid="84"/>
                                        </p:tgtEl>
                                      </p:cBhvr>
                                    </p:animEffect>
                                  </p:childTnLst>
                                </p:cTn>
                              </p:par>
                            </p:childTnLst>
                          </p:cTn>
                        </p:par>
                        <p:par>
                          <p:cTn id="66" fill="hold">
                            <p:stCondLst>
                              <p:cond delay="3000"/>
                            </p:stCondLst>
                            <p:childTnLst>
                              <p:par>
                                <p:cTn id="67" presetID="53" presetClass="entr" presetSubtype="16" fill="hold" grpId="0" nodeType="afterEffect">
                                  <p:stCondLst>
                                    <p:cond delay="0"/>
                                  </p:stCondLst>
                                  <p:childTnLst>
                                    <p:set>
                                      <p:cBhvr>
                                        <p:cTn id="68" dur="1" fill="hold">
                                          <p:stCondLst>
                                            <p:cond delay="0"/>
                                          </p:stCondLst>
                                        </p:cTn>
                                        <p:tgtEl>
                                          <p:spTgt spid="105"/>
                                        </p:tgtEl>
                                        <p:attrNameLst>
                                          <p:attrName>style.visibility</p:attrName>
                                        </p:attrNameLst>
                                      </p:cBhvr>
                                      <p:to>
                                        <p:strVal val="visible"/>
                                      </p:to>
                                    </p:set>
                                    <p:anim calcmode="lin" valueType="num">
                                      <p:cBhvr>
                                        <p:cTn id="69" dur="500" fill="hold"/>
                                        <p:tgtEl>
                                          <p:spTgt spid="105"/>
                                        </p:tgtEl>
                                        <p:attrNameLst>
                                          <p:attrName>ppt_w</p:attrName>
                                        </p:attrNameLst>
                                      </p:cBhvr>
                                      <p:tavLst>
                                        <p:tav tm="0">
                                          <p:val>
                                            <p:fltVal val="0"/>
                                          </p:val>
                                        </p:tav>
                                        <p:tav tm="100000">
                                          <p:val>
                                            <p:strVal val="#ppt_w"/>
                                          </p:val>
                                        </p:tav>
                                      </p:tavLst>
                                    </p:anim>
                                    <p:anim calcmode="lin" valueType="num">
                                      <p:cBhvr>
                                        <p:cTn id="70" dur="500" fill="hold"/>
                                        <p:tgtEl>
                                          <p:spTgt spid="105"/>
                                        </p:tgtEl>
                                        <p:attrNameLst>
                                          <p:attrName>ppt_h</p:attrName>
                                        </p:attrNameLst>
                                      </p:cBhvr>
                                      <p:tavLst>
                                        <p:tav tm="0">
                                          <p:val>
                                            <p:fltVal val="0"/>
                                          </p:val>
                                        </p:tav>
                                        <p:tav tm="100000">
                                          <p:val>
                                            <p:strVal val="#ppt_h"/>
                                          </p:val>
                                        </p:tav>
                                      </p:tavLst>
                                    </p:anim>
                                    <p:animEffect transition="in" filter="fade">
                                      <p:cBhvr>
                                        <p:cTn id="71" dur="500"/>
                                        <p:tgtEl>
                                          <p:spTgt spid="105"/>
                                        </p:tgtEl>
                                      </p:cBhvr>
                                    </p:animEffect>
                                  </p:childTnLst>
                                </p:cTn>
                              </p:par>
                              <p:par>
                                <p:cTn id="72" presetID="53" presetClass="entr" presetSubtype="16" fill="hold" grpId="0" nodeType="withEffect">
                                  <p:stCondLst>
                                    <p:cond delay="100"/>
                                  </p:stCondLst>
                                  <p:childTnLst>
                                    <p:set>
                                      <p:cBhvr>
                                        <p:cTn id="73" dur="1" fill="hold">
                                          <p:stCondLst>
                                            <p:cond delay="0"/>
                                          </p:stCondLst>
                                        </p:cTn>
                                        <p:tgtEl>
                                          <p:spTgt spid="98"/>
                                        </p:tgtEl>
                                        <p:attrNameLst>
                                          <p:attrName>style.visibility</p:attrName>
                                        </p:attrNameLst>
                                      </p:cBhvr>
                                      <p:to>
                                        <p:strVal val="visible"/>
                                      </p:to>
                                    </p:set>
                                    <p:anim calcmode="lin" valueType="num">
                                      <p:cBhvr>
                                        <p:cTn id="74" dur="500" fill="hold"/>
                                        <p:tgtEl>
                                          <p:spTgt spid="98"/>
                                        </p:tgtEl>
                                        <p:attrNameLst>
                                          <p:attrName>ppt_w</p:attrName>
                                        </p:attrNameLst>
                                      </p:cBhvr>
                                      <p:tavLst>
                                        <p:tav tm="0">
                                          <p:val>
                                            <p:fltVal val="0"/>
                                          </p:val>
                                        </p:tav>
                                        <p:tav tm="100000">
                                          <p:val>
                                            <p:strVal val="#ppt_w"/>
                                          </p:val>
                                        </p:tav>
                                      </p:tavLst>
                                    </p:anim>
                                    <p:anim calcmode="lin" valueType="num">
                                      <p:cBhvr>
                                        <p:cTn id="75" dur="500" fill="hold"/>
                                        <p:tgtEl>
                                          <p:spTgt spid="98"/>
                                        </p:tgtEl>
                                        <p:attrNameLst>
                                          <p:attrName>ppt_h</p:attrName>
                                        </p:attrNameLst>
                                      </p:cBhvr>
                                      <p:tavLst>
                                        <p:tav tm="0">
                                          <p:val>
                                            <p:fltVal val="0"/>
                                          </p:val>
                                        </p:tav>
                                        <p:tav tm="100000">
                                          <p:val>
                                            <p:strVal val="#ppt_h"/>
                                          </p:val>
                                        </p:tav>
                                      </p:tavLst>
                                    </p:anim>
                                    <p:animEffect transition="in" filter="fade">
                                      <p:cBhvr>
                                        <p:cTn id="76" dur="500"/>
                                        <p:tgtEl>
                                          <p:spTgt spid="98"/>
                                        </p:tgtEl>
                                      </p:cBhvr>
                                    </p:animEffect>
                                  </p:childTnLst>
                                </p:cTn>
                              </p:par>
                              <p:par>
                                <p:cTn id="77" presetID="53" presetClass="entr" presetSubtype="16" fill="hold" grpId="0" nodeType="withEffect">
                                  <p:stCondLst>
                                    <p:cond delay="200"/>
                                  </p:stCondLst>
                                  <p:childTnLst>
                                    <p:set>
                                      <p:cBhvr>
                                        <p:cTn id="78" dur="1" fill="hold">
                                          <p:stCondLst>
                                            <p:cond delay="0"/>
                                          </p:stCondLst>
                                        </p:cTn>
                                        <p:tgtEl>
                                          <p:spTgt spid="99"/>
                                        </p:tgtEl>
                                        <p:attrNameLst>
                                          <p:attrName>style.visibility</p:attrName>
                                        </p:attrNameLst>
                                      </p:cBhvr>
                                      <p:to>
                                        <p:strVal val="visible"/>
                                      </p:to>
                                    </p:set>
                                    <p:anim calcmode="lin" valueType="num">
                                      <p:cBhvr>
                                        <p:cTn id="79" dur="500" fill="hold"/>
                                        <p:tgtEl>
                                          <p:spTgt spid="99"/>
                                        </p:tgtEl>
                                        <p:attrNameLst>
                                          <p:attrName>ppt_w</p:attrName>
                                        </p:attrNameLst>
                                      </p:cBhvr>
                                      <p:tavLst>
                                        <p:tav tm="0">
                                          <p:val>
                                            <p:fltVal val="0"/>
                                          </p:val>
                                        </p:tav>
                                        <p:tav tm="100000">
                                          <p:val>
                                            <p:strVal val="#ppt_w"/>
                                          </p:val>
                                        </p:tav>
                                      </p:tavLst>
                                    </p:anim>
                                    <p:anim calcmode="lin" valueType="num">
                                      <p:cBhvr>
                                        <p:cTn id="80" dur="500" fill="hold"/>
                                        <p:tgtEl>
                                          <p:spTgt spid="99"/>
                                        </p:tgtEl>
                                        <p:attrNameLst>
                                          <p:attrName>ppt_h</p:attrName>
                                        </p:attrNameLst>
                                      </p:cBhvr>
                                      <p:tavLst>
                                        <p:tav tm="0">
                                          <p:val>
                                            <p:fltVal val="0"/>
                                          </p:val>
                                        </p:tav>
                                        <p:tav tm="100000">
                                          <p:val>
                                            <p:strVal val="#ppt_h"/>
                                          </p:val>
                                        </p:tav>
                                      </p:tavLst>
                                    </p:anim>
                                    <p:animEffect transition="in" filter="fade">
                                      <p:cBhvr>
                                        <p:cTn id="81" dur="500"/>
                                        <p:tgtEl>
                                          <p:spTgt spid="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bldLvl="0" animBg="1"/>
      <p:bldP spid="26" grpId="0"/>
      <p:bldP spid="27" grpId="0"/>
      <p:bldP spid="78" grpId="0" bldLvl="0" animBg="1"/>
      <p:bldP spid="79" grpId="0" bldLvl="0" animBg="1"/>
      <p:bldP spid="80" grpId="0" bldLvl="0" animBg="1"/>
      <p:bldP spid="81" grpId="0" bldLvl="0" animBg="1"/>
      <p:bldP spid="82" grpId="0" bldLvl="0" animBg="1"/>
      <p:bldP spid="83" grpId="0" bldLvl="0" animBg="1"/>
      <p:bldP spid="84" grpId="0" bldLvl="0" animBg="1"/>
      <p:bldP spid="98" grpId="0" bldLvl="0" animBg="1"/>
      <p:bldP spid="99" grpId="0" bldLvl="0" animBg="1"/>
      <p:bldP spid="105" grpId="0"/>
    </p:bldLst>
  </p:timing>
</p:sld>
</file>

<file path=ppt/tags/tag1.xml><?xml version="1.0" encoding="utf-8"?>
<p:tagLst xmlns:p="http://schemas.openxmlformats.org/presentationml/2006/main">
  <p:tag name="SELECTED" val="True"/>
</p:tagLst>
</file>

<file path=ppt/tags/tag2.xml><?xml version="1.0" encoding="utf-8"?>
<p:tagLst xmlns:p="http://schemas.openxmlformats.org/presentationml/2006/main">
  <p:tag name="KSO_WM_DIAGRAM_VIRTUALLY_FRAME" val="{&quot;height&quot;:307.64275590551176,&quot;left&quot;:147.76700787401575,&quot;top&quot;:52.537401574803155,&quot;width&quot;:572.2329921259843}"/>
</p:tagLst>
</file>

<file path=ppt/tags/tag3.xml><?xml version="1.0" encoding="utf-8"?>
<p:tagLst xmlns:p="http://schemas.openxmlformats.org/presentationml/2006/main">
  <p:tag name="KSO_WM_DIAGRAM_VIRTUALLY_FRAME" val="{&quot;height&quot;:307.64275590551176,&quot;left&quot;:147.76700787401575,&quot;top&quot;:52.537401574803155,&quot;width&quot;:572.2329921259843}"/>
</p:tagLst>
</file>

<file path=ppt/tags/tag4.xml><?xml version="1.0" encoding="utf-8"?>
<p:tagLst xmlns:p="http://schemas.openxmlformats.org/presentationml/2006/main">
  <p:tag name="KSO_WM_DIAGRAM_VIRTUALLY_FRAME" val="{&quot;height&quot;:307.64275590551176,&quot;left&quot;:147.76700787401575,&quot;top&quot;:52.537401574803155,&quot;width&quot;:572.2329921259843}"/>
</p:tagLst>
</file>

<file path=ppt/tags/tag5.xml><?xml version="1.0" encoding="utf-8"?>
<p:tagLst xmlns:p="http://schemas.openxmlformats.org/presentationml/2006/main">
  <p:tag name="KSO_WM_DIAGRAM_VIRTUALLY_FRAME" val="{&quot;height&quot;:307.64275590551176,&quot;left&quot;:147.76700787401575,&quot;top&quot;:52.537401574803155,&quot;width&quot;:572.2329921259843}"/>
</p:tagLst>
</file>

<file path=ppt/tags/tag6.xml><?xml version="1.0" encoding="utf-8"?>
<p:tagLst xmlns:p="http://schemas.openxmlformats.org/presentationml/2006/main">
  <p:tag name="KSO_WM_DIAGRAM_VIRTUALLY_FRAME" val="{&quot;height&quot;:307.64275590551176,&quot;left&quot;:147.76700787401575,&quot;top&quot;:52.537401574803155,&quot;width&quot;:572.2329921259843}"/>
</p:tagLst>
</file>

<file path=ppt/tags/tag7.xml><?xml version="1.0" encoding="utf-8"?>
<p:tagLst xmlns:p="http://schemas.openxmlformats.org/presentationml/2006/main">
  <p:tag name="KSO_WM_DIAGRAM_VIRTUALLY_FRAME" val="{&quot;height&quot;:307.64275590551176,&quot;left&quot;:147.76700787401575,&quot;top&quot;:52.537401574803155,&quot;width&quot;:572.2329921259843}"/>
</p:tagLst>
</file>

<file path=ppt/tags/tag8.xml><?xml version="1.0" encoding="utf-8"?>
<p:tagLst xmlns:p="http://schemas.openxmlformats.org/presentationml/2006/main">
  <p:tag name="KSO_WM_DIAGRAM_VIRTUALLY_FRAME" val="{&quot;height&quot;:307.64275590551176,&quot;left&quot;:147.76700787401575,&quot;top&quot;:52.537401574803155,&quot;width&quot;:572.2329921259843}"/>
</p:tagLst>
</file>

<file path=ppt/tags/tag9.xml><?xml version="1.0" encoding="utf-8"?>
<p:tagLst xmlns:p="http://schemas.openxmlformats.org/presentationml/2006/main">
  <p:tag name="KSO_WM_DIAGRAM_VIRTUALLY_FRAME" val="{&quot;height&quot;:307.64275590551176,&quot;left&quot;:147.76700787401575,&quot;top&quot;:52.537401574803155,&quot;width&quot;:572.2329921259843}"/>
</p:tagLst>
</file>

<file path=ppt/tags/tag10.xml><?xml version="1.0" encoding="utf-8"?>
<p:tagLst xmlns:p="http://schemas.openxmlformats.org/presentationml/2006/main">
  <p:tag name="KSO_WM_DIAGRAM_VIRTUALLY_FRAME" val="{&quot;height&quot;:307.64275590551176,&quot;left&quot;:147.76700787401575,&quot;top&quot;:52.537401574803155,&quot;width&quot;:572.2329921259843}"/>
</p:tagLst>
</file>

<file path=ppt/tags/tag11.xml><?xml version="1.0" encoding="utf-8"?>
<p:tagLst xmlns:p="http://schemas.openxmlformats.org/presentationml/2006/main">
  <p:tag name="KSO_WM_DIAGRAM_VIRTUALLY_FRAME" val="{&quot;height&quot;:307.64275590551176,&quot;left&quot;:147.76700787401575,&quot;top&quot;:52.537401574803155,&quot;width&quot;:572.2329921259843}"/>
</p:tagLst>
</file>

<file path=ppt/tags/tag12.xml><?xml version="1.0" encoding="utf-8"?>
<p:tagLst xmlns:p="http://schemas.openxmlformats.org/presentationml/2006/main">
  <p:tag name="KSO_WM_DIAGRAM_VIRTUALLY_FRAME" val="{&quot;height&quot;:307.64275590551176,&quot;left&quot;:147.76700787401575,&quot;top&quot;:52.537401574803155,&quot;width&quot;:572.2329921259843}"/>
</p:tagLst>
</file>

<file path=ppt/tags/tag13.xml><?xml version="1.0" encoding="utf-8"?>
<p:tagLst xmlns:p="http://schemas.openxmlformats.org/presentationml/2006/main">
  <p:tag name="KSO_WM_DIAGRAM_VIRTUALLY_FRAME" val="{&quot;height&quot;:307.64275590551176,&quot;left&quot;:147.76700787401575,&quot;top&quot;:52.537401574803155,&quot;width&quot;:572.2329921259843}"/>
</p:tagLst>
</file>

<file path=ppt/tags/tag14.xml><?xml version="1.0" encoding="utf-8"?>
<p:tagLst xmlns:p="http://schemas.openxmlformats.org/presentationml/2006/main">
  <p:tag name="KSO_WM_DIAGRAM_VIRTUALLY_FRAME" val="{&quot;height&quot;:307.64275590551176,&quot;left&quot;:147.76700787401575,&quot;top&quot;:52.537401574803155,&quot;width&quot;:572.2329921259843}"/>
</p:tagLst>
</file>

<file path=ppt/tags/tag15.xml><?xml version="1.0" encoding="utf-8"?>
<p:tagLst xmlns:p="http://schemas.openxmlformats.org/presentationml/2006/main">
  <p:tag name="KSO_WM_DIAGRAM_VIRTUALLY_FRAME" val="{&quot;height&quot;:307.64275590551176,&quot;left&quot;:147.76700787401575,&quot;top&quot;:52.537401574803155,&quot;width&quot;:572.2329921259843}"/>
</p:tagLst>
</file>

<file path=ppt/tags/tag16.xml><?xml version="1.0" encoding="utf-8"?>
<p:tagLst xmlns:p="http://schemas.openxmlformats.org/presentationml/2006/main">
  <p:tag name="KSO_WM_DIAGRAM_VIRTUALLY_FRAME" val="{&quot;height&quot;:307.64275590551176,&quot;left&quot;:147.76700787401575,&quot;top&quot;:52.537401574803155,&quot;width&quot;:572.2329921259843}"/>
</p:tagLst>
</file>

<file path=ppt/tags/tag17.xml><?xml version="1.0" encoding="utf-8"?>
<p:tagLst xmlns:p="http://schemas.openxmlformats.org/presentationml/2006/main">
  <p:tag name="KSO_WM_DIAGRAM_VIRTUALLY_FRAME" val="{&quot;height&quot;:307.64275590551176,&quot;left&quot;:147.76700787401575,&quot;top&quot;:52.537401574803155,&quot;width&quot;:572.2329921259843}"/>
</p:tagLst>
</file>

<file path=ppt/tags/tag18.xml><?xml version="1.0" encoding="utf-8"?>
<p:tagLst xmlns:p="http://schemas.openxmlformats.org/presentationml/2006/main">
  <p:tag name="KSO_WM_DIAGRAM_VIRTUALLY_FRAME" val="{&quot;height&quot;:307.64275590551176,&quot;left&quot;:147.76700787401575,&quot;top&quot;:52.537401574803155,&quot;width&quot;:572.2329921259843}"/>
</p:tagLst>
</file>

<file path=ppt/tags/tag19.xml><?xml version="1.0" encoding="utf-8"?>
<p:tagLst xmlns:p="http://schemas.openxmlformats.org/presentationml/2006/main">
  <p:tag name="KSO_WM_DIAGRAM_VIRTUALLY_FRAME" val="{&quot;height&quot;:307.64275590551176,&quot;left&quot;:147.76700787401575,&quot;top&quot;:52.537401574803155,&quot;width&quot;:572.2329921259843}"/>
</p:tagLst>
</file>

<file path=ppt/tags/tag20.xml><?xml version="1.0" encoding="utf-8"?>
<p:tagLst xmlns:p="http://schemas.openxmlformats.org/presentationml/2006/main">
  <p:tag name="KSO_WM_DIAGRAM_VIRTUALLY_FRAME" val="{&quot;height&quot;:307.64275590551176,&quot;left&quot;:147.76700787401575,&quot;top&quot;:52.537401574803155,&quot;width&quot;:572.2329921259843}"/>
</p:tagLst>
</file>

<file path=ppt/tags/tag21.xml><?xml version="1.0" encoding="utf-8"?>
<p:tagLst xmlns:p="http://schemas.openxmlformats.org/presentationml/2006/main">
  <p:tag name="KSO_WM_DIAGRAM_VIRTUALLY_FRAME" val="{&quot;height&quot;:307.64275590551176,&quot;left&quot;:147.76700787401575,&quot;top&quot;:52.537401574803155,&quot;width&quot;:572.2329921259843}"/>
</p:tagLst>
</file>

<file path=ppt/tags/tag22.xml><?xml version="1.0" encoding="utf-8"?>
<p:tagLst xmlns:p="http://schemas.openxmlformats.org/presentationml/2006/main">
  <p:tag name="KSO_WM_DIAGRAM_VIRTUALLY_FRAME" val="{&quot;height&quot;:307.64275590551176,&quot;left&quot;:147.76700787401575,&quot;top&quot;:52.537401574803155,&quot;width&quot;:572.2329921259843}"/>
</p:tagLst>
</file>

<file path=ppt/tags/tag23.xml><?xml version="1.0" encoding="utf-8"?>
<p:tagLst xmlns:p="http://schemas.openxmlformats.org/presentationml/2006/main">
  <p:tag name="KSO_WM_DIAGRAM_VIRTUALLY_FRAME" val="{&quot;height&quot;:326.6,&quot;left&quot;:-29.6,&quot;top&quot;:225.2,&quot;width&quot;:678.8171653543308}"/>
</p:tagLst>
</file>

<file path=ppt/tags/tag24.xml><?xml version="1.0" encoding="utf-8"?>
<p:tagLst xmlns:p="http://schemas.openxmlformats.org/presentationml/2006/main">
  <p:tag name="SELECTED" val="True"/>
</p:tagLst>
</file>

<file path=ppt/tags/tag25.xml><?xml version="1.0" encoding="utf-8"?>
<p:tagLst xmlns:p="http://schemas.openxmlformats.org/presentationml/2006/main">
  <p:tag name="SELECTED" val="True"/>
</p:tagLst>
</file>

<file path=ppt/tags/tag26.xml><?xml version="1.0" encoding="utf-8"?>
<p:tagLst xmlns:p="http://schemas.openxmlformats.org/presentationml/2006/main">
  <p:tag name="SELECTED" val="True"/>
</p:tagLst>
</file>

<file path=ppt/tags/tag27.xml><?xml version="1.0" encoding="utf-8"?>
<p:tagLst xmlns:p="http://schemas.openxmlformats.org/presentationml/2006/main">
  <p:tag name="SELECTED" val="True"/>
</p:tagLst>
</file>

<file path=ppt/tags/tag28.xml><?xml version="1.0" encoding="utf-8"?>
<p:tagLst xmlns:p="http://schemas.openxmlformats.org/presentationml/2006/main">
  <p:tag name="KSO_WM_DIAGRAM_VIRTUALLY_FRAME" val="{&quot;height&quot;:243.51047244094488,&quot;left&quot;:282.51173228346454,&quot;top&quot;:103.708031496063,&quot;width&quot;:406.3437007874016}"/>
</p:tagLst>
</file>

<file path=ppt/tags/tag29.xml><?xml version="1.0" encoding="utf-8"?>
<p:tagLst xmlns:p="http://schemas.openxmlformats.org/presentationml/2006/main">
  <p:tag name="KSO_WM_DIAGRAM_VIRTUALLY_FRAME" val="{&quot;height&quot;:243.51047244094488,&quot;left&quot;:282.51173228346454,&quot;top&quot;:103.708031496063,&quot;width&quot;:406.3437007874016}"/>
</p:tagLst>
</file>

<file path=ppt/tags/tag30.xml><?xml version="1.0" encoding="utf-8"?>
<p:tagLst xmlns:p="http://schemas.openxmlformats.org/presentationml/2006/main">
  <p:tag name="KSO_WM_DIAGRAM_VIRTUALLY_FRAME" val="{&quot;height&quot;:243.51047244094488,&quot;left&quot;:282.51173228346454,&quot;top&quot;:103.708031496063,&quot;width&quot;:406.3437007874016}"/>
</p:tagLst>
</file>

<file path=ppt/tags/tag31.xml><?xml version="1.0" encoding="utf-8"?>
<p:tagLst xmlns:p="http://schemas.openxmlformats.org/presentationml/2006/main">
  <p:tag name="KSO_WM_DIAGRAM_VIRTUALLY_FRAME" val="{&quot;height&quot;:243.51047244094488,&quot;left&quot;:282.51173228346454,&quot;top&quot;:103.708031496063,&quot;width&quot;:406.3437007874016}"/>
</p:tagLst>
</file>

<file path=ppt/tags/tag32.xml><?xml version="1.0" encoding="utf-8"?>
<p:tagLst xmlns:p="http://schemas.openxmlformats.org/presentationml/2006/main">
  <p:tag name="KSO_WM_DIAGRAM_VIRTUALLY_FRAME" val="{&quot;height&quot;:243.51047244094488,&quot;left&quot;:282.51173228346454,&quot;top&quot;:103.708031496063,&quot;width&quot;:406.3437007874016}"/>
</p:tagLst>
</file>

<file path=ppt/tags/tag33.xml><?xml version="1.0" encoding="utf-8"?>
<p:tagLst xmlns:p="http://schemas.openxmlformats.org/presentationml/2006/main">
  <p:tag name="KSO_WM_DIAGRAM_VIRTUALLY_FRAME" val="{&quot;height&quot;:243.51047244094488,&quot;left&quot;:282.51173228346454,&quot;top&quot;:103.708031496063,&quot;width&quot;:406.3437007874016}"/>
</p:tagLst>
</file>

<file path=ppt/tags/tag34.xml><?xml version="1.0" encoding="utf-8"?>
<p:tagLst xmlns:p="http://schemas.openxmlformats.org/presentationml/2006/main">
  <p:tag name="KSO_WM_DIAGRAM_VIRTUALLY_FRAME" val="{&quot;height&quot;:243.51047244094488,&quot;left&quot;:282.51173228346454,&quot;top&quot;:103.708031496063,&quot;width&quot;:406.3437007874016}"/>
</p:tagLst>
</file>

<file path=ppt/tags/tag35.xml><?xml version="1.0" encoding="utf-8"?>
<p:tagLst xmlns:p="http://schemas.openxmlformats.org/presentationml/2006/main">
  <p:tag name="KSO_WM_DIAGRAM_VIRTUALLY_FRAME" val="{&quot;height&quot;:243.51047244094488,&quot;left&quot;:282.51173228346454,&quot;top&quot;:103.708031496063,&quot;width&quot;:406.3437007874016}"/>
</p:tagLst>
</file>

<file path=ppt/tags/tag36.xml><?xml version="1.0" encoding="utf-8"?>
<p:tagLst xmlns:p="http://schemas.openxmlformats.org/presentationml/2006/main">
  <p:tag name="KSO_WM_DIAGRAM_VIRTUALLY_FRAME" val="{&quot;height&quot;:243.51047244094488,&quot;left&quot;:282.51173228346454,&quot;top&quot;:103.708031496063,&quot;width&quot;:406.3437007874016}"/>
</p:tagLst>
</file>

<file path=ppt/tags/tag37.xml><?xml version="1.0" encoding="utf-8"?>
<p:tagLst xmlns:p="http://schemas.openxmlformats.org/presentationml/2006/main">
  <p:tag name="KSO_WM_DIAGRAM_VIRTUALLY_FRAME" val="{&quot;height&quot;:243.51047244094488,&quot;left&quot;:282.51173228346454,&quot;top&quot;:103.708031496063,&quot;width&quot;:406.3437007874016}"/>
</p:tagLst>
</file>

<file path=ppt/tags/tag38.xml><?xml version="1.0" encoding="utf-8"?>
<p:tagLst xmlns:p="http://schemas.openxmlformats.org/presentationml/2006/main">
  <p:tag name="KSO_WM_DIAGRAM_VIRTUALLY_FRAME" val="{&quot;height&quot;:243.51047244094488,&quot;left&quot;:282.51173228346454,&quot;top&quot;:103.708031496063,&quot;width&quot;:406.3437007874016}"/>
</p:tagLst>
</file>

<file path=ppt/tags/tag39.xml><?xml version="1.0" encoding="utf-8"?>
<p:tagLst xmlns:p="http://schemas.openxmlformats.org/presentationml/2006/main">
  <p:tag name="KSO_WM_DIAGRAM_VIRTUALLY_FRAME" val="{&quot;height&quot;:243.51047244094488,&quot;left&quot;:282.51173228346454,&quot;top&quot;:103.708031496063,&quot;width&quot;:406.3437007874016}"/>
</p:tagLst>
</file>

<file path=ppt/tags/tag40.xml><?xml version="1.0" encoding="utf-8"?>
<p:tagLst xmlns:p="http://schemas.openxmlformats.org/presentationml/2006/main">
  <p:tag name="KSO_WM_DIAGRAM_VIRTUALLY_FRAME" val="{&quot;height&quot;:306.175748031496,&quot;left&quot;:31.14448818897638,&quot;top&quot;:66.42188976377953,&quot;width&quot;:652.0410236220472}"/>
</p:tagLst>
</file>

<file path=ppt/tags/tag41.xml><?xml version="1.0" encoding="utf-8"?>
<p:tagLst xmlns:p="http://schemas.openxmlformats.org/presentationml/2006/main">
  <p:tag name="KSO_WM_DIAGRAM_VIRTUALLY_FRAME" val="{&quot;height&quot;:306.175748031496,&quot;left&quot;:31.14448818897638,&quot;top&quot;:66.42188976377953,&quot;width&quot;:652.0410236220472}"/>
</p:tagLst>
</file>

<file path=ppt/tags/tag42.xml><?xml version="1.0" encoding="utf-8"?>
<p:tagLst xmlns:p="http://schemas.openxmlformats.org/presentationml/2006/main">
  <p:tag name="KSO_WM_DIAGRAM_VIRTUALLY_FRAME" val="{&quot;height&quot;:306.175748031496,&quot;left&quot;:31.14448818897638,&quot;top&quot;:66.42188976377953,&quot;width&quot;:652.0410236220472}"/>
</p:tagLst>
</file>

<file path=ppt/tags/tag43.xml><?xml version="1.0" encoding="utf-8"?>
<p:tagLst xmlns:p="http://schemas.openxmlformats.org/presentationml/2006/main">
  <p:tag name="KSO_WM_DIAGRAM_VIRTUALLY_FRAME" val="{&quot;height&quot;:306.175748031496,&quot;left&quot;:31.14448818897638,&quot;top&quot;:66.42188976377953,&quot;width&quot;:652.0410236220472}"/>
</p:tagLst>
</file>

<file path=ppt/tags/tag44.xml><?xml version="1.0" encoding="utf-8"?>
<p:tagLst xmlns:p="http://schemas.openxmlformats.org/presentationml/2006/main">
  <p:tag name="KSO_WM_DIAGRAM_VIRTUALLY_FRAME" val="{&quot;height&quot;:306.175748031496,&quot;left&quot;:31.14448818897638,&quot;top&quot;:66.42188976377953,&quot;width&quot;:652.0410236220472}"/>
</p:tagLst>
</file>

<file path=ppt/tags/tag45.xml><?xml version="1.0" encoding="utf-8"?>
<p:tagLst xmlns:p="http://schemas.openxmlformats.org/presentationml/2006/main">
  <p:tag name="KSO_WM_DIAGRAM_VIRTUALLY_FRAME" val="{&quot;height&quot;:306.175748031496,&quot;left&quot;:31.14448818897638,&quot;top&quot;:66.42188976377953,&quot;width&quot;:652.0410236220472}"/>
</p:tagLst>
</file>

<file path=ppt/tags/tag46.xml><?xml version="1.0" encoding="utf-8"?>
<p:tagLst xmlns:p="http://schemas.openxmlformats.org/presentationml/2006/main">
  <p:tag name="KSO_WM_DIAGRAM_VIRTUALLY_FRAME" val="{&quot;height&quot;:306.175748031496,&quot;left&quot;:31.14448818897638,&quot;top&quot;:66.42188976377953,&quot;width&quot;:652.0410236220472}"/>
</p:tagLst>
</file>

<file path=ppt/tags/tag47.xml><?xml version="1.0" encoding="utf-8"?>
<p:tagLst xmlns:p="http://schemas.openxmlformats.org/presentationml/2006/main">
  <p:tag name="KSO_WM_DIAGRAM_VIRTUALLY_FRAME" val="{&quot;height&quot;:306.175748031496,&quot;left&quot;:31.14448818897638,&quot;top&quot;:66.42188976377953,&quot;width&quot;:652.0410236220472}"/>
</p:tagLst>
</file>

<file path=ppt/tags/tag48.xml><?xml version="1.0" encoding="utf-8"?>
<p:tagLst xmlns:p="http://schemas.openxmlformats.org/presentationml/2006/main">
  <p:tag name="KSO_WM_DIAGRAM_VIRTUALLY_FRAME" val="{&quot;height&quot;:306.175748031496,&quot;left&quot;:31.14448818897638,&quot;top&quot;:66.42188976377953,&quot;width&quot;:652.0410236220472}"/>
</p:tagLst>
</file>

<file path=ppt/tags/tag49.xml><?xml version="1.0" encoding="utf-8"?>
<p:tagLst xmlns:p="http://schemas.openxmlformats.org/presentationml/2006/main">
  <p:tag name="KSO_WM_DIAGRAM_VIRTUALLY_FRAME" val="{&quot;height&quot;:306.175748031496,&quot;left&quot;:31.14448818897638,&quot;top&quot;:66.42188976377953,&quot;width&quot;:652.0410236220472}"/>
</p:tagLst>
</file>

<file path=ppt/tags/tag50.xml><?xml version="1.0" encoding="utf-8"?>
<p:tagLst xmlns:p="http://schemas.openxmlformats.org/presentationml/2006/main">
  <p:tag name="KSO_WM_DIAGRAM_VIRTUALLY_FRAME" val="{&quot;height&quot;:306.175748031496,&quot;left&quot;:31.14448818897638,&quot;top&quot;:66.42188976377953,&quot;width&quot;:652.0410236220472}"/>
</p:tagLst>
</file>

<file path=ppt/tags/tag51.xml><?xml version="1.0" encoding="utf-8"?>
<p:tagLst xmlns:p="http://schemas.openxmlformats.org/presentationml/2006/main">
  <p:tag name="KSO_WM_DIAGRAM_VIRTUALLY_FRAME" val="{&quot;height&quot;:306.175748031496,&quot;left&quot;:31.14448818897638,&quot;top&quot;:66.42188976377953,&quot;width&quot;:652.0410236220472}"/>
</p:tagLst>
</file>

<file path=ppt/tags/tag52.xml><?xml version="1.0" encoding="utf-8"?>
<p:tagLst xmlns:p="http://schemas.openxmlformats.org/presentationml/2006/main">
  <p:tag name="KSO_WM_DIAGRAM_VIRTUALLY_FRAME" val="{&quot;height&quot;:306.175748031496,&quot;left&quot;:31.14448818897638,&quot;top&quot;:66.42188976377953,&quot;width&quot;:652.0410236220472}"/>
</p:tagLst>
</file>

<file path=ppt/tags/tag53.xml><?xml version="1.0" encoding="utf-8"?>
<p:tagLst xmlns:p="http://schemas.openxmlformats.org/presentationml/2006/main">
  <p:tag name="KSO_WM_DIAGRAM_VIRTUALLY_FRAME" val="{&quot;height&quot;:306.175748031496,&quot;left&quot;:31.14448818897638,&quot;top&quot;:66.42188976377953,&quot;width&quot;:652.0410236220472}"/>
</p:tagLst>
</file>

<file path=ppt/tags/tag54.xml><?xml version="1.0" encoding="utf-8"?>
<p:tagLst xmlns:p="http://schemas.openxmlformats.org/presentationml/2006/main">
  <p:tag name="KSO_WM_DIAGRAM_VIRTUALLY_FRAME" val="{&quot;height&quot;:306.175748031496,&quot;left&quot;:31.14448818897638,&quot;top&quot;:66.42188976377953,&quot;width&quot;:652.0410236220472}"/>
</p:tagLst>
</file>

<file path=ppt/tags/tag55.xml><?xml version="1.0" encoding="utf-8"?>
<p:tagLst xmlns:p="http://schemas.openxmlformats.org/presentationml/2006/main">
  <p:tag name="KSO_WM_DIAGRAM_VIRTUALLY_FRAME" val="{&quot;height&quot;:306.175748031496,&quot;left&quot;:31.14448818897638,&quot;top&quot;:66.42188976377953,&quot;width&quot;:652.0410236220472}"/>
</p:tagLst>
</file>

<file path=ppt/tags/tag56.xml><?xml version="1.0" encoding="utf-8"?>
<p:tagLst xmlns:p="http://schemas.openxmlformats.org/presentationml/2006/main">
  <p:tag name="KSO_WM_DIAGRAM_VIRTUALLY_FRAME" val="{&quot;height&quot;:306.175748031496,&quot;left&quot;:31.14448818897638,&quot;top&quot;:66.42188976377953,&quot;width&quot;:652.0410236220472}"/>
</p:tagLst>
</file>

<file path=ppt/tags/tag57.xml><?xml version="1.0" encoding="utf-8"?>
<p:tagLst xmlns:p="http://schemas.openxmlformats.org/presentationml/2006/main">
  <p:tag name="KSO_WM_DIAGRAM_VIRTUALLY_FRAME" val="{&quot;height&quot;:306.175748031496,&quot;left&quot;:31.14448818897638,&quot;top&quot;:66.42188976377953,&quot;width&quot;:652.0410236220472}"/>
</p:tagLst>
</file>

<file path=ppt/tags/tag58.xml><?xml version="1.0" encoding="utf-8"?>
<p:tagLst xmlns:p="http://schemas.openxmlformats.org/presentationml/2006/main">
  <p:tag name="KSO_WM_DIAGRAM_VIRTUALLY_FRAME" val="{&quot;height&quot;:306.175748031496,&quot;left&quot;:31.14448818897638,&quot;top&quot;:66.42188976377953,&quot;width&quot;:652.0410236220472}"/>
</p:tagLst>
</file>

<file path=ppt/tags/tag59.xml><?xml version="1.0" encoding="utf-8"?>
<p:tagLst xmlns:p="http://schemas.openxmlformats.org/presentationml/2006/main">
  <p:tag name="KSO_WM_DIAGRAM_VIRTUALLY_FRAME" val="{&quot;height&quot;:306.175748031496,&quot;left&quot;:31.14448818897638,&quot;top&quot;:66.42188976377953,&quot;width&quot;:652.0410236220472}"/>
</p:tagLst>
</file>

<file path=ppt/tags/tag60.xml><?xml version="1.0" encoding="utf-8"?>
<p:tagLst xmlns:p="http://schemas.openxmlformats.org/presentationml/2006/main">
  <p:tag name="KSO_WM_DIAGRAM_VIRTUALLY_FRAME" val="{&quot;height&quot;:306.175748031496,&quot;left&quot;:31.14448818897638,&quot;top&quot;:66.42188976377953,&quot;width&quot;:652.0410236220472}"/>
</p:tagLst>
</file>

<file path=ppt/tags/tag61.xml><?xml version="1.0" encoding="utf-8"?>
<p:tagLst xmlns:p="http://schemas.openxmlformats.org/presentationml/2006/main">
  <p:tag name="KSO_WM_DIAGRAM_VIRTUALLY_FRAME" val="{&quot;height&quot;:306.175748031496,&quot;left&quot;:31.14448818897638,&quot;top&quot;:66.42188976377953,&quot;width&quot;:652.0410236220472}"/>
</p:tagLst>
</file>

<file path=ppt/tags/tag62.xml><?xml version="1.0" encoding="utf-8"?>
<p:tagLst xmlns:p="http://schemas.openxmlformats.org/presentationml/2006/main">
  <p:tag name="KSO_WM_DIAGRAM_VIRTUALLY_FRAME" val="{&quot;height&quot;:306.175748031496,&quot;left&quot;:31.14448818897638,&quot;top&quot;:66.42188976377953,&quot;width&quot;:652.0410236220472}"/>
</p:tagLst>
</file>

<file path=ppt/tags/tag63.xml><?xml version="1.0" encoding="utf-8"?>
<p:tagLst xmlns:p="http://schemas.openxmlformats.org/presentationml/2006/main">
  <p:tag name="KSO_WM_DIAGRAM_VIRTUALLY_FRAME" val="{&quot;height&quot;:306.175748031496,&quot;left&quot;:31.14448818897638,&quot;top&quot;:66.42188976377953,&quot;width&quot;:652.0410236220472}"/>
</p:tagLst>
</file>

<file path=ppt/tags/tag64.xml><?xml version="1.0" encoding="utf-8"?>
<p:tagLst xmlns:p="http://schemas.openxmlformats.org/presentationml/2006/main">
  <p:tag name="KSO_WM_DIAGRAM_VIRTUALLY_FRAME" val="{&quot;height&quot;:306.175748031496,&quot;left&quot;:31.14448818897638,&quot;top&quot;:66.42188976377953,&quot;width&quot;:652.0410236220472}"/>
</p:tagLst>
</file>

<file path=ppt/tags/tag65.xml><?xml version="1.0" encoding="utf-8"?>
<p:tagLst xmlns:p="http://schemas.openxmlformats.org/presentationml/2006/main">
  <p:tag name="KSO_WM_DIAGRAM_VIRTUALLY_FRAME" val="{&quot;height&quot;:306.175748031496,&quot;left&quot;:31.14448818897638,&quot;top&quot;:66.42188976377953,&quot;width&quot;:652.0410236220472}"/>
</p:tagLst>
</file>

<file path=ppt/tags/tag66.xml><?xml version="1.0" encoding="utf-8"?>
<p:tagLst xmlns:p="http://schemas.openxmlformats.org/presentationml/2006/main">
  <p:tag name="KSO_WM_DIAGRAM_VIRTUALLY_FRAME" val="{&quot;height&quot;:306.175748031496,&quot;left&quot;:31.14448818897638,&quot;top&quot;:66.42188976377953,&quot;width&quot;:652.0410236220472}"/>
</p:tagLst>
</file>

<file path=ppt/tags/tag67.xml><?xml version="1.0" encoding="utf-8"?>
<p:tagLst xmlns:p="http://schemas.openxmlformats.org/presentationml/2006/main">
  <p:tag name="KSO_WM_DIAGRAM_VIRTUALLY_FRAME" val="{&quot;height&quot;:306.175748031496,&quot;left&quot;:31.14448818897638,&quot;top&quot;:66.42188976377953,&quot;width&quot;:652.0410236220472}"/>
</p:tagLst>
</file>

<file path=ppt/tags/tag68.xml><?xml version="1.0" encoding="utf-8"?>
<p:tagLst xmlns:p="http://schemas.openxmlformats.org/presentationml/2006/main">
  <p:tag name="KSO_WM_DIAGRAM_VIRTUALLY_FRAME" val="{&quot;height&quot;:306.175748031496,&quot;left&quot;:31.14448818897638,&quot;top&quot;:66.42188976377953,&quot;width&quot;:652.0410236220472}"/>
</p:tagLst>
</file>

<file path=ppt/tags/tag69.xml><?xml version="1.0" encoding="utf-8"?>
<p:tagLst xmlns:p="http://schemas.openxmlformats.org/presentationml/2006/main">
  <p:tag name="KSO_WM_DIAGRAM_VIRTUALLY_FRAME" val="{&quot;height&quot;:306.175748031496,&quot;left&quot;:31.14448818897638,&quot;top&quot;:66.42188976377953,&quot;width&quot;:652.0410236220472}"/>
</p:tagLst>
</file>

<file path=ppt/tags/tag70.xml><?xml version="1.0" encoding="utf-8"?>
<p:tagLst xmlns:p="http://schemas.openxmlformats.org/presentationml/2006/main">
  <p:tag name="KSO_WM_DIAGRAM_VIRTUALLY_FRAME" val="{&quot;height&quot;:306.175748031496,&quot;left&quot;:31.14448818897638,&quot;top&quot;:66.42188976377953,&quot;width&quot;:652.0410236220472}"/>
</p:tagLst>
</file>

<file path=ppt/tags/tag71.xml><?xml version="1.0" encoding="utf-8"?>
<p:tagLst xmlns:p="http://schemas.openxmlformats.org/presentationml/2006/main">
  <p:tag name="KSO_WM_DIAGRAM_VIRTUALLY_FRAME" val="{&quot;height&quot;:306.175748031496,&quot;left&quot;:31.14448818897638,&quot;top&quot;:66.42188976377953,&quot;width&quot;:652.0410236220472}"/>
</p:tagLst>
</file>

<file path=ppt/tags/tag72.xml><?xml version="1.0" encoding="utf-8"?>
<p:tagLst xmlns:p="http://schemas.openxmlformats.org/presentationml/2006/main">
  <p:tag name="SELECTED" val="True"/>
</p:tagLst>
</file>

<file path=ppt/tags/tag73.xml><?xml version="1.0" encoding="utf-8"?>
<p:tagLst xmlns:p="http://schemas.openxmlformats.org/presentationml/2006/main">
  <p:tag name="KSO_WM_DIAGRAM_VIRTUALLY_FRAME" val="{&quot;height&quot;:294.0633604313784,&quot;left&quot;:58.383464566929135,&quot;top&quot;:83.35797815129878,&quot;width&quot;:598.7307086614172}"/>
</p:tagLst>
</file>

<file path=ppt/tags/tag74.xml><?xml version="1.0" encoding="utf-8"?>
<p:tagLst xmlns:p="http://schemas.openxmlformats.org/presentationml/2006/main">
  <p:tag name="MH" val="20151126093208"/>
  <p:tag name="MH_LIBRARY" val="GRAPHIC"/>
  <p:tag name="MH_TYPE" val="Other"/>
  <p:tag name="MH_ORDER" val="3"/>
  <p:tag name="KSO_WM_DIAGRAM_VIRTUALLY_FRAME" val="{&quot;height&quot;:294.0633604313784,&quot;left&quot;:58.383464566929135,&quot;top&quot;:83.35797815129878,&quot;width&quot;:598.7307086614172}"/>
</p:tagLst>
</file>

<file path=ppt/tags/tag75.xml><?xml version="1.0" encoding="utf-8"?>
<p:tagLst xmlns:p="http://schemas.openxmlformats.org/presentationml/2006/main">
  <p:tag name="KSO_WM_DIAGRAM_VIRTUALLY_FRAME" val="{&quot;height&quot;:294.0633604313784,&quot;left&quot;:58.383464566929135,&quot;top&quot;:83.35797815129878,&quot;width&quot;:598.7307086614172}"/>
</p:tagLst>
</file>

<file path=ppt/tags/tag76.xml><?xml version="1.0" encoding="utf-8"?>
<p:tagLst xmlns:p="http://schemas.openxmlformats.org/presentationml/2006/main">
  <p:tag name="KSO_WM_DIAGRAM_VIRTUALLY_FRAME" val="{&quot;height&quot;:294.0633604313784,&quot;left&quot;:58.383464566929135,&quot;top&quot;:83.35797815129878,&quot;width&quot;:598.7307086614172}"/>
</p:tagLst>
</file>

<file path=ppt/tags/tag77.xml><?xml version="1.0" encoding="utf-8"?>
<p:tagLst xmlns:p="http://schemas.openxmlformats.org/presentationml/2006/main">
  <p:tag name="KSO_WM_DIAGRAM_VIRTUALLY_FRAME" val="{&quot;height&quot;:294.0633604313784,&quot;left&quot;:58.383464566929135,&quot;top&quot;:83.35797815129878,&quot;width&quot;:598.7307086614172}"/>
</p:tagLst>
</file>

<file path=ppt/tags/tag78.xml><?xml version="1.0" encoding="utf-8"?>
<p:tagLst xmlns:p="http://schemas.openxmlformats.org/presentationml/2006/main">
  <p:tag name="KSO_WM_DIAGRAM_VIRTUALLY_FRAME" val="{&quot;height&quot;:294.0633604313784,&quot;left&quot;:58.383464566929135,&quot;top&quot;:83.35797815129878,&quot;width&quot;:598.7307086614172}"/>
</p:tagLst>
</file>

<file path=ppt/tags/tag79.xml><?xml version="1.0" encoding="utf-8"?>
<p:tagLst xmlns:p="http://schemas.openxmlformats.org/presentationml/2006/main">
  <p:tag name="KSO_WM_DIAGRAM_VIRTUALLY_FRAME" val="{&quot;height&quot;:294.0633604313784,&quot;left&quot;:58.383464566929135,&quot;top&quot;:83.35797815129878,&quot;width&quot;:598.7307086614172}"/>
</p:tagLst>
</file>

<file path=ppt/tags/tag80.xml><?xml version="1.0" encoding="utf-8"?>
<p:tagLst xmlns:p="http://schemas.openxmlformats.org/presentationml/2006/main">
  <p:tag name="KSO_WM_DIAGRAM_VIRTUALLY_FRAME" val="{&quot;height&quot;:294.0633604313784,&quot;left&quot;:58.383464566929135,&quot;top&quot;:83.35797815129878,&quot;width&quot;:598.7307086614172}"/>
</p:tagLst>
</file>

<file path=ppt/tags/tag81.xml><?xml version="1.0" encoding="utf-8"?>
<p:tagLst xmlns:p="http://schemas.openxmlformats.org/presentationml/2006/main">
  <p:tag name="KSO_WM_DIAGRAM_VIRTUALLY_FRAME" val="{&quot;height&quot;:294.0633604313784,&quot;left&quot;:58.383464566929135,&quot;top&quot;:83.35797815129878,&quot;width&quot;:598.7307086614172}"/>
</p:tagLst>
</file>

<file path=ppt/tags/tag82.xml><?xml version="1.0" encoding="utf-8"?>
<p:tagLst xmlns:p="http://schemas.openxmlformats.org/presentationml/2006/main">
  <p:tag name="MH" val="20151126093208"/>
  <p:tag name="MH_LIBRARY" val="GRAPHIC"/>
  <p:tag name="MH_TYPE" val="Other"/>
  <p:tag name="MH_ORDER" val="3"/>
  <p:tag name="KSO_WM_DIAGRAM_VIRTUALLY_FRAME" val="{&quot;height&quot;:294.0633604313784,&quot;left&quot;:58.383464566929135,&quot;top&quot;:83.35797815129878,&quot;width&quot;:598.7307086614172}"/>
</p:tagLst>
</file>

<file path=ppt/tags/tag83.xml><?xml version="1.0" encoding="utf-8"?>
<p:tagLst xmlns:p="http://schemas.openxmlformats.org/presentationml/2006/main">
  <p:tag name="KSO_WM_DIAGRAM_VIRTUALLY_FRAME" val="{&quot;height&quot;:294.0633604313784,&quot;left&quot;:58.383464566929135,&quot;top&quot;:83.35797815129878,&quot;width&quot;:598.7307086614172}"/>
</p:tagLst>
</file>

<file path=ppt/tags/tag84.xml><?xml version="1.0" encoding="utf-8"?>
<p:tagLst xmlns:p="http://schemas.openxmlformats.org/presentationml/2006/main">
  <p:tag name="KSO_WM_DIAGRAM_VIRTUALLY_FRAME" val="{&quot;height&quot;:294.0633604313784,&quot;left&quot;:58.383464566929135,&quot;top&quot;:83.35797815129878,&quot;width&quot;:598.7307086614172}"/>
</p:tagLst>
</file>

<file path=ppt/tags/tag85.xml><?xml version="1.0" encoding="utf-8"?>
<p:tagLst xmlns:p="http://schemas.openxmlformats.org/presentationml/2006/main">
  <p:tag name="KSO_WM_DIAGRAM_VIRTUALLY_FRAME" val="{&quot;height&quot;:294.0633604313784,&quot;left&quot;:58.383464566929135,&quot;top&quot;:83.35797815129878,&quot;width&quot;:598.7307086614172}"/>
</p:tagLst>
</file>

<file path=ppt/tags/tag86.xml><?xml version="1.0" encoding="utf-8"?>
<p:tagLst xmlns:p="http://schemas.openxmlformats.org/presentationml/2006/main">
  <p:tag name="KSO_WM_DIAGRAM_VIRTUALLY_FRAME" val="{&quot;height&quot;:294.0633604313784,&quot;left&quot;:58.383464566929135,&quot;top&quot;:83.35797815129878,&quot;width&quot;:598.7307086614172}"/>
</p:tagLst>
</file>

<file path=ppt/tags/tag87.xml><?xml version="1.0" encoding="utf-8"?>
<p:tagLst xmlns:p="http://schemas.openxmlformats.org/presentationml/2006/main">
  <p:tag name="MH" val="20151126093208"/>
  <p:tag name="MH_LIBRARY" val="GRAPHIC"/>
  <p:tag name="MH_TYPE" val="Other"/>
  <p:tag name="MH_ORDER" val="3"/>
  <p:tag name="KSO_WM_DIAGRAM_VIRTUALLY_FRAME" val="{&quot;height&quot;:294.0633604313784,&quot;left&quot;:58.383464566929135,&quot;top&quot;:83.35797815129878,&quot;width&quot;:598.7307086614172}"/>
</p:tagLst>
</file>

<file path=ppt/tags/tag88.xml><?xml version="1.0" encoding="utf-8"?>
<p:tagLst xmlns:p="http://schemas.openxmlformats.org/presentationml/2006/main">
  <p:tag name="KSO_WM_DIAGRAM_VIRTUALLY_FRAME" val="{&quot;height&quot;:294.0633604313784,&quot;left&quot;:58.383464566929135,&quot;top&quot;:83.35797815129878,&quot;width&quot;:598.7307086614172}"/>
</p:tagLst>
</file>

<file path=ppt/tags/tag89.xml><?xml version="1.0" encoding="utf-8"?>
<p:tagLst xmlns:p="http://schemas.openxmlformats.org/presentationml/2006/main">
  <p:tag name="KSO_WM_DIAGRAM_VIRTUALLY_FRAME" val="{&quot;height&quot;:294.0633604313784,&quot;left&quot;:58.383464566929135,&quot;top&quot;:83.35797815129878,&quot;width&quot;:598.7307086614172}"/>
</p:tagLst>
</file>

<file path=ppt/tags/tag90.xml><?xml version="1.0" encoding="utf-8"?>
<p:tagLst xmlns:p="http://schemas.openxmlformats.org/presentationml/2006/main">
  <p:tag name="KSO_WM_DIAGRAM_VIRTUALLY_FRAME" val="{&quot;height&quot;:294.0633604313784,&quot;left&quot;:58.383464566929135,&quot;top&quot;:83.35797815129878,&quot;width&quot;:598.7307086614172}"/>
</p:tagLst>
</file>

<file path=ppt/tags/tag91.xml><?xml version="1.0" encoding="utf-8"?>
<p:tagLst xmlns:p="http://schemas.openxmlformats.org/presentationml/2006/main">
  <p:tag name="KSO_WM_DIAGRAM_VIRTUALLY_FRAME" val="{&quot;height&quot;:294.0633604313784,&quot;left&quot;:58.383464566929135,&quot;top&quot;:83.35797815129878,&quot;width&quot;:598.7307086614172}"/>
</p:tagLst>
</file>

<file path=ppt/tags/tag92.xml><?xml version="1.0" encoding="utf-8"?>
<p:tagLst xmlns:p="http://schemas.openxmlformats.org/presentationml/2006/main">
  <p:tag name="MH" val="20151126093208"/>
  <p:tag name="MH_LIBRARY" val="GRAPHIC"/>
  <p:tag name="MH_TYPE" val="Other"/>
  <p:tag name="MH_ORDER" val="3"/>
  <p:tag name="KSO_WM_DIAGRAM_VIRTUALLY_FRAME" val="{&quot;height&quot;:294.0633604313784,&quot;left&quot;:58.383464566929135,&quot;top&quot;:83.35797815129878,&quot;width&quot;:598.7307086614172}"/>
</p:tagLst>
</file>

<file path=ppt/tags/tag93.xml><?xml version="1.0" encoding="utf-8"?>
<p:tagLst xmlns:p="http://schemas.openxmlformats.org/presentationml/2006/main">
  <p:tag name="KSO_WM_DIAGRAM_VIRTUALLY_FRAME" val="{&quot;height&quot;:294.0633604313784,&quot;left&quot;:58.383464566929135,&quot;top&quot;:83.35797815129878,&quot;width&quot;:598.7307086614172}"/>
</p:tagLst>
</file>

<file path=ppt/tags/tag94.xml><?xml version="1.0" encoding="utf-8"?>
<p:tagLst xmlns:p="http://schemas.openxmlformats.org/presentationml/2006/main">
  <p:tag name="KSO_WM_DIAGRAM_VIRTUALLY_FRAME" val="{&quot;height&quot;:294.0633604313784,&quot;left&quot;:58.383464566929135,&quot;top&quot;:83.35797815129878,&quot;width&quot;:598.7307086614172}"/>
</p:tagLst>
</file>

<file path=ppt/tags/tag95.xml><?xml version="1.0" encoding="utf-8"?>
<p:tagLst xmlns:p="http://schemas.openxmlformats.org/presentationml/2006/main">
  <p:tag name="KSO_WM_DIAGRAM_VIRTUALLY_FRAME" val="{&quot;height&quot;:294.0633604313784,&quot;left&quot;:58.383464566929135,&quot;top&quot;:83.35797815129878,&quot;width&quot;:598.7307086614172}"/>
</p:tagLst>
</file>

<file path=ppt/tags/tag96.xml><?xml version="1.0" encoding="utf-8"?>
<p:tagLst xmlns:p="http://schemas.openxmlformats.org/presentationml/2006/main">
  <p:tag name="KSO_WM_DIAGRAM_VIRTUALLY_FRAME" val="{&quot;height&quot;:294.0633604313784,&quot;left&quot;:58.383464566929135,&quot;top&quot;:83.35797815129878,&quot;width&quot;:598.7307086614172}"/>
</p:tagLst>
</file>

<file path=ppt/tags/tag97.xml><?xml version="1.0" encoding="utf-8"?>
<p:tagLst xmlns:p="http://schemas.openxmlformats.org/presentationml/2006/main">
  <p:tag name="KSO_WM_DIAGRAM_VIRTUALLY_FRAME" val="{&quot;height&quot;:294.0633604313784,&quot;left&quot;:58.383464566929135,&quot;top&quot;:83.35797815129878,&quot;width&quot;:598.7307086614172}"/>
</p:tagLst>
</file>

<file path=ppt/tags/tag98.xml><?xml version="1.0" encoding="utf-8"?>
<p:tagLst xmlns:p="http://schemas.openxmlformats.org/presentationml/2006/main">
  <p:tag name="KSO_WM_DIAGRAM_VIRTUALLY_FRAME" val="{&quot;height&quot;:294.0633604313784,&quot;left&quot;:58.383464566929135,&quot;top&quot;:83.35797815129878,&quot;width&quot;:598.7307086614172}"/>
</p:tagLst>
</file>

<file path=ppt/tags/tag99.xml><?xml version="1.0" encoding="utf-8"?>
<p:tagLst xmlns:p="http://schemas.openxmlformats.org/presentationml/2006/main">
  <p:tag name="KSO_WM_DIAGRAM_VIRTUALLY_FRAME" val="{&quot;height&quot;:294.0633604313784,&quot;left&quot;:58.383464566929135,&quot;top&quot;:83.35797815129878,&quot;width&quot;:598.7307086614172}"/>
</p:tagLst>
</file>

<file path=ppt/tags/tag100.xml><?xml version="1.0" encoding="utf-8"?>
<p:tagLst xmlns:p="http://schemas.openxmlformats.org/presentationml/2006/main">
  <p:tag name="KSO_WM_DIAGRAM_VIRTUALLY_FRAME" val="{&quot;height&quot;:294.0633604313784,&quot;left&quot;:58.383464566929135,&quot;top&quot;:83.35797815129878,&quot;width&quot;:598.7307086614172}"/>
</p:tagLst>
</file>

<file path=ppt/tags/tag101.xml><?xml version="1.0" encoding="utf-8"?>
<p:tagLst xmlns:p="http://schemas.openxmlformats.org/presentationml/2006/main">
  <p:tag name="KSO_WM_DIAGRAM_VIRTUALLY_FRAME" val="{&quot;height&quot;:294.0633604313784,&quot;left&quot;:58.383464566929135,&quot;top&quot;:83.35797815129878,&quot;width&quot;:598.7307086614172}"/>
</p:tagLst>
</file>

<file path=ppt/tags/tag102.xml><?xml version="1.0" encoding="utf-8"?>
<p:tagLst xmlns:p="http://schemas.openxmlformats.org/presentationml/2006/main">
  <p:tag name="KSO_WM_DIAGRAM_VIRTUALLY_FRAME" val="{&quot;height&quot;:294.0633604313784,&quot;left&quot;:58.383464566929135,&quot;top&quot;:83.35797815129878,&quot;width&quot;:598.7307086614172}"/>
</p:tagLst>
</file>

<file path=ppt/tags/tag103.xml><?xml version="1.0" encoding="utf-8"?>
<p:tagLst xmlns:p="http://schemas.openxmlformats.org/presentationml/2006/main">
  <p:tag name="KSO_WM_DIAGRAM_VIRTUALLY_FRAME" val="{&quot;height&quot;:294.0633604313784,&quot;left&quot;:58.383464566929135,&quot;top&quot;:83.35797815129878,&quot;width&quot;:598.7307086614172}"/>
</p:tagLst>
</file>

<file path=ppt/tags/tag104.xml><?xml version="1.0" encoding="utf-8"?>
<p:tagLst xmlns:p="http://schemas.openxmlformats.org/presentationml/2006/main">
  <p:tag name="KSO_WM_DIAGRAM_VIRTUALLY_FRAME" val="{&quot;height&quot;:294.0633604313784,&quot;left&quot;:58.383464566929135,&quot;top&quot;:83.35797815129878,&quot;width&quot;:598.7307086614172}"/>
</p:tagLst>
</file>

<file path=ppt/tags/tag105.xml><?xml version="1.0" encoding="utf-8"?>
<p:tagLst xmlns:p="http://schemas.openxmlformats.org/presentationml/2006/main">
  <p:tag name="KSO_WM_DIAGRAM_VIRTUALLY_FRAME" val="{&quot;height&quot;:294.0633604313784,&quot;left&quot;:58.383464566929135,&quot;top&quot;:83.35797815129878,&quot;width&quot;:598.7307086614172}"/>
</p:tagLst>
</file>

<file path=ppt/tags/tag106.xml><?xml version="1.0" encoding="utf-8"?>
<p:tagLst xmlns:p="http://schemas.openxmlformats.org/presentationml/2006/main">
  <p:tag name="KSO_WM_DIAGRAM_VIRTUALLY_FRAME" val="{&quot;height&quot;:294.0633604313784,&quot;left&quot;:58.383464566929135,&quot;top&quot;:83.35797815129878,&quot;width&quot;:598.7307086614172}"/>
</p:tagLst>
</file>

<file path=ppt/tags/tag107.xml><?xml version="1.0" encoding="utf-8"?>
<p:tagLst xmlns:p="http://schemas.openxmlformats.org/presentationml/2006/main">
  <p:tag name="KSO_WM_DIAGRAM_VIRTUALLY_FRAME" val="{&quot;height&quot;:294.0633604313784,&quot;left&quot;:58.383464566929135,&quot;top&quot;:83.35797815129878,&quot;width&quot;:598.7307086614172}"/>
</p:tagLst>
</file>

<file path=ppt/tags/tag108.xml><?xml version="1.0" encoding="utf-8"?>
<p:tagLst xmlns:p="http://schemas.openxmlformats.org/presentationml/2006/main">
  <p:tag name="KSO_WM_DIAGRAM_VIRTUALLY_FRAME" val="{&quot;height&quot;:294.0633604313784,&quot;left&quot;:58.383464566929135,&quot;top&quot;:83.35797815129878,&quot;width&quot;:598.7307086614172}"/>
</p:tagLst>
</file>

<file path=ppt/tags/tag109.xml><?xml version="1.0" encoding="utf-8"?>
<p:tagLst xmlns:p="http://schemas.openxmlformats.org/presentationml/2006/main">
  <p:tag name="KSO_WM_DIAGRAM_VIRTUALLY_FRAME" val="{&quot;height&quot;:294.0633604313784,&quot;left&quot;:58.383464566929135,&quot;top&quot;:83.35797815129878,&quot;width&quot;:598.7307086614172}"/>
</p:tagLst>
</file>

<file path=ppt/tags/tag110.xml><?xml version="1.0" encoding="utf-8"?>
<p:tagLst xmlns:p="http://schemas.openxmlformats.org/presentationml/2006/main">
  <p:tag name="KSO_WM_DIAGRAM_VIRTUALLY_FRAME" val="{&quot;height&quot;:294.0633604313784,&quot;left&quot;:58.383464566929135,&quot;top&quot;:83.35797815129878,&quot;width&quot;:598.7307086614172}"/>
</p:tagLst>
</file>

<file path=ppt/tags/tag111.xml><?xml version="1.0" encoding="utf-8"?>
<p:tagLst xmlns:p="http://schemas.openxmlformats.org/presentationml/2006/main">
  <p:tag name="KSO_WM_DIAGRAM_VIRTUALLY_FRAME" val="{&quot;height&quot;:294.0633604313784,&quot;left&quot;:58.383464566929135,&quot;top&quot;:83.35797815129878,&quot;width&quot;:598.7307086614172}"/>
</p:tagLst>
</file>

<file path=ppt/tags/tag112.xml><?xml version="1.0" encoding="utf-8"?>
<p:tagLst xmlns:p="http://schemas.openxmlformats.org/presentationml/2006/main">
  <p:tag name="KSO_WM_DIAGRAM_VIRTUALLY_FRAME" val="{&quot;height&quot;:294.0633604313784,&quot;left&quot;:58.383464566929135,&quot;top&quot;:83.35797815129878,&quot;width&quot;:598.7307086614172}"/>
</p:tagLst>
</file>

<file path=ppt/tags/tag113.xml><?xml version="1.0" encoding="utf-8"?>
<p:tagLst xmlns:p="http://schemas.openxmlformats.org/presentationml/2006/main">
  <p:tag name="KSO_WM_DIAGRAM_VIRTUALLY_FRAME" val="{&quot;height&quot;:294.0633604313784,&quot;left&quot;:58.383464566929135,&quot;top&quot;:83.35797815129878,&quot;width&quot;:598.7307086614172}"/>
</p:tagLst>
</file>

<file path=ppt/tags/tag114.xml><?xml version="1.0" encoding="utf-8"?>
<p:tagLst xmlns:p="http://schemas.openxmlformats.org/presentationml/2006/main">
  <p:tag name="KSO_WM_DIAGRAM_VIRTUALLY_FRAME" val="{&quot;height&quot;:294.0633604313784,&quot;left&quot;:58.383464566929135,&quot;top&quot;:83.35797815129878,&quot;width&quot;:598.7307086614172}"/>
</p:tagLst>
</file>

<file path=ppt/tags/tag115.xml><?xml version="1.0" encoding="utf-8"?>
<p:tagLst xmlns:p="http://schemas.openxmlformats.org/presentationml/2006/main">
  <p:tag name="KSO_WM_DIAGRAM_VIRTUALLY_FRAME" val="{&quot;height&quot;:294.0633604313784,&quot;left&quot;:58.383464566929135,&quot;top&quot;:83.35797815129878,&quot;width&quot;:598.7307086614172}"/>
</p:tagLst>
</file>

<file path=ppt/tags/tag116.xml><?xml version="1.0" encoding="utf-8"?>
<p:tagLst xmlns:p="http://schemas.openxmlformats.org/presentationml/2006/main">
  <p:tag name="KSO_WM_DIAGRAM_VIRTUALLY_FRAME" val="{&quot;height&quot;:293.6718162005842,&quot;left&quot;:86.94425196850393,&quot;top&quot;:83.43165354330708,&quot;width&quot;:595.1143131856195}"/>
</p:tagLst>
</file>

<file path=ppt/tags/tag117.xml><?xml version="1.0" encoding="utf-8"?>
<p:tagLst xmlns:p="http://schemas.openxmlformats.org/presentationml/2006/main">
  <p:tag name="KSO_WM_DIAGRAM_VIRTUALLY_FRAME" val="{&quot;height&quot;:293.6718162005842,&quot;left&quot;:86.94425196850393,&quot;top&quot;:83.43165354330708,&quot;width&quot;:595.1143131856195}"/>
</p:tagLst>
</file>

<file path=ppt/tags/tag118.xml><?xml version="1.0" encoding="utf-8"?>
<p:tagLst xmlns:p="http://schemas.openxmlformats.org/presentationml/2006/main">
  <p:tag name="KSO_WM_DIAGRAM_VIRTUALLY_FRAME" val="{&quot;height&quot;:293.6718162005842,&quot;left&quot;:86.94425196850393,&quot;top&quot;:83.43165354330708,&quot;width&quot;:595.1143131856195}"/>
</p:tagLst>
</file>

<file path=ppt/tags/tag119.xml><?xml version="1.0" encoding="utf-8"?>
<p:tagLst xmlns:p="http://schemas.openxmlformats.org/presentationml/2006/main">
  <p:tag name="KSO_WM_DIAGRAM_VIRTUALLY_FRAME" val="{&quot;height&quot;:293.6718162005842,&quot;left&quot;:86.94425196850393,&quot;top&quot;:83.43165354330708,&quot;width&quot;:595.1143131856195}"/>
</p:tagLst>
</file>

<file path=ppt/tags/tag120.xml><?xml version="1.0" encoding="utf-8"?>
<p:tagLst xmlns:p="http://schemas.openxmlformats.org/presentationml/2006/main">
  <p:tag name="KSO_WM_DIAGRAM_VIRTUALLY_FRAME" val="{&quot;height&quot;:293.6718162005842,&quot;left&quot;:86.94425196850393,&quot;top&quot;:83.43165354330708,&quot;width&quot;:595.1143131856195}"/>
</p:tagLst>
</file>

<file path=ppt/tags/tag121.xml><?xml version="1.0" encoding="utf-8"?>
<p:tagLst xmlns:p="http://schemas.openxmlformats.org/presentationml/2006/main">
  <p:tag name="KSO_WM_DIAGRAM_VIRTUALLY_FRAME" val="{&quot;height&quot;:293.6718162005842,&quot;left&quot;:86.94425196850393,&quot;top&quot;:83.43165354330708,&quot;width&quot;:595.1143131856195}"/>
</p:tagLst>
</file>

<file path=ppt/tags/tag122.xml><?xml version="1.0" encoding="utf-8"?>
<p:tagLst xmlns:p="http://schemas.openxmlformats.org/presentationml/2006/main">
  <p:tag name="KSO_WM_DIAGRAM_VIRTUALLY_FRAME" val="{&quot;height&quot;:293.6718162005842,&quot;left&quot;:86.94425196850393,&quot;top&quot;:83.43165354330708,&quot;width&quot;:595.1143131856195}"/>
</p:tagLst>
</file>

<file path=ppt/tags/tag123.xml><?xml version="1.0" encoding="utf-8"?>
<p:tagLst xmlns:p="http://schemas.openxmlformats.org/presentationml/2006/main">
  <p:tag name="KSO_WM_DIAGRAM_VIRTUALLY_FRAME" val="{&quot;height&quot;:293.6718162005842,&quot;left&quot;:86.94425196850393,&quot;top&quot;:83.43165354330708,&quot;width&quot;:595.1143131856195}"/>
</p:tagLst>
</file>

<file path=ppt/tags/tag124.xml><?xml version="1.0" encoding="utf-8"?>
<p:tagLst xmlns:p="http://schemas.openxmlformats.org/presentationml/2006/main">
  <p:tag name="KSO_WM_DIAGRAM_VIRTUALLY_FRAME" val="{&quot;height&quot;:293.6718162005842,&quot;left&quot;:86.94425196850393,&quot;top&quot;:83.43165354330708,&quot;width&quot;:595.1143131856195}"/>
</p:tagLst>
</file>

<file path=ppt/tags/tag125.xml><?xml version="1.0" encoding="utf-8"?>
<p:tagLst xmlns:p="http://schemas.openxmlformats.org/presentationml/2006/main">
  <p:tag name="KSO_WM_DIAGRAM_VIRTUALLY_FRAME" val="{&quot;height&quot;:293.6718162005842,&quot;left&quot;:86.94425196850393,&quot;top&quot;:83.43165354330708,&quot;width&quot;:595.1143131856195}"/>
</p:tagLst>
</file>

<file path=ppt/tags/tag126.xml><?xml version="1.0" encoding="utf-8"?>
<p:tagLst xmlns:p="http://schemas.openxmlformats.org/presentationml/2006/main">
  <p:tag name="KSO_WM_DIAGRAM_VIRTUALLY_FRAME" val="{&quot;height&quot;:293.6718162005842,&quot;left&quot;:86.94425196850393,&quot;top&quot;:83.43165354330708,&quot;width&quot;:595.1143131856195}"/>
</p:tagLst>
</file>

<file path=ppt/tags/tag127.xml><?xml version="1.0" encoding="utf-8"?>
<p:tagLst xmlns:p="http://schemas.openxmlformats.org/presentationml/2006/main">
  <p:tag name="KSO_WM_DIAGRAM_VIRTUALLY_FRAME" val="{&quot;height&quot;:293.6718162005842,&quot;left&quot;:86.94425196850393,&quot;top&quot;:83.43165354330708,&quot;width&quot;:595.1143131856195}"/>
</p:tagLst>
</file>

<file path=ppt/tags/tag128.xml><?xml version="1.0" encoding="utf-8"?>
<p:tagLst xmlns:p="http://schemas.openxmlformats.org/presentationml/2006/main">
  <p:tag name="KSO_WM_DIAGRAM_VIRTUALLY_FRAME" val="{&quot;height&quot;:293.6718162005842,&quot;left&quot;:86.94425196850393,&quot;top&quot;:83.43165354330708,&quot;width&quot;:595.1143131856195}"/>
</p:tagLst>
</file>

<file path=ppt/tags/tag129.xml><?xml version="1.0" encoding="utf-8"?>
<p:tagLst xmlns:p="http://schemas.openxmlformats.org/presentationml/2006/main">
  <p:tag name="KSO_WM_DIAGRAM_VIRTUALLY_FRAME" val="{&quot;height&quot;:293.6718162005842,&quot;left&quot;:86.94425196850393,&quot;top&quot;:83.43165354330708,&quot;width&quot;:595.1143131856195}"/>
</p:tagLst>
</file>

<file path=ppt/tags/tag130.xml><?xml version="1.0" encoding="utf-8"?>
<p:tagLst xmlns:p="http://schemas.openxmlformats.org/presentationml/2006/main">
  <p:tag name="KSO_WM_DIAGRAM_VIRTUALLY_FRAME" val="{&quot;height&quot;:293.6718162005842,&quot;left&quot;:86.94425196850393,&quot;top&quot;:83.43165354330708,&quot;width&quot;:595.1143131856195}"/>
</p:tagLst>
</file>

<file path=ppt/tags/tag131.xml><?xml version="1.0" encoding="utf-8"?>
<p:tagLst xmlns:p="http://schemas.openxmlformats.org/presentationml/2006/main">
  <p:tag name="KSO_WM_DIAGRAM_VIRTUALLY_FRAME" val="{&quot;height&quot;:293.6718162005842,&quot;left&quot;:86.94425196850393,&quot;top&quot;:83.43165354330708,&quot;width&quot;:595.1143131856195}"/>
</p:tagLst>
</file>

<file path=ppt/tags/tag132.xml><?xml version="1.0" encoding="utf-8"?>
<p:tagLst xmlns:p="http://schemas.openxmlformats.org/presentationml/2006/main">
  <p:tag name="KSO_WM_DIAGRAM_VIRTUALLY_FRAME" val="{&quot;height&quot;:293.6718162005842,&quot;left&quot;:86.94425196850393,&quot;top&quot;:83.43165354330708,&quot;width&quot;:595.1143131856195}"/>
</p:tagLst>
</file>

<file path=ppt/tags/tag133.xml><?xml version="1.0" encoding="utf-8"?>
<p:tagLst xmlns:p="http://schemas.openxmlformats.org/presentationml/2006/main">
  <p:tag name="KSO_WM_DIAGRAM_VIRTUALLY_FRAME" val="{&quot;height&quot;:293.6718162005842,&quot;left&quot;:86.94425196850393,&quot;top&quot;:83.43165354330708,&quot;width&quot;:595.1143131856195}"/>
</p:tagLst>
</file>

<file path=ppt/tags/tag134.xml><?xml version="1.0" encoding="utf-8"?>
<p:tagLst xmlns:p="http://schemas.openxmlformats.org/presentationml/2006/main">
  <p:tag name="KSO_WM_DIAGRAM_VIRTUALLY_FRAME" val="{&quot;height&quot;:293.6718162005842,&quot;left&quot;:86.94425196850393,&quot;top&quot;:83.43165354330708,&quot;width&quot;:595.1143131856195}"/>
</p:tagLst>
</file>

<file path=ppt/tags/tag135.xml><?xml version="1.0" encoding="utf-8"?>
<p:tagLst xmlns:p="http://schemas.openxmlformats.org/presentationml/2006/main">
  <p:tag name="KSO_WM_DIAGRAM_VIRTUALLY_FRAME" val="{&quot;height&quot;:293.6718162005842,&quot;left&quot;:86.94425196850393,&quot;top&quot;:83.43165354330708,&quot;width&quot;:595.1143131856195}"/>
</p:tagLst>
</file>

<file path=ppt/tags/tag136.xml><?xml version="1.0" encoding="utf-8"?>
<p:tagLst xmlns:p="http://schemas.openxmlformats.org/presentationml/2006/main">
  <p:tag name="KSO_WM_DIAGRAM_VIRTUALLY_FRAME" val="{&quot;height&quot;:293.6718162005842,&quot;left&quot;:86.94425196850393,&quot;top&quot;:83.43165354330708,&quot;width&quot;:595.1143131856195}"/>
</p:tagLst>
</file>

<file path=ppt/tags/tag137.xml><?xml version="1.0" encoding="utf-8"?>
<p:tagLst xmlns:p="http://schemas.openxmlformats.org/presentationml/2006/main">
  <p:tag name="KSO_WM_DIAGRAM_VIRTUALLY_FRAME" val="{&quot;height&quot;:293.6718162005842,&quot;left&quot;:86.94425196850393,&quot;top&quot;:83.43165354330708,&quot;width&quot;:595.1143131856195}"/>
</p:tagLst>
</file>

<file path=ppt/tags/tag138.xml><?xml version="1.0" encoding="utf-8"?>
<p:tagLst xmlns:p="http://schemas.openxmlformats.org/presentationml/2006/main">
  <p:tag name="KSO_WM_DIAGRAM_VIRTUALLY_FRAME" val="{&quot;height&quot;:293.6718162005842,&quot;left&quot;:86.94425196850393,&quot;top&quot;:83.43165354330708,&quot;width&quot;:595.1143131856195}"/>
</p:tagLst>
</file>

<file path=ppt/tags/tag139.xml><?xml version="1.0" encoding="utf-8"?>
<p:tagLst xmlns:p="http://schemas.openxmlformats.org/presentationml/2006/main">
  <p:tag name="KSO_WM_DIAGRAM_VIRTUALLY_FRAME" val="{&quot;height&quot;:293.6718162005842,&quot;left&quot;:86.94425196850393,&quot;top&quot;:83.43165354330708,&quot;width&quot;:595.1143131856195}"/>
</p:tagLst>
</file>

<file path=ppt/tags/tag140.xml><?xml version="1.0" encoding="utf-8"?>
<p:tagLst xmlns:p="http://schemas.openxmlformats.org/presentationml/2006/main">
  <p:tag name="KSO_WM_DIAGRAM_VIRTUALLY_FRAME" val="{&quot;height&quot;:293.6718162005842,&quot;left&quot;:86.94425196850393,&quot;top&quot;:83.43165354330708,&quot;width&quot;:595.1143131856195}"/>
</p:tagLst>
</file>

<file path=ppt/tags/tag141.xml><?xml version="1.0" encoding="utf-8"?>
<p:tagLst xmlns:p="http://schemas.openxmlformats.org/presentationml/2006/main">
  <p:tag name="KSO_WM_DIAGRAM_VIRTUALLY_FRAME" val="{&quot;height&quot;:293.6718162005842,&quot;left&quot;:86.94425196850393,&quot;top&quot;:83.43165354330708,&quot;width&quot;:595.1143131856195}"/>
</p:tagLst>
</file>

<file path=ppt/tags/tag142.xml><?xml version="1.0" encoding="utf-8"?>
<p:tagLst xmlns:p="http://schemas.openxmlformats.org/presentationml/2006/main">
  <p:tag name="KSO_WM_DIAGRAM_VIRTUALLY_FRAME" val="{&quot;height&quot;:293.6718162005842,&quot;left&quot;:86.94425196850393,&quot;top&quot;:83.43165354330708,&quot;width&quot;:595.1143131856195}"/>
</p:tagLst>
</file>

<file path=ppt/tags/tag143.xml><?xml version="1.0" encoding="utf-8"?>
<p:tagLst xmlns:p="http://schemas.openxmlformats.org/presentationml/2006/main">
  <p:tag name="KSO_WM_DIAGRAM_VIRTUALLY_FRAME" val="{&quot;height&quot;:293.6718162005842,&quot;left&quot;:86.94425196850393,&quot;top&quot;:83.43165354330708,&quot;width&quot;:595.1143131856195}"/>
</p:tagLst>
</file>

<file path=ppt/tags/tag144.xml><?xml version="1.0" encoding="utf-8"?>
<p:tagLst xmlns:p="http://schemas.openxmlformats.org/presentationml/2006/main">
  <p:tag name="KSO_WM_DIAGRAM_VIRTUALLY_FRAME" val="{&quot;height&quot;:293.6718162005842,&quot;left&quot;:86.94425196850393,&quot;top&quot;:83.43165354330708,&quot;width&quot;:595.1143131856195}"/>
</p:tagLst>
</file>

<file path=ppt/tags/tag145.xml><?xml version="1.0" encoding="utf-8"?>
<p:tagLst xmlns:p="http://schemas.openxmlformats.org/presentationml/2006/main">
  <p:tag name="KSO_WM_DIAGRAM_VIRTUALLY_FRAME" val="{&quot;height&quot;:293.6718162005842,&quot;left&quot;:86.94425196850393,&quot;top&quot;:83.43165354330708,&quot;width&quot;:595.1143131856195}"/>
</p:tagLst>
</file>

<file path=ppt/tags/tag146.xml><?xml version="1.0" encoding="utf-8"?>
<p:tagLst xmlns:p="http://schemas.openxmlformats.org/presentationml/2006/main">
  <p:tag name="KSO_WM_DIAGRAM_VIRTUALLY_FRAME" val="{&quot;height&quot;:293.6718162005842,&quot;left&quot;:86.94425196850393,&quot;top&quot;:83.43165354330708,&quot;width&quot;:595.1143131856195}"/>
</p:tagLst>
</file>

<file path=ppt/tags/tag147.xml><?xml version="1.0" encoding="utf-8"?>
<p:tagLst xmlns:p="http://schemas.openxmlformats.org/presentationml/2006/main">
  <p:tag name="KSO_WM_DIAGRAM_VIRTUALLY_FRAME" val="{&quot;height&quot;:293.6718162005842,&quot;left&quot;:86.94425196850393,&quot;top&quot;:83.43165354330708,&quot;width&quot;:595.1143131856195}"/>
</p:tagLst>
</file>

<file path=ppt/tags/tag148.xml><?xml version="1.0" encoding="utf-8"?>
<p:tagLst xmlns:p="http://schemas.openxmlformats.org/presentationml/2006/main">
  <p:tag name="KSO_WM_DIAGRAM_VIRTUALLY_FRAME" val="{&quot;height&quot;:293.6718162005842,&quot;left&quot;:86.94425196850393,&quot;top&quot;:83.43165354330708,&quot;width&quot;:595.1143131856195}"/>
</p:tagLst>
</file>

<file path=ppt/tags/tag149.xml><?xml version="1.0" encoding="utf-8"?>
<p:tagLst xmlns:p="http://schemas.openxmlformats.org/presentationml/2006/main">
  <p:tag name="KSO_WM_DIAGRAM_VIRTUALLY_FRAME" val="{&quot;height&quot;:293.6718162005842,&quot;left&quot;:86.94425196850393,&quot;top&quot;:83.43165354330708,&quot;width&quot;:595.1143131856195}"/>
</p:tagLst>
</file>

<file path=ppt/tags/tag150.xml><?xml version="1.0" encoding="utf-8"?>
<p:tagLst xmlns:p="http://schemas.openxmlformats.org/presentationml/2006/main">
  <p:tag name="KSO_WM_DIAGRAM_VIRTUALLY_FRAME" val="{&quot;height&quot;:293.6718162005842,&quot;left&quot;:86.94425196850393,&quot;top&quot;:83.43165354330708,&quot;width&quot;:595.1143131856195}"/>
</p:tagLst>
</file>

<file path=ppt/tags/tag151.xml><?xml version="1.0" encoding="utf-8"?>
<p:tagLst xmlns:p="http://schemas.openxmlformats.org/presentationml/2006/main">
  <p:tag name="KSO_WM_DIAGRAM_VIRTUALLY_FRAME" val="{&quot;height&quot;:293.6718162005842,&quot;left&quot;:86.94425196850393,&quot;top&quot;:83.43165354330708,&quot;width&quot;:595.1143131856195}"/>
</p:tagLst>
</file>

<file path=ppt/tags/tag152.xml><?xml version="1.0" encoding="utf-8"?>
<p:tagLst xmlns:p="http://schemas.openxmlformats.org/presentationml/2006/main">
  <p:tag name="KSO_WM_DIAGRAM_VIRTUALLY_FRAME" val="{&quot;height&quot;:293.6718162005842,&quot;left&quot;:86.94425196850393,&quot;top&quot;:83.43165354330708,&quot;width&quot;:595.1143131856195}"/>
</p:tagLst>
</file>

<file path=ppt/tags/tag153.xml><?xml version="1.0" encoding="utf-8"?>
<p:tagLst xmlns:p="http://schemas.openxmlformats.org/presentationml/2006/main">
  <p:tag name="SELECTED" val="True"/>
</p:tagLst>
</file>

<file path=ppt/tags/tag154.xml><?xml version="1.0" encoding="utf-8"?>
<p:tagLst xmlns:p="http://schemas.openxmlformats.org/presentationml/2006/main">
  <p:tag name="SELECTED" val="True"/>
</p:tagLst>
</file>

<file path=ppt/tags/tag155.xml><?xml version="1.0" encoding="utf-8"?>
<p:tagLst xmlns:p="http://schemas.openxmlformats.org/presentationml/2006/main">
  <p:tag name="KSO_WM_DIAGRAM_VIRTUALLY_FRAME" val="{&quot;height&quot;:304.8056692913387,&quot;left&quot;:59.81409448818897,&quot;top&quot;:96.53692913385825,&quot;width&quot;:317.18944881889763}"/>
</p:tagLst>
</file>

<file path=ppt/tags/tag156.xml><?xml version="1.0" encoding="utf-8"?>
<p:tagLst xmlns:p="http://schemas.openxmlformats.org/presentationml/2006/main">
  <p:tag name="KSO_WM_DIAGRAM_VIRTUALLY_FRAME" val="{&quot;height&quot;:304.8056692913387,&quot;left&quot;:59.81409448818897,&quot;top&quot;:96.53692913385825,&quot;width&quot;:317.18944881889763}"/>
</p:tagLst>
</file>

<file path=ppt/tags/tag157.xml><?xml version="1.0" encoding="utf-8"?>
<p:tagLst xmlns:p="http://schemas.openxmlformats.org/presentationml/2006/main">
  <p:tag name="KSO_WM_DIAGRAM_VIRTUALLY_FRAME" val="{&quot;height&quot;:304.8056692913387,&quot;left&quot;:59.81409448818897,&quot;top&quot;:96.53692913385825,&quot;width&quot;:317.18944881889763}"/>
</p:tagLst>
</file>

<file path=ppt/tags/tag158.xml><?xml version="1.0" encoding="utf-8"?>
<p:tagLst xmlns:p="http://schemas.openxmlformats.org/presentationml/2006/main">
  <p:tag name="KSO_WM_DIAGRAM_VIRTUALLY_FRAME" val="{&quot;height&quot;:304.8056692913387,&quot;left&quot;:59.81409448818897,&quot;top&quot;:96.53692913385825,&quot;width&quot;:317.18944881889763}"/>
</p:tagLst>
</file>

<file path=ppt/tags/tag159.xml><?xml version="1.0" encoding="utf-8"?>
<p:tagLst xmlns:p="http://schemas.openxmlformats.org/presentationml/2006/main">
  <p:tag name="KSO_WM_DIAGRAM_VIRTUALLY_FRAME" val="{&quot;height&quot;:304.8056692913387,&quot;left&quot;:59.81409448818897,&quot;top&quot;:96.53692913385825,&quot;width&quot;:317.18944881889763}"/>
</p:tagLst>
</file>

<file path=ppt/tags/tag160.xml><?xml version="1.0" encoding="utf-8"?>
<p:tagLst xmlns:p="http://schemas.openxmlformats.org/presentationml/2006/main">
  <p:tag name="KSO_WM_DIAGRAM_VIRTUALLY_FRAME" val="{&quot;height&quot;:304.8056692913387,&quot;left&quot;:59.81409448818897,&quot;top&quot;:96.53692913385825,&quot;width&quot;:317.18944881889763}"/>
</p:tagLst>
</file>

<file path=ppt/tags/tag161.xml><?xml version="1.0" encoding="utf-8"?>
<p:tagLst xmlns:p="http://schemas.openxmlformats.org/presentationml/2006/main">
  <p:tag name="KSO_WM_DIAGRAM_VIRTUALLY_FRAME" val="{&quot;height&quot;:304.8056692913387,&quot;left&quot;:59.81409448818897,&quot;top&quot;:96.53692913385825,&quot;width&quot;:317.18944881889763}"/>
</p:tagLst>
</file>

<file path=ppt/tags/tag162.xml><?xml version="1.0" encoding="utf-8"?>
<p:tagLst xmlns:p="http://schemas.openxmlformats.org/presentationml/2006/main">
  <p:tag name="KSO_WM_DIAGRAM_VIRTUALLY_FRAME" val="{&quot;height&quot;:304.8056692913387,&quot;left&quot;:59.81409448818897,&quot;top&quot;:96.53692913385825,&quot;width&quot;:317.18944881889763}"/>
</p:tagLst>
</file>

<file path=ppt/tags/tag163.xml><?xml version="1.0" encoding="utf-8"?>
<p:tagLst xmlns:p="http://schemas.openxmlformats.org/presentationml/2006/main">
  <p:tag name="KSO_WM_DIAGRAM_VIRTUALLY_FRAME" val="{&quot;height&quot;:304.8056692913387,&quot;left&quot;:59.81409448818897,&quot;top&quot;:96.53692913385825,&quot;width&quot;:317.18944881889763}"/>
</p:tagLst>
</file>

<file path=ppt/tags/tag164.xml><?xml version="1.0" encoding="utf-8"?>
<p:tagLst xmlns:p="http://schemas.openxmlformats.org/presentationml/2006/main">
  <p:tag name="KSO_WM_DIAGRAM_VIRTUALLY_FRAME" val="{&quot;height&quot;:304.8056692913387,&quot;left&quot;:59.81409448818897,&quot;top&quot;:96.53692913385825,&quot;width&quot;:317.18944881889763}"/>
</p:tagLst>
</file>

<file path=ppt/tags/tag165.xml><?xml version="1.0" encoding="utf-8"?>
<p:tagLst xmlns:p="http://schemas.openxmlformats.org/presentationml/2006/main">
  <p:tag name="KSO_WM_DIAGRAM_VIRTUALLY_FRAME" val="{&quot;height&quot;:304.8056692913387,&quot;left&quot;:59.81409448818897,&quot;top&quot;:96.53692913385825,&quot;width&quot;:317.18944881889763}"/>
</p:tagLst>
</file>

<file path=ppt/tags/tag166.xml><?xml version="1.0" encoding="utf-8"?>
<p:tagLst xmlns:p="http://schemas.openxmlformats.org/presentationml/2006/main">
  <p:tag name="KSO_WM_DIAGRAM_VIRTUALLY_FRAME" val="{&quot;height&quot;:304.8056692913387,&quot;left&quot;:59.81409448818897,&quot;top&quot;:96.53692913385825,&quot;width&quot;:317.18944881889763}"/>
</p:tagLst>
</file>

<file path=ppt/tags/tag167.xml><?xml version="1.0" encoding="utf-8"?>
<p:tagLst xmlns:p="http://schemas.openxmlformats.org/presentationml/2006/main">
  <p:tag name="SELECTED" val="True"/>
</p:tagLst>
</file>

<file path=ppt/tags/tag168.xml><?xml version="1.0" encoding="utf-8"?>
<p:tagLst xmlns:p="http://schemas.openxmlformats.org/presentationml/2006/main">
  <p:tag name="KSO_WM_DIAGRAM_VIRTUALLY_FRAME" val="{&quot;height&quot;:231.5767716535433,&quot;left&quot;:62.2903937007874,&quot;top&quot;:116.60299212598424,&quot;width&quot;:606.315275590551}"/>
</p:tagLst>
</file>

<file path=ppt/tags/tag169.xml><?xml version="1.0" encoding="utf-8"?>
<p:tagLst xmlns:p="http://schemas.openxmlformats.org/presentationml/2006/main">
  <p:tag name="KSO_WM_DIAGRAM_VIRTUALLY_FRAME" val="{&quot;height&quot;:231.5767716535433,&quot;left&quot;:62.2903937007874,&quot;top&quot;:116.60299212598424,&quot;width&quot;:606.315275590551}"/>
</p:tagLst>
</file>

<file path=ppt/tags/tag170.xml><?xml version="1.0" encoding="utf-8"?>
<p:tagLst xmlns:p="http://schemas.openxmlformats.org/presentationml/2006/main">
  <p:tag name="KSO_WM_DIAGRAM_VIRTUALLY_FRAME" val="{&quot;height&quot;:231.5767716535433,&quot;left&quot;:62.2903937007874,&quot;top&quot;:116.60299212598424,&quot;width&quot;:606.315275590551}"/>
</p:tagLst>
</file>

<file path=ppt/tags/tag171.xml><?xml version="1.0" encoding="utf-8"?>
<p:tagLst xmlns:p="http://schemas.openxmlformats.org/presentationml/2006/main">
  <p:tag name="KSO_WM_DIAGRAM_VIRTUALLY_FRAME" val="{&quot;height&quot;:231.5767716535433,&quot;left&quot;:62.2903937007874,&quot;top&quot;:116.60299212598424,&quot;width&quot;:606.315275590551}"/>
</p:tagLst>
</file>

<file path=ppt/tags/tag172.xml><?xml version="1.0" encoding="utf-8"?>
<p:tagLst xmlns:p="http://schemas.openxmlformats.org/presentationml/2006/main">
  <p:tag name="KSO_WM_DIAGRAM_VIRTUALLY_FRAME" val="{&quot;height&quot;:231.5767716535433,&quot;left&quot;:62.2903937007874,&quot;top&quot;:116.60299212598424,&quot;width&quot;:606.315275590551}"/>
</p:tagLst>
</file>

<file path=ppt/tags/tag173.xml><?xml version="1.0" encoding="utf-8"?>
<p:tagLst xmlns:p="http://schemas.openxmlformats.org/presentationml/2006/main">
  <p:tag name="KSO_WM_DIAGRAM_VIRTUALLY_FRAME" val="{&quot;height&quot;:231.5767716535433,&quot;left&quot;:62.2903937007874,&quot;top&quot;:116.60299212598424,&quot;width&quot;:606.315275590551}"/>
</p:tagLst>
</file>

<file path=ppt/tags/tag174.xml><?xml version="1.0" encoding="utf-8"?>
<p:tagLst xmlns:p="http://schemas.openxmlformats.org/presentationml/2006/main">
  <p:tag name="KSO_WM_DIAGRAM_VIRTUALLY_FRAME" val="{&quot;height&quot;:231.5767716535433,&quot;left&quot;:62.2903937007874,&quot;top&quot;:116.60299212598424,&quot;width&quot;:606.315275590551}"/>
</p:tagLst>
</file>

<file path=ppt/tags/tag175.xml><?xml version="1.0" encoding="utf-8"?>
<p:tagLst xmlns:p="http://schemas.openxmlformats.org/presentationml/2006/main">
  <p:tag name="KSO_WM_DIAGRAM_VIRTUALLY_FRAME" val="{&quot;height&quot;:231.5767716535433,&quot;left&quot;:62.2903937007874,&quot;top&quot;:116.60299212598424,&quot;width&quot;:606.315275590551}"/>
</p:tagLst>
</file>

<file path=ppt/tags/tag176.xml><?xml version="1.0" encoding="utf-8"?>
<p:tagLst xmlns:p="http://schemas.openxmlformats.org/presentationml/2006/main">
  <p:tag name="KSO_WM_DIAGRAM_VIRTUALLY_FRAME" val="{&quot;height&quot;:231.5767716535433,&quot;left&quot;:62.2903937007874,&quot;top&quot;:116.60299212598424,&quot;width&quot;:606.315275590551}"/>
</p:tagLst>
</file>

<file path=ppt/tags/tag177.xml><?xml version="1.0" encoding="utf-8"?>
<p:tagLst xmlns:p="http://schemas.openxmlformats.org/presentationml/2006/main">
  <p:tag name="KSO_WM_DIAGRAM_VIRTUALLY_FRAME" val="{&quot;height&quot;:231.5767716535433,&quot;left&quot;:62.2903937007874,&quot;top&quot;:116.60299212598424,&quot;width&quot;:606.315275590551}"/>
</p:tagLst>
</file>

<file path=ppt/tags/tag178.xml><?xml version="1.0" encoding="utf-8"?>
<p:tagLst xmlns:p="http://schemas.openxmlformats.org/presentationml/2006/main">
  <p:tag name="KSO_WM_DIAGRAM_VIRTUALLY_FRAME" val="{&quot;height&quot;:231.5767716535433,&quot;left&quot;:62.2903937007874,&quot;top&quot;:116.60299212598424,&quot;width&quot;:606.315275590551}"/>
</p:tagLst>
</file>

<file path=ppt/tags/tag179.xml><?xml version="1.0" encoding="utf-8"?>
<p:tagLst xmlns:p="http://schemas.openxmlformats.org/presentationml/2006/main">
  <p:tag name="KSO_WM_DIAGRAM_VIRTUALLY_FRAME" val="{&quot;height&quot;:231.5767716535433,&quot;left&quot;:62.2903937007874,&quot;top&quot;:116.60299212598424,&quot;width&quot;:606.315275590551}"/>
</p:tagLst>
</file>

<file path=ppt/tags/tag180.xml><?xml version="1.0" encoding="utf-8"?>
<p:tagLst xmlns:p="http://schemas.openxmlformats.org/presentationml/2006/main">
  <p:tag name="KSO_WM_DIAGRAM_VIRTUALLY_FRAME" val="{&quot;height&quot;:231.5767716535433,&quot;left&quot;:62.2903937007874,&quot;top&quot;:116.60299212598424,&quot;width&quot;:606.315275590551}"/>
</p:tagLst>
</file>

<file path=ppt/tags/tag181.xml><?xml version="1.0" encoding="utf-8"?>
<p:tagLst xmlns:p="http://schemas.openxmlformats.org/presentationml/2006/main">
  <p:tag name="KSO_WM_DIAGRAM_VIRTUALLY_FRAME" val="{&quot;height&quot;:231.5767716535433,&quot;left&quot;:62.2903937007874,&quot;top&quot;:116.60299212598424,&quot;width&quot;:606.315275590551}"/>
</p:tagLst>
</file>

<file path=ppt/tags/tag182.xml><?xml version="1.0" encoding="utf-8"?>
<p:tagLst xmlns:p="http://schemas.openxmlformats.org/presentationml/2006/main">
  <p:tag name="KSO_WM_DIAGRAM_VIRTUALLY_FRAME" val="{&quot;height&quot;:231.5767716535433,&quot;left&quot;:62.2903937007874,&quot;top&quot;:116.60299212598424,&quot;width&quot;:606.315275590551}"/>
</p:tagLst>
</file>

<file path=ppt/tags/tag183.xml><?xml version="1.0" encoding="utf-8"?>
<p:tagLst xmlns:p="http://schemas.openxmlformats.org/presentationml/2006/main">
  <p:tag name="KSO_WM_DIAGRAM_VIRTUALLY_FRAME" val="{&quot;height&quot;:231.5767716535433,&quot;left&quot;:62.2903937007874,&quot;top&quot;:116.60299212598424,&quot;width&quot;:606.315275590551}"/>
</p:tagLst>
</file>

<file path=ppt/tags/tag184.xml><?xml version="1.0" encoding="utf-8"?>
<p:tagLst xmlns:p="http://schemas.openxmlformats.org/presentationml/2006/main">
  <p:tag name="KSO_WM_DIAGRAM_VIRTUALLY_FRAME" val="{&quot;height&quot;:231.5767716535433,&quot;left&quot;:62.2903937007874,&quot;top&quot;:116.60299212598424,&quot;width&quot;:606.315275590551}"/>
</p:tagLst>
</file>

<file path=ppt/tags/tag185.xml><?xml version="1.0" encoding="utf-8"?>
<p:tagLst xmlns:p="http://schemas.openxmlformats.org/presentationml/2006/main">
  <p:tag name="KSO_WM_DIAGRAM_VIRTUALLY_FRAME" val="{&quot;height&quot;:231.5767716535433,&quot;left&quot;:62.2903937007874,&quot;top&quot;:116.60299212598424,&quot;width&quot;:606.315275590551}"/>
</p:tagLst>
</file>

<file path=ppt/tags/tag186.xml><?xml version="1.0" encoding="utf-8"?>
<p:tagLst xmlns:p="http://schemas.openxmlformats.org/presentationml/2006/main">
  <p:tag name="KSO_WM_DIAGRAM_VIRTUALLY_FRAME" val="{&quot;height&quot;:231.5767716535433,&quot;left&quot;:62.2903937007874,&quot;top&quot;:116.60299212598424,&quot;width&quot;:606.315275590551}"/>
</p:tagLst>
</file>

<file path=ppt/tags/tag187.xml><?xml version="1.0" encoding="utf-8"?>
<p:tagLst xmlns:p="http://schemas.openxmlformats.org/presentationml/2006/main">
  <p:tag name="KSO_WM_DIAGRAM_VIRTUALLY_FRAME" val="{&quot;height&quot;:231.5767716535433,&quot;left&quot;:62.2903937007874,&quot;top&quot;:116.60299212598424,&quot;width&quot;:606.315275590551}"/>
</p:tagLst>
</file>

<file path=ppt/tags/tag188.xml><?xml version="1.0" encoding="utf-8"?>
<p:tagLst xmlns:p="http://schemas.openxmlformats.org/presentationml/2006/main">
  <p:tag name="SELECTED" val="True"/>
</p:tagLst>
</file>

<file path=ppt/tags/tag189.xml><?xml version="1.0" encoding="utf-8"?>
<p:tagLst xmlns:p="http://schemas.openxmlformats.org/presentationml/2006/main">
  <p:tag name="KSO_WM_DIAGRAM_VIRTUALLY_FRAME" val="{&quot;height&quot;:230.43519685039368,&quot;left&quot;:66.86527559055118,&quot;top&quot;:100.44141732283465,&quot;width&quot;:616.2847244094488}"/>
</p:tagLst>
</file>

<file path=ppt/tags/tag190.xml><?xml version="1.0" encoding="utf-8"?>
<p:tagLst xmlns:p="http://schemas.openxmlformats.org/presentationml/2006/main">
  <p:tag name="KSO_WM_DIAGRAM_VIRTUALLY_FRAME" val="{&quot;height&quot;:230.43519685039368,&quot;left&quot;:66.86527559055118,&quot;top&quot;:100.44141732283465,&quot;width&quot;:616.2847244094488}"/>
</p:tagLst>
</file>

<file path=ppt/tags/tag191.xml><?xml version="1.0" encoding="utf-8"?>
<p:tagLst xmlns:p="http://schemas.openxmlformats.org/presentationml/2006/main">
  <p:tag name="KSO_WM_DIAGRAM_VIRTUALLY_FRAME" val="{&quot;height&quot;:230.43519685039368,&quot;left&quot;:66.86527559055118,&quot;top&quot;:100.44141732283465,&quot;width&quot;:616.2847244094488}"/>
</p:tagLst>
</file>

<file path=ppt/tags/tag192.xml><?xml version="1.0" encoding="utf-8"?>
<p:tagLst xmlns:p="http://schemas.openxmlformats.org/presentationml/2006/main">
  <p:tag name="KSO_WM_DIAGRAM_VIRTUALLY_FRAME" val="{&quot;height&quot;:230.43519685039368,&quot;left&quot;:66.86527559055118,&quot;top&quot;:100.44141732283465,&quot;width&quot;:616.2847244094488}"/>
</p:tagLst>
</file>

<file path=ppt/tags/tag193.xml><?xml version="1.0" encoding="utf-8"?>
<p:tagLst xmlns:p="http://schemas.openxmlformats.org/presentationml/2006/main">
  <p:tag name="KSO_WM_DIAGRAM_VIRTUALLY_FRAME" val="{&quot;height&quot;:230.43519685039368,&quot;left&quot;:66.86527559055118,&quot;top&quot;:100.44141732283465,&quot;width&quot;:616.2847244094488}"/>
</p:tagLst>
</file>

<file path=ppt/tags/tag194.xml><?xml version="1.0" encoding="utf-8"?>
<p:tagLst xmlns:p="http://schemas.openxmlformats.org/presentationml/2006/main">
  <p:tag name="KSO_WM_DIAGRAM_VIRTUALLY_FRAME" val="{&quot;height&quot;:230.43519685039368,&quot;left&quot;:66.86527559055118,&quot;top&quot;:100.44141732283465,&quot;width&quot;:616.2847244094488}"/>
</p:tagLst>
</file>

<file path=ppt/tags/tag195.xml><?xml version="1.0" encoding="utf-8"?>
<p:tagLst xmlns:p="http://schemas.openxmlformats.org/presentationml/2006/main">
  <p:tag name="KSO_WM_DIAGRAM_VIRTUALLY_FRAME" val="{&quot;height&quot;:230.43519685039368,&quot;left&quot;:66.86527559055118,&quot;top&quot;:100.44141732283465,&quot;width&quot;:616.2847244094488}"/>
</p:tagLst>
</file>

<file path=ppt/tags/tag196.xml><?xml version="1.0" encoding="utf-8"?>
<p:tagLst xmlns:p="http://schemas.openxmlformats.org/presentationml/2006/main">
  <p:tag name="KSO_WM_DIAGRAM_VIRTUALLY_FRAME" val="{&quot;height&quot;:230.43519685039368,&quot;left&quot;:66.86527559055118,&quot;top&quot;:100.44141732283465,&quot;width&quot;:616.2847244094488}"/>
</p:tagLst>
</file>

<file path=ppt/tags/tag197.xml><?xml version="1.0" encoding="utf-8"?>
<p:tagLst xmlns:p="http://schemas.openxmlformats.org/presentationml/2006/main">
  <p:tag name="KSO_WM_DIAGRAM_VIRTUALLY_FRAME" val="{&quot;height&quot;:230.43519685039368,&quot;left&quot;:66.86527559055118,&quot;top&quot;:100.44141732283465,&quot;width&quot;:616.2847244094488}"/>
</p:tagLst>
</file>

<file path=ppt/tags/tag198.xml><?xml version="1.0" encoding="utf-8"?>
<p:tagLst xmlns:p="http://schemas.openxmlformats.org/presentationml/2006/main">
  <p:tag name="KSO_WM_DIAGRAM_VIRTUALLY_FRAME" val="{&quot;height&quot;:230.43519685039368,&quot;left&quot;:66.86527559055118,&quot;top&quot;:100.44141732283465,&quot;width&quot;:616.2847244094488}"/>
</p:tagLst>
</file>

<file path=ppt/tags/tag199.xml><?xml version="1.0" encoding="utf-8"?>
<p:tagLst xmlns:p="http://schemas.openxmlformats.org/presentationml/2006/main">
  <p:tag name="KSO_WM_DIAGRAM_VIRTUALLY_FRAME" val="{&quot;height&quot;:230.43519685039368,&quot;left&quot;:66.86527559055118,&quot;top&quot;:100.44141732283465,&quot;width&quot;:616.2847244094488}"/>
</p:tagLst>
</file>

<file path=ppt/tags/tag200.xml><?xml version="1.0" encoding="utf-8"?>
<p:tagLst xmlns:p="http://schemas.openxmlformats.org/presentationml/2006/main">
  <p:tag name="KSO_WM_DIAGRAM_VIRTUALLY_FRAME" val="{&quot;height&quot;:230.43519685039368,&quot;left&quot;:66.86527559055118,&quot;top&quot;:100.44141732283465,&quot;width&quot;:616.2847244094488}"/>
</p:tagLst>
</file>

<file path=ppt/tags/tag201.xml><?xml version="1.0" encoding="utf-8"?>
<p:tagLst xmlns:p="http://schemas.openxmlformats.org/presentationml/2006/main">
  <p:tag name="SELECTED" val="True"/>
</p:tagLst>
</file>

<file path=ppt/tags/tag202.xml><?xml version="1.0" encoding="utf-8"?>
<p:tagLst xmlns:p="http://schemas.openxmlformats.org/presentationml/2006/main">
  <p:tag name="KSO_WM_DIAGRAM_VIRTUALLY_FRAME" val="{&quot;height&quot;:318.51259842519687,&quot;left&quot;:0,&quot;top&quot;:51.60070866141732,&quot;width&quot;:708.7455118110236}"/>
</p:tagLst>
</file>

<file path=ppt/tags/tag203.xml><?xml version="1.0" encoding="utf-8"?>
<p:tagLst xmlns:p="http://schemas.openxmlformats.org/presentationml/2006/main">
  <p:tag name="KSO_WM_DIAGRAM_VIRTUALLY_FRAME" val="{&quot;height&quot;:318.51259842519687,&quot;left&quot;:0,&quot;top&quot;:51.60070866141732,&quot;width&quot;:708.7455118110236}"/>
</p:tagLst>
</file>

<file path=ppt/tags/tag204.xml><?xml version="1.0" encoding="utf-8"?>
<p:tagLst xmlns:p="http://schemas.openxmlformats.org/presentationml/2006/main">
  <p:tag name="KSO_WM_DIAGRAM_VIRTUALLY_FRAME" val="{&quot;height&quot;:318.51259842519687,&quot;left&quot;:0,&quot;top&quot;:51.60070866141732,&quot;width&quot;:708.7455118110236}"/>
</p:tagLst>
</file>

<file path=ppt/tags/tag205.xml><?xml version="1.0" encoding="utf-8"?>
<p:tagLst xmlns:p="http://schemas.openxmlformats.org/presentationml/2006/main">
  <p:tag name="KSO_WM_DIAGRAM_VIRTUALLY_FRAME" val="{&quot;height&quot;:318.51259842519687,&quot;left&quot;:0,&quot;top&quot;:51.60070866141732,&quot;width&quot;:708.7455118110236}"/>
</p:tagLst>
</file>

<file path=ppt/tags/tag206.xml><?xml version="1.0" encoding="utf-8"?>
<p:tagLst xmlns:p="http://schemas.openxmlformats.org/presentationml/2006/main">
  <p:tag name="KSO_WM_DIAGRAM_VIRTUALLY_FRAME" val="{&quot;height&quot;:318.51259842519687,&quot;left&quot;:0,&quot;top&quot;:51.60070866141732,&quot;width&quot;:708.7455118110236}"/>
</p:tagLst>
</file>

<file path=ppt/tags/tag207.xml><?xml version="1.0" encoding="utf-8"?>
<p:tagLst xmlns:p="http://schemas.openxmlformats.org/presentationml/2006/main">
  <p:tag name="KSO_WM_DIAGRAM_VIRTUALLY_FRAME" val="{&quot;height&quot;:318.51259842519687,&quot;left&quot;:0,&quot;top&quot;:51.60070866141732,&quot;width&quot;:708.7455118110236}"/>
</p:tagLst>
</file>

<file path=ppt/tags/tag208.xml><?xml version="1.0" encoding="utf-8"?>
<p:tagLst xmlns:p="http://schemas.openxmlformats.org/presentationml/2006/main">
  <p:tag name="KSO_WM_DIAGRAM_VIRTUALLY_FRAME" val="{&quot;height&quot;:318.51259842519687,&quot;left&quot;:0,&quot;top&quot;:51.60070866141732,&quot;width&quot;:708.7455118110236}"/>
</p:tagLst>
</file>

<file path=ppt/tags/tag209.xml><?xml version="1.0" encoding="utf-8"?>
<p:tagLst xmlns:p="http://schemas.openxmlformats.org/presentationml/2006/main">
  <p:tag name="KSO_WM_DIAGRAM_VIRTUALLY_FRAME" val="{&quot;height&quot;:318.51259842519687,&quot;left&quot;:0,&quot;top&quot;:51.60070866141732,&quot;width&quot;:708.7455118110236}"/>
</p:tagLst>
</file>

<file path=ppt/tags/tag210.xml><?xml version="1.0" encoding="utf-8"?>
<p:tagLst xmlns:p="http://schemas.openxmlformats.org/presentationml/2006/main">
  <p:tag name="KSO_WM_DIAGRAM_VIRTUALLY_FRAME" val="{&quot;height&quot;:318.51259842519687,&quot;left&quot;:0,&quot;top&quot;:51.60070866141732,&quot;width&quot;:708.7455118110236}"/>
</p:tagLst>
</file>

<file path=ppt/tags/tag211.xml><?xml version="1.0" encoding="utf-8"?>
<p:tagLst xmlns:p="http://schemas.openxmlformats.org/presentationml/2006/main">
  <p:tag name="KSO_WM_DIAGRAM_VIRTUALLY_FRAME" val="{&quot;height&quot;:318.51259842519687,&quot;left&quot;:0,&quot;top&quot;:51.60070866141732,&quot;width&quot;:708.7455118110236}"/>
</p:tagLst>
</file>

<file path=ppt/tags/tag212.xml><?xml version="1.0" encoding="utf-8"?>
<p:tagLst xmlns:p="http://schemas.openxmlformats.org/presentationml/2006/main">
  <p:tag name="KSO_WM_DIAGRAM_VIRTUALLY_FRAME" val="{&quot;height&quot;:318.51259842519687,&quot;left&quot;:0,&quot;top&quot;:51.60070866141732,&quot;width&quot;:708.7455118110236}"/>
</p:tagLst>
</file>

<file path=ppt/tags/tag213.xml><?xml version="1.0" encoding="utf-8"?>
<p:tagLst xmlns:p="http://schemas.openxmlformats.org/presentationml/2006/main">
  <p:tag name="KSO_WM_DIAGRAM_VIRTUALLY_FRAME" val="{&quot;height&quot;:318.51259842519687,&quot;left&quot;:0,&quot;top&quot;:51.60070866141732,&quot;width&quot;:708.7455118110236}"/>
</p:tagLst>
</file>

<file path=ppt/tags/tag214.xml><?xml version="1.0" encoding="utf-8"?>
<p:tagLst xmlns:p="http://schemas.openxmlformats.org/presentationml/2006/main">
  <p:tag name="KSO_WM_DIAGRAM_VIRTUALLY_FRAME" val="{&quot;height&quot;:318.51259842519687,&quot;left&quot;:0,&quot;top&quot;:51.60070866141732,&quot;width&quot;:708.7455118110236}"/>
</p:tagLst>
</file>

<file path=ppt/tags/tag215.xml><?xml version="1.0" encoding="utf-8"?>
<p:tagLst xmlns:p="http://schemas.openxmlformats.org/presentationml/2006/main">
  <p:tag name="KSO_WM_DIAGRAM_VIRTUALLY_FRAME" val="{&quot;height&quot;:318.51259842519687,&quot;left&quot;:0,&quot;top&quot;:51.60070866141732,&quot;width&quot;:708.7455118110236}"/>
</p:tagLst>
</file>

<file path=ppt/tags/tag216.xml><?xml version="1.0" encoding="utf-8"?>
<p:tagLst xmlns:p="http://schemas.openxmlformats.org/presentationml/2006/main">
  <p:tag name="SELECTED" val="True"/>
</p:tagLst>
</file>

<file path=ppt/tags/tag217.xml><?xml version="1.0" encoding="utf-8"?>
<p:tagLst xmlns:p="http://schemas.openxmlformats.org/presentationml/2006/main">
  <p:tag name="SELECTED" val="True"/>
</p:tagLst>
</file>

<file path=ppt/tags/tag218.xml><?xml version="1.0" encoding="utf-8"?>
<p:tagLst xmlns:p="http://schemas.openxmlformats.org/presentationml/2006/main">
  <p:tag name="SELECTED" val="True"/>
</p:tagLst>
</file>

<file path=ppt/tags/tag219.xml><?xml version="1.0" encoding="utf-8"?>
<p:tagLst xmlns:p="http://schemas.openxmlformats.org/presentationml/2006/main">
  <p:tag name="SELECTED" val="True"/>
</p:tagLst>
</file>

<file path=ppt/tags/tag220.xml><?xml version="1.0" encoding="utf-8"?>
<p:tagLst xmlns:p="http://schemas.openxmlformats.org/presentationml/2006/main">
  <p:tag name="SELECTED" val="True"/>
</p:tagLst>
</file>

<file path=ppt/tags/tag221.xml><?xml version="1.0" encoding="utf-8"?>
<p:tagLst xmlns:p="http://schemas.openxmlformats.org/presentationml/2006/main">
  <p:tag name="ISPRING_PRESENTATION_TITLE" val="PowerPoint 演示文稿"/>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rgbClr val="0070C0"/>
        </a:solidFill>
        <a:ln w="15875">
          <a:noFill/>
        </a:ln>
        <a:effectLst>
          <a:innerShdw blurRad="63500" dist="25400" dir="8100000">
            <a:prstClr val="black">
              <a:alpha val="50000"/>
            </a:prstClr>
          </a:innerShdw>
        </a:effectLst>
      </a:spPr>
      <a:bodyPr vert="horz" wrap="square" lIns="91440" tIns="45720" rIns="91440" bIns="45720" numCol="1" anchor="t" anchorCtr="0" compatLnSpc="1"/>
      <a:lstStyle>
        <a:defPPr>
          <a:defRPr/>
        </a:defPPr>
      </a:lstStyle>
    </a:sp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6591</Words>
  <Application>WPS 演示</Application>
  <PresentationFormat>全屏显示(16:9)</PresentationFormat>
  <Paragraphs>370</Paragraphs>
  <Slides>24</Slides>
  <Notes>29</Notes>
  <HiddenSlides>0</HiddenSlides>
  <MMClips>0</MMClips>
  <ScaleCrop>false</ScaleCrop>
  <HeadingPairs>
    <vt:vector size="6" baseType="variant">
      <vt:variant>
        <vt:lpstr>已用的字体</vt:lpstr>
      </vt:variant>
      <vt:variant>
        <vt:i4>15</vt:i4>
      </vt:variant>
      <vt:variant>
        <vt:lpstr>主题</vt:lpstr>
      </vt:variant>
      <vt:variant>
        <vt:i4>1</vt:i4>
      </vt:variant>
      <vt:variant>
        <vt:lpstr>幻灯片标题</vt:lpstr>
      </vt:variant>
      <vt:variant>
        <vt:i4>24</vt:i4>
      </vt:variant>
    </vt:vector>
  </HeadingPairs>
  <TitlesOfParts>
    <vt:vector size="40" baseType="lpstr">
      <vt:lpstr>Arial</vt:lpstr>
      <vt:lpstr>宋体</vt:lpstr>
      <vt:lpstr>Wingdings</vt:lpstr>
      <vt:lpstr>微软雅黑</vt:lpstr>
      <vt:lpstr>Calibri</vt:lpstr>
      <vt:lpstr>仿宋</vt:lpstr>
      <vt:lpstr>Times New Roman</vt:lpstr>
      <vt:lpstr>Impact</vt:lpstr>
      <vt:lpstr>Arial Unicode MS</vt:lpstr>
      <vt:lpstr>Lato Light</vt:lpstr>
      <vt:lpstr>Segoe Print</vt:lpstr>
      <vt:lpstr>Roboto</vt:lpstr>
      <vt:lpstr>华文黑体</vt:lpstr>
      <vt:lpstr>黑体</vt:lpstr>
      <vt:lpstr>Calibri</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微软中国</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微软用户</dc:creator>
  <cp:lastModifiedBy>Tomorrow</cp:lastModifiedBy>
  <cp:revision>109</cp:revision>
  <dcterms:created xsi:type="dcterms:W3CDTF">2016-03-09T04:37:00Z</dcterms:created>
  <dcterms:modified xsi:type="dcterms:W3CDTF">2025-06-25T15:30:02Z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F99F93C410EF473C9E01BFCFBC969C99_13</vt:lpwstr>
  </property>
  <property fmtid="{D5CDD505-2E9C-101B-9397-08002B2CF9AE}" pid="3" name="KSOProductBuildVer">
    <vt:lpwstr>2052-12.1.0.21541</vt:lpwstr>
  </property>
</Properties>
</file>