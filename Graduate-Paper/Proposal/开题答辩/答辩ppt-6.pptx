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1678900" cy="12192000"/>
  <p:notesSz cx="12192000" cy="21678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6477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651000" y="584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16000" y="4127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92200" y="4191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&amp; LaPadula [4]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92200" y="4533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Computer Systems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92200" y="5168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BLP confidentiality model, MAC pillar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101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9" name="Text 26"/>
          <p:cNvSpPr/>
          <p:nvPr/>
        </p:nvSpPr>
        <p:spPr>
          <a:xfrm>
            <a:off x="4502150" y="679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3867150" y="7175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1" name="Text 28"/>
          <p:cNvSpPr/>
          <p:nvPr/>
        </p:nvSpPr>
        <p:spPr>
          <a:xfrm>
            <a:off x="3943350" y="7239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Biba [5]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943350" y="7581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for Secure Systems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943350" y="8216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model, MAC pillar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8613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5" name="Text 32"/>
          <p:cNvSpPr/>
          <p:nvPr/>
        </p:nvSpPr>
        <p:spPr>
          <a:xfrm>
            <a:off x="7353300" y="584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718300" y="4127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7" name="Text 34"/>
          <p:cNvSpPr/>
          <p:nvPr/>
        </p:nvSpPr>
        <p:spPr>
          <a:xfrm>
            <a:off x="6794500" y="4191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Sandhu et al. [9]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94500" y="4533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794500" y="5168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role abstraction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7124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1" name="Text 38"/>
          <p:cNvSpPr/>
          <p:nvPr/>
        </p:nvSpPr>
        <p:spPr>
          <a:xfrm>
            <a:off x="10204450" y="679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9569450" y="7175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3" name="Text 40"/>
          <p:cNvSpPr/>
          <p:nvPr/>
        </p:nvSpPr>
        <p:spPr>
          <a:xfrm>
            <a:off x="9645650" y="7239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Hardt [16]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645650" y="7581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(RFC 6749)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9645650" y="8216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Delegation, static Bearer Token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35636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7" name="Text 44"/>
          <p:cNvSpPr/>
          <p:nvPr/>
        </p:nvSpPr>
        <p:spPr>
          <a:xfrm>
            <a:off x="13055600" y="584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12420600" y="4127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9" name="Text 46"/>
          <p:cNvSpPr/>
          <p:nvPr/>
        </p:nvSpPr>
        <p:spPr>
          <a:xfrm>
            <a:off x="12496800" y="4191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Birgisson et al. [31]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2496800" y="4533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Macaroons (NDSS)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496800" y="5168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chain, monotonic attenuation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64147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5906750" y="679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200" dirty="0"/>
          </a:p>
        </p:txBody>
      </p:sp>
      <p:sp>
        <p:nvSpPr>
          <p:cNvPr id="54" name="Shape 51"/>
          <p:cNvSpPr/>
          <p:nvPr/>
        </p:nvSpPr>
        <p:spPr>
          <a:xfrm>
            <a:off x="15271750" y="7175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5347950" y="7239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Andersen et al. [32]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5347950" y="7581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(USENIX Security)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15347950" y="8216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delegation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92659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9" name="Text 56"/>
          <p:cNvSpPr/>
          <p:nvPr/>
        </p:nvSpPr>
        <p:spPr>
          <a:xfrm>
            <a:off x="18757900" y="584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60" name="Shape 57"/>
          <p:cNvSpPr/>
          <p:nvPr/>
        </p:nvSpPr>
        <p:spPr>
          <a:xfrm>
            <a:off x="18122900" y="4127500"/>
            <a:ext cx="25400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61" name="Text 58"/>
          <p:cNvSpPr/>
          <p:nvPr/>
        </p:nvSpPr>
        <p:spPr>
          <a:xfrm>
            <a:off x="18199100" y="4191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 [33]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8199100" y="4533900"/>
            <a:ext cx="238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StatefulAuth (USENIX Security)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18199100" y="5168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WebAssembly + state-aware auth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6477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714500" y="5842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047750" y="4127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123950" y="4191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Chopra [34]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3950" y="4533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OAuth不足以应对自主AI代理授权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23950" y="5168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揭示OAuth与智能体的结构性不匹配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101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9" name="Text 26"/>
          <p:cNvSpPr/>
          <p:nvPr/>
        </p:nvSpPr>
        <p:spPr>
          <a:xfrm>
            <a:off x="4565650" y="6794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3898900" y="7175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1" name="Text 28"/>
          <p:cNvSpPr/>
          <p:nvPr/>
        </p:nvSpPr>
        <p:spPr>
          <a:xfrm>
            <a:off x="3975100" y="7239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et al. [41]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975100" y="7581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自动化数据访问权限管理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975100" y="8216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LLM+CF混合模型, 85.1%准确率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8613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5" name="Text 32"/>
          <p:cNvSpPr/>
          <p:nvPr/>
        </p:nvSpPr>
        <p:spPr>
          <a:xfrm>
            <a:off x="7416800" y="5842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6750050" y="4127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7" name="Text 34"/>
          <p:cNvSpPr/>
          <p:nvPr/>
        </p:nvSpPr>
        <p:spPr>
          <a:xfrm>
            <a:off x="6826250" y="4191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et al. [35]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26250" y="4533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可认证可审计委托授权框架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26250" y="5168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Agent-ID Token + Delegation Token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7124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1" name="Text 38"/>
          <p:cNvSpPr/>
          <p:nvPr/>
        </p:nvSpPr>
        <p:spPr>
          <a:xfrm>
            <a:off x="10267950" y="6794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9601200" y="7175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3" name="Text 40"/>
          <p:cNvSpPr/>
          <p:nvPr/>
        </p:nvSpPr>
        <p:spPr>
          <a:xfrm>
            <a:off x="9677400" y="7239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Fleming et al. [38]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677400" y="7581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不确定性感知的任务级动态授权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677400" y="8216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资源风险评分 + 模型不确定性估计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35636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7" name="Text 44"/>
          <p:cNvSpPr/>
          <p:nvPr/>
        </p:nvSpPr>
        <p:spPr>
          <a:xfrm>
            <a:off x="13119100" y="5842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2452350" y="4127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9" name="Text 46"/>
          <p:cNvSpPr/>
          <p:nvPr/>
        </p:nvSpPr>
        <p:spPr>
          <a:xfrm>
            <a:off x="12528550" y="4191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[36]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2528550" y="4533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PAuth: 精确任务范围授权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12528550" y="5168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参数级权限控制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641475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5970250" y="6794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15303500" y="7175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5379700" y="7239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Uchibeke [37]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5379700" y="7581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工具调用前确定性预授权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5379700" y="8216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before_tool_call钩子 + Ed25519签名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9265900" y="6350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9" name="Text 56"/>
          <p:cNvSpPr/>
          <p:nvPr/>
        </p:nvSpPr>
        <p:spPr>
          <a:xfrm>
            <a:off x="18821400" y="5842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60" name="Shape 57"/>
          <p:cNvSpPr/>
          <p:nvPr/>
        </p:nvSpPr>
        <p:spPr>
          <a:xfrm>
            <a:off x="18154650" y="4127500"/>
            <a:ext cx="2476500" cy="1651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61" name="Text 58"/>
          <p:cNvSpPr/>
          <p:nvPr/>
        </p:nvSpPr>
        <p:spPr>
          <a:xfrm>
            <a:off x="18230850" y="4191000"/>
            <a:ext cx="2324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Tallam [40]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8230850" y="453390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多智能体授权传播问题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18230850" y="5168900"/>
            <a:ext cx="232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传递性委托 + 聚合推理 + 时间有效性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现有研究不足总结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2540000"/>
            <a:ext cx="20154900" cy="6350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" y="254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研究工作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937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541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存在的不足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62000" y="3175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26" name="Text 23"/>
          <p:cNvSpPr/>
          <p:nvPr/>
        </p:nvSpPr>
        <p:spPr>
          <a:xfrm>
            <a:off x="889000" y="3238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Chopra [34]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937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揭示传统授权与智能体的结构性不匹配，提出四项设计方向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41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仅指出问题，未给出完整解决方案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4000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889000" y="4064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et al. [35]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937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可认证委托框架：Agent-ID + Delegation Token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541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解决身份缺失但未解决授权粒度宽泛问题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4826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34" name="Text 31"/>
          <p:cNvSpPr/>
          <p:nvPr/>
        </p:nvSpPr>
        <p:spPr>
          <a:xfrm>
            <a:off x="889000" y="4889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Fleming et al. [38]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937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不确定性感知的LLM-TBAC动态授权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541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LLM可能幻觉策略，静态风险评分不够灵活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62000" y="5651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89000" y="5715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[36] (PAuth)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3937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精确任务范围授权，参数级权限控制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541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未考虑有序多任务的顺序授权约束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62000" y="6477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2" name="Text 39"/>
          <p:cNvSpPr/>
          <p:nvPr/>
        </p:nvSpPr>
        <p:spPr>
          <a:xfrm>
            <a:off x="889000" y="6540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Uchibeke [37] (OAP)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3937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工具调用前确定性预授权，53ms延迟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541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仅覆盖单工具层面，未解决跨工具参数级约束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62000" y="8128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6" name="Text 43"/>
          <p:cNvSpPr/>
          <p:nvPr/>
        </p:nvSpPr>
        <p:spPr>
          <a:xfrm>
            <a:off x="889000" y="819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et al. [41]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3937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自动化权限预测：LLM+CF混合模型，85.1%准确率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541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预测模型而非确定性策略，低置信度需人工介入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62000" y="8953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889000" y="9017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Tallam [40]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3987292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授权传播形式化分析，七项结构要求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541000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仅提出框架性要求，未给出具体协议设计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25932" y="10033000"/>
            <a:ext cx="20154900" cy="177800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/>
        </p:spPr>
      </p:sp>
      <p:sp>
        <p:nvSpPr>
          <p:cNvPr id="54" name="Text 51"/>
          <p:cNvSpPr/>
          <p:nvPr/>
        </p:nvSpPr>
        <p:spPr>
          <a:xfrm>
            <a:off x="1143000" y="10223500"/>
            <a:ext cx="193929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核心缺口：</a:t>
            </a:r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现有工作均未同时满足 (1) 操作参数级精确授权  (2) 任务上下文条件感知  (3) 多智能体顺序授权约束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本课题旨在设计面向复杂任务的智能体授权协议，填补上述三项不足</a:t>
            </a:r>
            <a:endParaRPr lang="en-US" sz="2400" dirty="0"/>
          </a:p>
        </p:txBody>
      </p:sp>
      <p:sp>
        <p:nvSpPr>
          <p:cNvPr id="55" name="Text 52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未命名演示文稿</dc:title>
  <dc:subject>未命名演示文稿</dc:subject>
  <dc:creator>Kimi</dc:creator>
  <cp:lastModifiedBy>Kimi</cp:lastModifiedBy>
  <cp:revision>1</cp:revision>
  <dcterms:created xsi:type="dcterms:W3CDTF">2026-06-27T09:59:15Z</dcterms:created>
  <dcterms:modified xsi:type="dcterms:W3CDTF">2026-06-27T09:59:15Z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{"Label":"未命名演示文稿","ContentProducer":"001191110108MACG2KBH8F10000","ProduceID":"19f081e2-ab72-80ca-8000-0000c8693465","ReservedCode1":"","ContentPropagator":"001191110108MACG2KBH8F20000","PropagateID":"19ee528b-5122-8cdd-8000-091226114ca8","ReservedCode2":""}</vt:lpwstr>
  </property>
</Properties>
</file>